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Space Mono 4"/>
      <p:bold r:id="rId26"/>
    </p:embeddedFont>
    <p:embeddedFont>
      <p:font typeface="Signika"/>
      <p:regular r:id="rId27"/>
    </p:embeddedFont>
    <p:embeddedFont>
      <p:font typeface="Codec Pro"/>
      <p:regular r:id="rId29"/>
      <p:bold r:id="rId28"/>
    </p:embeddedFont>
    <p:embeddedFont>
      <p:font typeface="Space Mono 6"/>
      <p:bold r:id="rId30"/>
    </p:embeddedFont>
    <p:embeddedFont>
      <p:font typeface="Tomorrow"/>
      <p:regular r:id="rId48"/>
      <p:bold r:id="rId31"/>
    </p:embeddedFont>
    <p:embeddedFont>
      <p:font typeface="Space Mono 16"/>
      <p:bold r:id="rId32"/>
    </p:embeddedFont>
    <p:embeddedFont>
      <p:font typeface="Space Mono 21"/>
      <p:bold r:id="rId33"/>
    </p:embeddedFont>
    <p:embeddedFont>
      <p:font typeface="Bree Serif 3"/>
      <p:regular r:id="rId34"/>
    </p:embeddedFont>
    <p:embeddedFont>
      <p:font typeface="Space Mono 17"/>
      <p:bold r:id="rId35"/>
    </p:embeddedFont>
    <p:embeddedFont>
      <p:font typeface="Bree Serif 2"/>
      <p:regular r:id="rId36"/>
    </p:embeddedFont>
    <p:embeddedFont>
      <p:font typeface="Space Mono 22"/>
      <p:bold r:id="rId37"/>
    </p:embeddedFont>
    <p:embeddedFont>
      <p:font typeface="Open Sans"/>
      <p:bold r:id="rId38"/>
    </p:embeddedFont>
    <p:embeddedFont>
      <p:font typeface="Space Mono 18"/>
      <p:bold r:id="rId39"/>
    </p:embeddedFont>
    <p:embeddedFont>
      <p:font typeface="Tomorrow 4"/>
      <p:bold r:id="rId40"/>
    </p:embeddedFont>
    <p:embeddedFont>
      <p:font typeface="Space Mono 15"/>
      <p:bold r:id="rId41"/>
    </p:embeddedFont>
    <p:embeddedFont>
      <p:font typeface="Bree Serif 4"/>
      <p:regular r:id="rId42"/>
    </p:embeddedFont>
    <p:embeddedFont>
      <p:font typeface="Space Mono 8"/>
      <p:bold r:id="rId43"/>
    </p:embeddedFont>
    <p:embeddedFont>
      <p:font typeface="Bree Serif"/>
      <p:regular r:id="rId44"/>
    </p:embeddedFont>
    <p:embeddedFont>
      <p:font typeface="Space Mono 7"/>
      <p:bold r:id="rId45"/>
    </p:embeddedFont>
    <p:embeddedFont>
      <p:font typeface="Bree Serif 7"/>
      <p:regular r:id="rId46"/>
    </p:embeddedFont>
    <p:embeddedFont>
      <p:font typeface="Glacial Indifference"/>
      <p:regular r:id="rId47"/>
    </p:embeddedFont>
    <p:embeddedFont>
      <p:font typeface="Space Mono 9"/>
      <p:bold r:id="rId49"/>
    </p:embeddedFont>
    <p:embeddedFont>
      <p:font typeface="Tomorrow 5"/>
      <p:bold r:id="rId50"/>
    </p:embeddedFont>
    <p:embeddedFont>
      <p:font typeface="Space Mono 19"/>
      <p:bold r:id="rId51"/>
    </p:embeddedFont>
    <p:embeddedFont>
      <p:font typeface="Space Mono 20"/>
      <p:bold r:id="rId52"/>
    </p:embeddedFont>
    <p:embeddedFont>
      <p:font typeface="Space Mono 10"/>
      <p:bold r:id="rId53"/>
    </p:embeddedFont>
    <p:embeddedFont>
      <p:font typeface="Space Mono 3"/>
      <p:bold r:id="rId54"/>
    </p:embeddedFont>
    <p:embeddedFont>
      <p:font typeface="Space Mono 5"/>
      <p:bold r:id="rId55"/>
    </p:embeddedFont>
    <p:embeddedFont>
      <p:font typeface="Space Mono 12"/>
      <p:bold r:id="rId56"/>
    </p:embeddedFont>
    <p:embeddedFont>
      <p:font typeface="Tomorrow 2"/>
      <p:bold r:id="rId57"/>
    </p:embeddedFont>
    <p:embeddedFont>
      <p:font typeface="Space Mono 11"/>
      <p:bold r:id="rId58"/>
    </p:embeddedFont>
    <p:embeddedFont>
      <p:font typeface="Bree Serif 6"/>
      <p:regular r:id="rId59"/>
    </p:embeddedFont>
    <p:embeddedFont>
      <p:font typeface="Space Mono"/>
      <p:bold r:id="rId60"/>
    </p:embeddedFont>
    <p:embeddedFont>
      <p:font typeface="Bree Serif 5"/>
      <p:regular r:id="rId61"/>
    </p:embeddedFont>
    <p:embeddedFont>
      <p:font typeface="Space Mono 13"/>
      <p:bold r:id="rId62"/>
    </p:embeddedFont>
    <p:embeddedFont>
      <p:font typeface="Tomorrow 3"/>
      <p:bold r:id="rId63"/>
    </p:embeddedFont>
    <p:embeddedFont>
      <p:font typeface="Space Mono 2"/>
      <p:bold r:id="rId64"/>
    </p:embeddedFont>
    <p:embeddedFont>
      <p:font typeface="Space Mono 14"/>
      <p:bold r:id="rId6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theme" Target="theme/theme1.xml"/><Relationship Id="rId25" Type="http://schemas.openxmlformats.org/officeDocument/2006/relationships/presProps" Target="presProps.xml"/><Relationship Id="rId26" Type="http://schemas.openxmlformats.org/officeDocument/2006/relationships/font" Target="fonts/font0.fntdata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38" Type="http://schemas.openxmlformats.org/officeDocument/2006/relationships/font" Target="fonts/font12.fntdata"/><Relationship Id="rId39" Type="http://schemas.openxmlformats.org/officeDocument/2006/relationships/font" Target="fonts/font13.fntdata"/><Relationship Id="rId40" Type="http://schemas.openxmlformats.org/officeDocument/2006/relationships/font" Target="fonts/font14.fntdata"/><Relationship Id="rId41" Type="http://schemas.openxmlformats.org/officeDocument/2006/relationships/font" Target="fonts/font15.fntdata"/><Relationship Id="rId42" Type="http://schemas.openxmlformats.org/officeDocument/2006/relationships/font" Target="fonts/font16.fntdata"/><Relationship Id="rId43" Type="http://schemas.openxmlformats.org/officeDocument/2006/relationships/font" Target="fonts/font17.fntdata"/><Relationship Id="rId44" Type="http://schemas.openxmlformats.org/officeDocument/2006/relationships/font" Target="fonts/font18.fntdata"/><Relationship Id="rId45" Type="http://schemas.openxmlformats.org/officeDocument/2006/relationships/font" Target="fonts/font19.fntdata"/><Relationship Id="rId46" Type="http://schemas.openxmlformats.org/officeDocument/2006/relationships/font" Target="fonts/font20.fntdata"/><Relationship Id="rId47" Type="http://schemas.openxmlformats.org/officeDocument/2006/relationships/font" Target="fonts/font21.fntdata"/><Relationship Id="rId48" Type="http://schemas.openxmlformats.org/officeDocument/2006/relationships/font" Target="fonts/font22.fntdata"/><Relationship Id="rId49" Type="http://schemas.openxmlformats.org/officeDocument/2006/relationships/font" Target="fonts/font23.fntdata"/><Relationship Id="rId50" Type="http://schemas.openxmlformats.org/officeDocument/2006/relationships/font" Target="fonts/font24.fntdata"/><Relationship Id="rId51" Type="http://schemas.openxmlformats.org/officeDocument/2006/relationships/font" Target="fonts/font25.fntdata"/><Relationship Id="rId52" Type="http://schemas.openxmlformats.org/officeDocument/2006/relationships/font" Target="fonts/font26.fntdata"/><Relationship Id="rId53" Type="http://schemas.openxmlformats.org/officeDocument/2006/relationships/font" Target="fonts/font27.fntdata"/><Relationship Id="rId54" Type="http://schemas.openxmlformats.org/officeDocument/2006/relationships/font" Target="fonts/font28.fntdata"/><Relationship Id="rId55" Type="http://schemas.openxmlformats.org/officeDocument/2006/relationships/font" Target="fonts/font29.fntdata"/><Relationship Id="rId56" Type="http://schemas.openxmlformats.org/officeDocument/2006/relationships/font" Target="fonts/font30.fntdata"/><Relationship Id="rId57" Type="http://schemas.openxmlformats.org/officeDocument/2006/relationships/font" Target="fonts/font31.fntdata"/><Relationship Id="rId58" Type="http://schemas.openxmlformats.org/officeDocument/2006/relationships/font" Target="fonts/font32.fntdata"/><Relationship Id="rId59" Type="http://schemas.openxmlformats.org/officeDocument/2006/relationships/font" Target="fonts/font33.fntdata"/><Relationship Id="rId60" Type="http://schemas.openxmlformats.org/officeDocument/2006/relationships/font" Target="fonts/font34.fntdata"/><Relationship Id="rId61" Type="http://schemas.openxmlformats.org/officeDocument/2006/relationships/font" Target="fonts/font35.fntdata"/><Relationship Id="rId62" Type="http://schemas.openxmlformats.org/officeDocument/2006/relationships/font" Target="fonts/font36.fntdata"/><Relationship Id="rId63" Type="http://schemas.openxmlformats.org/officeDocument/2006/relationships/font" Target="fonts/font37.fntdata"/><Relationship Id="rId64" Type="http://schemas.openxmlformats.org/officeDocument/2006/relationships/font" Target="fonts/font38.fntdata"/><Relationship Id="rId65" Type="http://schemas.openxmlformats.org/officeDocument/2006/relationships/font" Target="fonts/font39.fntdata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845094" y="3156870"/>
            <a:ext cx="12849512" cy="22167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468" spc="775" b="1" dirty="0">
                <a:solidFill>
                  <a:srgbClr val="FFFFFF"/>
                </a:solidFill>
                <a:latin typeface="Space Mono 4"/>
                <a:cs typeface="Space Mono 4"/>
              </a:rPr>
              <a:t>GNSS_R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67159" y="6717807"/>
            <a:ext cx="6276530" cy="7644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300" spc="92" dirty="0">
                <a:solidFill>
                  <a:srgbClr val="FFFFFF"/>
                </a:solidFill>
                <a:latin typeface="Signika"/>
                <a:cs typeface="Signika"/>
              </a:rPr>
              <a:t>Presented by Erick Tchitae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053213" y="1163676"/>
            <a:ext cx="2380748" cy="7075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980" spc="375" b="1" dirty="0">
                <a:solidFill>
                  <a:srgbClr val="000000"/>
                </a:solidFill>
                <a:latin typeface="Codec Pro"/>
                <a:cs typeface="Codec Pro"/>
              </a:rPr>
              <a:t>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34164" y="2723153"/>
            <a:ext cx="2079685" cy="4841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723" spc="185" dirty="0">
                <a:solidFill>
                  <a:srgbClr val="000000"/>
                </a:solidFill>
                <a:latin typeface="Codec Pro"/>
                <a:cs typeface="Codec Pro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92239" y="2724287"/>
            <a:ext cx="321559" cy="46166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597" dirty="0">
                <a:solidFill>
                  <a:srgbClr val="000000"/>
                </a:solidFill>
                <a:latin typeface="Codec Pro"/>
                <a:cs typeface="Codec Pro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22046" y="3629871"/>
            <a:ext cx="393166" cy="46166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597" dirty="0">
                <a:solidFill>
                  <a:srgbClr val="000000"/>
                </a:solidFill>
                <a:latin typeface="Codec Pro"/>
                <a:cs typeface="Codec Pro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93721" y="3598508"/>
            <a:ext cx="2798218" cy="4841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723" spc="152" dirty="0">
                <a:solidFill>
                  <a:srgbClr val="000000"/>
                </a:solidFill>
                <a:latin typeface="Codec Pro"/>
                <a:cs typeface="Codec Pro"/>
              </a:rPr>
              <a:t>Literature review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63350" y="6419687"/>
            <a:ext cx="403677" cy="46166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597" dirty="0">
                <a:solidFill>
                  <a:srgbClr val="000000"/>
                </a:solidFill>
                <a:latin typeface="Codec Pro"/>
                <a:cs typeface="Codec Pro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06770" y="6414641"/>
            <a:ext cx="1027280" cy="4841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723" spc="177" dirty="0">
                <a:solidFill>
                  <a:srgbClr val="000000"/>
                </a:solidFill>
                <a:latin typeface="Codec Pro"/>
                <a:cs typeface="Codec Pro"/>
              </a:rPr>
              <a:t>Result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38547" y="7291334"/>
            <a:ext cx="395958" cy="46166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597" dirty="0">
                <a:solidFill>
                  <a:srgbClr val="000000"/>
                </a:solidFill>
                <a:latin typeface="Codec Pro"/>
                <a:cs typeface="Codec Pro"/>
              </a:rPr>
              <a:t>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87943" y="7286289"/>
            <a:ext cx="1866349" cy="4841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723" spc="233" dirty="0">
                <a:solidFill>
                  <a:srgbClr val="000000"/>
                </a:solidFill>
                <a:latin typeface="Codec Pro"/>
                <a:cs typeface="Codec Pro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42639" y="4496464"/>
            <a:ext cx="391852" cy="46166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597" dirty="0">
                <a:solidFill>
                  <a:srgbClr val="000000"/>
                </a:solidFill>
                <a:latin typeface="Codec Pro"/>
                <a:cs typeface="Codec Pro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87943" y="4465387"/>
            <a:ext cx="3408765" cy="4841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723" spc="206" dirty="0">
                <a:solidFill>
                  <a:srgbClr val="000000"/>
                </a:solidFill>
                <a:latin typeface="Codec Pro"/>
                <a:cs typeface="Codec Pro"/>
              </a:rPr>
              <a:t>System Architecture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38171" y="5363342"/>
            <a:ext cx="407947" cy="46166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597" dirty="0">
                <a:solidFill>
                  <a:srgbClr val="000000"/>
                </a:solidFill>
                <a:latin typeface="Codec Pro"/>
                <a:cs typeface="Codec Pro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46466" y="5332264"/>
            <a:ext cx="6939037" cy="4841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723" spc="183" dirty="0">
                <a:solidFill>
                  <a:srgbClr val="000000"/>
                </a:solidFill>
                <a:latin typeface="Codec Pro"/>
                <a:cs typeface="Codec Pro"/>
              </a:rPr>
              <a:t>Integration of the Mobile and Static Units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79125" y="9127146"/>
            <a:ext cx="349237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6"/>
                <a:cs typeface="Space Mono 6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529439" y="4229158"/>
            <a:ext cx="12176727" cy="20193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1357" spc="1294" b="1" dirty="0">
                <a:solidFill>
                  <a:srgbClr val="000000"/>
                </a:solidFill>
                <a:latin typeface="Tomorrow"/>
                <a:cs typeface="Tomorrow"/>
              </a:rPr>
              <a:t>INTRODUCTION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79167" y="9115712"/>
            <a:ext cx="349202" cy="783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FEFEFE"/>
                </a:solidFill>
                <a:latin typeface="Space Mono 16"/>
                <a:cs typeface="Space Mono 16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EFEFE"/>
          </a:solidFill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15750470" y="7758054"/>
            <a:ext cx="603438" cy="505725"/>
          </a:xfrm>
          <a:custGeom>
            <a:avLst/>
            <a:gdLst/>
            <a:rect l="0" t="0" r="603438" b="505725"/>
            <a:pathLst>
              <a:path w="603438" h="505725" fill="norm" stroke="0">
                <a:moveTo>
                  <a:pt x="29950" y="505429"/>
                </a:moveTo>
                <a:cubicBezTo>
                  <a:pt x="25598" y="504990"/>
                  <a:pt x="21496" y="503737"/>
                  <a:pt x="17644" y="501666"/>
                </a:cubicBezTo>
                <a:cubicBezTo>
                  <a:pt x="13791" y="499596"/>
                  <a:pt x="10482" y="496868"/>
                  <a:pt x="7714" y="493481"/>
                </a:cubicBezTo>
                <a:cubicBezTo>
                  <a:pt x="4947" y="490094"/>
                  <a:pt x="2933" y="486307"/>
                  <a:pt x="1671" y="482119"/>
                </a:cubicBezTo>
                <a:cubicBezTo>
                  <a:pt x="411" y="477931"/>
                  <a:pt x="0" y="473661"/>
                  <a:pt x="437" y="469309"/>
                </a:cubicBezTo>
                <a:cubicBezTo>
                  <a:pt x="5065" y="434119"/>
                  <a:pt x="13040" y="399704"/>
                  <a:pt x="24363" y="366065"/>
                </a:cubicBezTo>
                <a:cubicBezTo>
                  <a:pt x="35686" y="332426"/>
                  <a:pt x="50147" y="300195"/>
                  <a:pt x="67743" y="269370"/>
                </a:cubicBezTo>
                <a:cubicBezTo>
                  <a:pt x="85339" y="238545"/>
                  <a:pt x="105741" y="209705"/>
                  <a:pt x="128950" y="182851"/>
                </a:cubicBezTo>
                <a:cubicBezTo>
                  <a:pt x="152158" y="155996"/>
                  <a:pt x="177736" y="131631"/>
                  <a:pt x="205687" y="109754"/>
                </a:cubicBezTo>
                <a:cubicBezTo>
                  <a:pt x="231817" y="90055"/>
                  <a:pt x="259510" y="72872"/>
                  <a:pt x="288762" y="58204"/>
                </a:cubicBezTo>
                <a:cubicBezTo>
                  <a:pt x="318015" y="43537"/>
                  <a:pt x="348351" y="31626"/>
                  <a:pt x="379768" y="22471"/>
                </a:cubicBezTo>
                <a:cubicBezTo>
                  <a:pt x="411186" y="13316"/>
                  <a:pt x="443170" y="7067"/>
                  <a:pt x="475723" y="3724"/>
                </a:cubicBezTo>
                <a:cubicBezTo>
                  <a:pt x="508276" y="382"/>
                  <a:pt x="540863" y="0"/>
                  <a:pt x="573486" y="2579"/>
                </a:cubicBezTo>
                <a:cubicBezTo>
                  <a:pt x="577838" y="3017"/>
                  <a:pt x="581940" y="4271"/>
                  <a:pt x="585792" y="6341"/>
                </a:cubicBezTo>
                <a:cubicBezTo>
                  <a:pt x="589646" y="8411"/>
                  <a:pt x="592956" y="11140"/>
                  <a:pt x="595723" y="14526"/>
                </a:cubicBezTo>
                <a:cubicBezTo>
                  <a:pt x="598491" y="17913"/>
                  <a:pt x="600504" y="21701"/>
                  <a:pt x="601765" y="25889"/>
                </a:cubicBezTo>
                <a:cubicBezTo>
                  <a:pt x="603025" y="30077"/>
                  <a:pt x="603438" y="34347"/>
                  <a:pt x="602999" y="38698"/>
                </a:cubicBezTo>
                <a:cubicBezTo>
                  <a:pt x="602580" y="42912"/>
                  <a:pt x="601394" y="46898"/>
                  <a:pt x="599439" y="50654"/>
                </a:cubicBezTo>
                <a:cubicBezTo>
                  <a:pt x="597486" y="54411"/>
                  <a:pt x="594905" y="57671"/>
                  <a:pt x="591696" y="60433"/>
                </a:cubicBezTo>
                <a:cubicBezTo>
                  <a:pt x="588487" y="63196"/>
                  <a:pt x="584879" y="65263"/>
                  <a:pt x="580873" y="66636"/>
                </a:cubicBezTo>
                <a:cubicBezTo>
                  <a:pt x="576867" y="68009"/>
                  <a:pt x="572750" y="68589"/>
                  <a:pt x="568520" y="68376"/>
                </a:cubicBezTo>
                <a:cubicBezTo>
                  <a:pt x="553614" y="67055"/>
                  <a:pt x="538677" y="66453"/>
                  <a:pt x="523712" y="66571"/>
                </a:cubicBezTo>
                <a:cubicBezTo>
                  <a:pt x="508747" y="66689"/>
                  <a:pt x="493824" y="67527"/>
                  <a:pt x="478940" y="69084"/>
                </a:cubicBezTo>
                <a:cubicBezTo>
                  <a:pt x="464055" y="70641"/>
                  <a:pt x="449280" y="72910"/>
                  <a:pt x="434615" y="75891"/>
                </a:cubicBezTo>
                <a:cubicBezTo>
                  <a:pt x="419950" y="78873"/>
                  <a:pt x="405462" y="82552"/>
                  <a:pt x="391151" y="86930"/>
                </a:cubicBezTo>
                <a:cubicBezTo>
                  <a:pt x="376841" y="91308"/>
                  <a:pt x="362773" y="96364"/>
                  <a:pt x="348951" y="102098"/>
                </a:cubicBezTo>
                <a:cubicBezTo>
                  <a:pt x="335127" y="107832"/>
                  <a:pt x="321611" y="114218"/>
                  <a:pt x="308404" y="121255"/>
                </a:cubicBezTo>
                <a:cubicBezTo>
                  <a:pt x="295196" y="128292"/>
                  <a:pt x="282358" y="135948"/>
                  <a:pt x="269889" y="144223"/>
                </a:cubicBezTo>
                <a:cubicBezTo>
                  <a:pt x="257418" y="152497"/>
                  <a:pt x="245376" y="161353"/>
                  <a:pt x="233759" y="170788"/>
                </a:cubicBezTo>
                <a:cubicBezTo>
                  <a:pt x="222145" y="180224"/>
                  <a:pt x="211009" y="190197"/>
                  <a:pt x="200355" y="200706"/>
                </a:cubicBezTo>
                <a:cubicBezTo>
                  <a:pt x="189700" y="211215"/>
                  <a:pt x="179575" y="222212"/>
                  <a:pt x="169982" y="233698"/>
                </a:cubicBezTo>
                <a:cubicBezTo>
                  <a:pt x="160387" y="245183"/>
                  <a:pt x="151368" y="257103"/>
                  <a:pt x="142922" y="269457"/>
                </a:cubicBezTo>
                <a:cubicBezTo>
                  <a:pt x="134477" y="281812"/>
                  <a:pt x="126645" y="294545"/>
                  <a:pt x="119428" y="307654"/>
                </a:cubicBezTo>
                <a:cubicBezTo>
                  <a:pt x="112210" y="320764"/>
                  <a:pt x="105640" y="334190"/>
                  <a:pt x="99716" y="347934"/>
                </a:cubicBezTo>
                <a:cubicBezTo>
                  <a:pt x="93793" y="361677"/>
                  <a:pt x="88543" y="375673"/>
                  <a:pt x="83970" y="389922"/>
                </a:cubicBezTo>
                <a:cubicBezTo>
                  <a:pt x="79397" y="404171"/>
                  <a:pt x="75518" y="418608"/>
                  <a:pt x="72335" y="433231"/>
                </a:cubicBezTo>
                <a:cubicBezTo>
                  <a:pt x="69154" y="447854"/>
                  <a:pt x="66681" y="462596"/>
                  <a:pt x="64920" y="477457"/>
                </a:cubicBezTo>
                <a:cubicBezTo>
                  <a:pt x="64300" y="481561"/>
                  <a:pt x="62954" y="485410"/>
                  <a:pt x="60882" y="489006"/>
                </a:cubicBezTo>
                <a:cubicBezTo>
                  <a:pt x="58807" y="492601"/>
                  <a:pt x="56152" y="495695"/>
                  <a:pt x="52910" y="498287"/>
                </a:cubicBezTo>
                <a:cubicBezTo>
                  <a:pt x="49668" y="500880"/>
                  <a:pt x="46067" y="502792"/>
                  <a:pt x="42104" y="504025"/>
                </a:cubicBezTo>
                <a:cubicBezTo>
                  <a:pt x="38142" y="505257"/>
                  <a:pt x="34091" y="505725"/>
                  <a:pt x="29950" y="505429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15952803" y="7955029"/>
            <a:ext cx="344568" cy="294507"/>
          </a:xfrm>
          <a:custGeom>
            <a:avLst/>
            <a:gdLst/>
            <a:rect l="0" t="0" r="344568" b="294507"/>
            <a:pathLst>
              <a:path w="344568" h="294507" fill="norm" stroke="0">
                <a:moveTo>
                  <a:pt x="65872" y="266470"/>
                </a:moveTo>
                <a:cubicBezTo>
                  <a:pt x="65842" y="268566"/>
                  <a:pt x="65633" y="270645"/>
                  <a:pt x="65246" y="272705"/>
                </a:cubicBezTo>
                <a:cubicBezTo>
                  <a:pt x="63951" y="276222"/>
                  <a:pt x="62112" y="279425"/>
                  <a:pt x="59727" y="282314"/>
                </a:cubicBezTo>
                <a:cubicBezTo>
                  <a:pt x="57342" y="285204"/>
                  <a:pt x="54546" y="287617"/>
                  <a:pt x="51338" y="289554"/>
                </a:cubicBezTo>
                <a:cubicBezTo>
                  <a:pt x="48130" y="291490"/>
                  <a:pt x="44692" y="292841"/>
                  <a:pt x="41024" y="293606"/>
                </a:cubicBezTo>
                <a:cubicBezTo>
                  <a:pt x="37357" y="294371"/>
                  <a:pt x="33666" y="294507"/>
                  <a:pt x="29952" y="294014"/>
                </a:cubicBezTo>
                <a:cubicBezTo>
                  <a:pt x="25600" y="293576"/>
                  <a:pt x="21498" y="292322"/>
                  <a:pt x="17645" y="290252"/>
                </a:cubicBezTo>
                <a:cubicBezTo>
                  <a:pt x="13791" y="288182"/>
                  <a:pt x="10482" y="285454"/>
                  <a:pt x="7714" y="282067"/>
                </a:cubicBezTo>
                <a:cubicBezTo>
                  <a:pt x="4947" y="278680"/>
                  <a:pt x="2933" y="274892"/>
                  <a:pt x="1673" y="270704"/>
                </a:cubicBezTo>
                <a:cubicBezTo>
                  <a:pt x="412" y="266516"/>
                  <a:pt x="0" y="262246"/>
                  <a:pt x="439" y="257895"/>
                </a:cubicBezTo>
                <a:cubicBezTo>
                  <a:pt x="1522" y="248600"/>
                  <a:pt x="3049" y="239379"/>
                  <a:pt x="5020" y="230231"/>
                </a:cubicBezTo>
                <a:cubicBezTo>
                  <a:pt x="6992" y="221084"/>
                  <a:pt x="9398" y="212052"/>
                  <a:pt x="12238" y="203136"/>
                </a:cubicBezTo>
                <a:cubicBezTo>
                  <a:pt x="15080" y="194220"/>
                  <a:pt x="18342" y="185461"/>
                  <a:pt x="22027" y="176859"/>
                </a:cubicBezTo>
                <a:cubicBezTo>
                  <a:pt x="25710" y="168257"/>
                  <a:pt x="29798" y="159852"/>
                  <a:pt x="34292" y="151644"/>
                </a:cubicBezTo>
                <a:cubicBezTo>
                  <a:pt x="38785" y="143436"/>
                  <a:pt x="43662" y="135463"/>
                  <a:pt x="48924" y="127724"/>
                </a:cubicBezTo>
                <a:cubicBezTo>
                  <a:pt x="54186" y="119986"/>
                  <a:pt x="59806" y="112518"/>
                  <a:pt x="65787" y="105320"/>
                </a:cubicBezTo>
                <a:cubicBezTo>
                  <a:pt x="71766" y="98123"/>
                  <a:pt x="78079" y="91229"/>
                  <a:pt x="84724" y="84640"/>
                </a:cubicBezTo>
                <a:cubicBezTo>
                  <a:pt x="91367" y="78050"/>
                  <a:pt x="98312" y="71795"/>
                  <a:pt x="105558" y="65874"/>
                </a:cubicBezTo>
                <a:cubicBezTo>
                  <a:pt x="112804" y="59953"/>
                  <a:pt x="120318" y="54394"/>
                  <a:pt x="128099" y="49197"/>
                </a:cubicBezTo>
                <a:cubicBezTo>
                  <a:pt x="135882" y="43999"/>
                  <a:pt x="143894" y="39188"/>
                  <a:pt x="152140" y="34762"/>
                </a:cubicBezTo>
                <a:cubicBezTo>
                  <a:pt x="160384" y="30336"/>
                  <a:pt x="168822" y="26316"/>
                  <a:pt x="177454" y="22703"/>
                </a:cubicBezTo>
                <a:cubicBezTo>
                  <a:pt x="186086" y="19090"/>
                  <a:pt x="194872" y="15899"/>
                  <a:pt x="203811" y="13132"/>
                </a:cubicBezTo>
                <a:cubicBezTo>
                  <a:pt x="212750" y="10364"/>
                  <a:pt x="221800" y="8032"/>
                  <a:pt x="230964" y="6136"/>
                </a:cubicBezTo>
                <a:cubicBezTo>
                  <a:pt x="240128" y="4240"/>
                  <a:pt x="249362" y="2789"/>
                  <a:pt x="258665" y="1782"/>
                </a:cubicBezTo>
                <a:cubicBezTo>
                  <a:pt x="267968" y="775"/>
                  <a:pt x="277298" y="217"/>
                  <a:pt x="286655" y="109"/>
                </a:cubicBezTo>
                <a:cubicBezTo>
                  <a:pt x="296011" y="0"/>
                  <a:pt x="305352" y="341"/>
                  <a:pt x="314677" y="1132"/>
                </a:cubicBezTo>
                <a:cubicBezTo>
                  <a:pt x="318891" y="1550"/>
                  <a:pt x="322875" y="2737"/>
                  <a:pt x="326633" y="4691"/>
                </a:cubicBezTo>
                <a:cubicBezTo>
                  <a:pt x="330389" y="6645"/>
                  <a:pt x="333649" y="9226"/>
                  <a:pt x="336410" y="12435"/>
                </a:cubicBezTo>
                <a:cubicBezTo>
                  <a:pt x="339173" y="15645"/>
                  <a:pt x="341241" y="19252"/>
                  <a:pt x="342615" y="23258"/>
                </a:cubicBezTo>
                <a:cubicBezTo>
                  <a:pt x="343987" y="27264"/>
                  <a:pt x="344568" y="31381"/>
                  <a:pt x="344354" y="35610"/>
                </a:cubicBezTo>
                <a:cubicBezTo>
                  <a:pt x="344086" y="39369"/>
                  <a:pt x="343201" y="42977"/>
                  <a:pt x="341695" y="46432"/>
                </a:cubicBezTo>
                <a:cubicBezTo>
                  <a:pt x="340190" y="49887"/>
                  <a:pt x="338155" y="52993"/>
                  <a:pt x="335584" y="55751"/>
                </a:cubicBezTo>
                <a:cubicBezTo>
                  <a:pt x="333015" y="58508"/>
                  <a:pt x="330060" y="60758"/>
                  <a:pt x="326720" y="62502"/>
                </a:cubicBezTo>
                <a:cubicBezTo>
                  <a:pt x="323379" y="64246"/>
                  <a:pt x="319842" y="65384"/>
                  <a:pt x="316111" y="65916"/>
                </a:cubicBezTo>
                <a:lnTo>
                  <a:pt x="309876" y="65288"/>
                </a:lnTo>
                <a:cubicBezTo>
                  <a:pt x="302578" y="64650"/>
                  <a:pt x="295266" y="64364"/>
                  <a:pt x="287939" y="64433"/>
                </a:cubicBezTo>
                <a:cubicBezTo>
                  <a:pt x="280614" y="64501"/>
                  <a:pt x="273309" y="64922"/>
                  <a:pt x="266023" y="65697"/>
                </a:cubicBezTo>
                <a:cubicBezTo>
                  <a:pt x="258738" y="66472"/>
                  <a:pt x="251507" y="67596"/>
                  <a:pt x="244331" y="69071"/>
                </a:cubicBezTo>
                <a:cubicBezTo>
                  <a:pt x="237155" y="70545"/>
                  <a:pt x="230067" y="72362"/>
                  <a:pt x="223065" y="74522"/>
                </a:cubicBezTo>
                <a:cubicBezTo>
                  <a:pt x="216064" y="76681"/>
                  <a:pt x="209186" y="79174"/>
                  <a:pt x="202425" y="81999"/>
                </a:cubicBezTo>
                <a:cubicBezTo>
                  <a:pt x="195666" y="84824"/>
                  <a:pt x="189058" y="87969"/>
                  <a:pt x="182603" y="91433"/>
                </a:cubicBezTo>
                <a:cubicBezTo>
                  <a:pt x="176147" y="94898"/>
                  <a:pt x="169873" y="98665"/>
                  <a:pt x="163784" y="102736"/>
                </a:cubicBezTo>
                <a:cubicBezTo>
                  <a:pt x="157693" y="106807"/>
                  <a:pt x="151812" y="111162"/>
                  <a:pt x="146141" y="115802"/>
                </a:cubicBezTo>
                <a:cubicBezTo>
                  <a:pt x="140472" y="120442"/>
                  <a:pt x="135040" y="125344"/>
                  <a:pt x="129845" y="130509"/>
                </a:cubicBezTo>
                <a:cubicBezTo>
                  <a:pt x="124648" y="135674"/>
                  <a:pt x="119714" y="141078"/>
                  <a:pt x="115041" y="146721"/>
                </a:cubicBezTo>
                <a:cubicBezTo>
                  <a:pt x="110368" y="152363"/>
                  <a:pt x="105978" y="158218"/>
                  <a:pt x="101871" y="164285"/>
                </a:cubicBezTo>
                <a:cubicBezTo>
                  <a:pt x="97765" y="170352"/>
                  <a:pt x="93960" y="176602"/>
                  <a:pt x="90458" y="183037"/>
                </a:cubicBezTo>
                <a:cubicBezTo>
                  <a:pt x="86956" y="189472"/>
                  <a:pt x="83773" y="196061"/>
                  <a:pt x="80908" y="202804"/>
                </a:cubicBezTo>
                <a:cubicBezTo>
                  <a:pt x="78043" y="209547"/>
                  <a:pt x="75510" y="216412"/>
                  <a:pt x="73309" y="223400"/>
                </a:cubicBezTo>
                <a:cubicBezTo>
                  <a:pt x="71107" y="230388"/>
                  <a:pt x="69250" y="237465"/>
                  <a:pt x="67732" y="244633"/>
                </a:cubicBezTo>
                <a:cubicBezTo>
                  <a:pt x="66216" y="251800"/>
                  <a:pt x="65049" y="259024"/>
                  <a:pt x="64232" y="266305"/>
                </a:cubicBezTo>
                <a:lnTo>
                  <a:pt x="65872" y="266470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6112920" y="8113681"/>
            <a:ext cx="183322" cy="160471"/>
          </a:xfrm>
          <a:custGeom>
            <a:avLst/>
            <a:gdLst/>
            <a:rect l="0" t="0" r="183322" b="160471"/>
            <a:pathLst>
              <a:path w="183322" h="160471" fill="norm" stroke="0">
                <a:moveTo>
                  <a:pt x="142115" y="2330"/>
                </a:moveTo>
                <a:cubicBezTo>
                  <a:pt x="146789" y="620"/>
                  <a:pt x="151603" y="0"/>
                  <a:pt x="156556" y="469"/>
                </a:cubicBezTo>
                <a:cubicBezTo>
                  <a:pt x="163362" y="1915"/>
                  <a:pt x="169132" y="5187"/>
                  <a:pt x="173867" y="10284"/>
                </a:cubicBezTo>
                <a:cubicBezTo>
                  <a:pt x="178603" y="15382"/>
                  <a:pt x="181440" y="21377"/>
                  <a:pt x="182381" y="28271"/>
                </a:cubicBezTo>
                <a:cubicBezTo>
                  <a:pt x="183322" y="35164"/>
                  <a:pt x="182195" y="41701"/>
                  <a:pt x="178998" y="47881"/>
                </a:cubicBezTo>
                <a:cubicBezTo>
                  <a:pt x="175803" y="54061"/>
                  <a:pt x="171120" y="58759"/>
                  <a:pt x="164951" y="61976"/>
                </a:cubicBezTo>
                <a:cubicBezTo>
                  <a:pt x="144396" y="69543"/>
                  <a:pt x="125442" y="80011"/>
                  <a:pt x="108090" y="93379"/>
                </a:cubicBezTo>
                <a:cubicBezTo>
                  <a:pt x="88863" y="108359"/>
                  <a:pt x="72399" y="125928"/>
                  <a:pt x="58696" y="146086"/>
                </a:cubicBezTo>
                <a:cubicBezTo>
                  <a:pt x="55345" y="150859"/>
                  <a:pt x="51031" y="154488"/>
                  <a:pt x="45754" y="156973"/>
                </a:cubicBezTo>
                <a:cubicBezTo>
                  <a:pt x="40478" y="159458"/>
                  <a:pt x="34933" y="160471"/>
                  <a:pt x="29118" y="160014"/>
                </a:cubicBezTo>
                <a:cubicBezTo>
                  <a:pt x="23791" y="159500"/>
                  <a:pt x="18881" y="157790"/>
                  <a:pt x="14387" y="154885"/>
                </a:cubicBezTo>
                <a:cubicBezTo>
                  <a:pt x="9613" y="151534"/>
                  <a:pt x="5984" y="147220"/>
                  <a:pt x="3499" y="141943"/>
                </a:cubicBezTo>
                <a:cubicBezTo>
                  <a:pt x="1014" y="136666"/>
                  <a:pt x="0" y="131121"/>
                  <a:pt x="457" y="125307"/>
                </a:cubicBezTo>
                <a:cubicBezTo>
                  <a:pt x="1077" y="119962"/>
                  <a:pt x="2896" y="115062"/>
                  <a:pt x="5914" y="110608"/>
                </a:cubicBezTo>
                <a:cubicBezTo>
                  <a:pt x="23275" y="84524"/>
                  <a:pt x="44436" y="62014"/>
                  <a:pt x="69396" y="43076"/>
                </a:cubicBezTo>
                <a:cubicBezTo>
                  <a:pt x="91658" y="25965"/>
                  <a:pt x="115898" y="12383"/>
                  <a:pt x="142115" y="233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6418286" y="7825041"/>
            <a:ext cx="601788" cy="505845"/>
          </a:xfrm>
          <a:custGeom>
            <a:avLst/>
            <a:gdLst/>
            <a:rect l="0" t="0" r="601788" b="505845"/>
            <a:pathLst>
              <a:path w="601788" h="505845" fill="norm" stroke="0">
                <a:moveTo>
                  <a:pt x="28302" y="505496"/>
                </a:moveTo>
                <a:cubicBezTo>
                  <a:pt x="24115" y="504862"/>
                  <a:pt x="20196" y="503473"/>
                  <a:pt x="16545" y="501329"/>
                </a:cubicBezTo>
                <a:cubicBezTo>
                  <a:pt x="12892" y="499186"/>
                  <a:pt x="9770" y="496440"/>
                  <a:pt x="7175" y="493094"/>
                </a:cubicBezTo>
                <a:cubicBezTo>
                  <a:pt x="4581" y="489747"/>
                  <a:pt x="2701" y="486038"/>
                  <a:pt x="1535" y="481967"/>
                </a:cubicBezTo>
                <a:cubicBezTo>
                  <a:pt x="369" y="477897"/>
                  <a:pt x="0" y="473755"/>
                  <a:pt x="429" y="469542"/>
                </a:cubicBezTo>
                <a:cubicBezTo>
                  <a:pt x="4876" y="434426"/>
                  <a:pt x="12655" y="400064"/>
                  <a:pt x="23771" y="366458"/>
                </a:cubicBezTo>
                <a:cubicBezTo>
                  <a:pt x="34885" y="332851"/>
                  <a:pt x="49126" y="300627"/>
                  <a:pt x="66495" y="269784"/>
                </a:cubicBezTo>
                <a:cubicBezTo>
                  <a:pt x="83863" y="238941"/>
                  <a:pt x="104034" y="210056"/>
                  <a:pt x="127008" y="183128"/>
                </a:cubicBezTo>
                <a:cubicBezTo>
                  <a:pt x="149983" y="156200"/>
                  <a:pt x="175330" y="131731"/>
                  <a:pt x="203054" y="109723"/>
                </a:cubicBezTo>
                <a:cubicBezTo>
                  <a:pt x="229251" y="89975"/>
                  <a:pt x="257017" y="72757"/>
                  <a:pt x="286352" y="58068"/>
                </a:cubicBezTo>
                <a:cubicBezTo>
                  <a:pt x="315685" y="43378"/>
                  <a:pt x="346104" y="31460"/>
                  <a:pt x="377611" y="22312"/>
                </a:cubicBezTo>
                <a:cubicBezTo>
                  <a:pt x="409116" y="13165"/>
                  <a:pt x="441189" y="6938"/>
                  <a:pt x="473828" y="3633"/>
                </a:cubicBezTo>
                <a:cubicBezTo>
                  <a:pt x="506468" y="329"/>
                  <a:pt x="539138" y="0"/>
                  <a:pt x="571836" y="2647"/>
                </a:cubicBezTo>
                <a:cubicBezTo>
                  <a:pt x="576188" y="3085"/>
                  <a:pt x="580290" y="4339"/>
                  <a:pt x="584144" y="6409"/>
                </a:cubicBezTo>
                <a:cubicBezTo>
                  <a:pt x="587997" y="8479"/>
                  <a:pt x="591307" y="11207"/>
                  <a:pt x="594074" y="14594"/>
                </a:cubicBezTo>
                <a:cubicBezTo>
                  <a:pt x="596841" y="17981"/>
                  <a:pt x="598855" y="21768"/>
                  <a:pt x="600115" y="25957"/>
                </a:cubicBezTo>
                <a:cubicBezTo>
                  <a:pt x="601377" y="30144"/>
                  <a:pt x="601788" y="34414"/>
                  <a:pt x="601349" y="38766"/>
                </a:cubicBezTo>
                <a:cubicBezTo>
                  <a:pt x="600931" y="42980"/>
                  <a:pt x="599745" y="46965"/>
                  <a:pt x="597791" y="50722"/>
                </a:cubicBezTo>
                <a:cubicBezTo>
                  <a:pt x="595836" y="54479"/>
                  <a:pt x="593255" y="57738"/>
                  <a:pt x="590046" y="60501"/>
                </a:cubicBezTo>
                <a:cubicBezTo>
                  <a:pt x="586837" y="63263"/>
                  <a:pt x="583230" y="65331"/>
                  <a:pt x="579224" y="66704"/>
                </a:cubicBezTo>
                <a:cubicBezTo>
                  <a:pt x="575218" y="68077"/>
                  <a:pt x="571100" y="68657"/>
                  <a:pt x="566871" y="68444"/>
                </a:cubicBezTo>
                <a:cubicBezTo>
                  <a:pt x="538158" y="66208"/>
                  <a:pt x="509476" y="66570"/>
                  <a:pt x="480826" y="69530"/>
                </a:cubicBezTo>
                <a:cubicBezTo>
                  <a:pt x="452179" y="72491"/>
                  <a:pt x="424028" y="78001"/>
                  <a:pt x="396377" y="86061"/>
                </a:cubicBezTo>
                <a:cubicBezTo>
                  <a:pt x="368728" y="94121"/>
                  <a:pt x="342026" y="104600"/>
                  <a:pt x="316274" y="117497"/>
                </a:cubicBezTo>
                <a:cubicBezTo>
                  <a:pt x="290522" y="130395"/>
                  <a:pt x="266139" y="145501"/>
                  <a:pt x="243123" y="162816"/>
                </a:cubicBezTo>
                <a:cubicBezTo>
                  <a:pt x="218579" y="182149"/>
                  <a:pt x="196128" y="203666"/>
                  <a:pt x="175769" y="227367"/>
                </a:cubicBezTo>
                <a:cubicBezTo>
                  <a:pt x="155411" y="251067"/>
                  <a:pt x="137526" y="276507"/>
                  <a:pt x="122117" y="303686"/>
                </a:cubicBezTo>
                <a:cubicBezTo>
                  <a:pt x="106707" y="330865"/>
                  <a:pt x="94059" y="359274"/>
                  <a:pt x="84175" y="388914"/>
                </a:cubicBezTo>
                <a:cubicBezTo>
                  <a:pt x="74292" y="418553"/>
                  <a:pt x="67356" y="448867"/>
                  <a:pt x="63368" y="479855"/>
                </a:cubicBezTo>
                <a:cubicBezTo>
                  <a:pt x="62494" y="483753"/>
                  <a:pt x="60962" y="487373"/>
                  <a:pt x="58773" y="490715"/>
                </a:cubicBezTo>
                <a:cubicBezTo>
                  <a:pt x="56584" y="494057"/>
                  <a:pt x="53877" y="496906"/>
                  <a:pt x="50653" y="499264"/>
                </a:cubicBezTo>
                <a:cubicBezTo>
                  <a:pt x="47428" y="501622"/>
                  <a:pt x="43892" y="503338"/>
                  <a:pt x="40043" y="504411"/>
                </a:cubicBezTo>
                <a:cubicBezTo>
                  <a:pt x="36195" y="505484"/>
                  <a:pt x="32282" y="505845"/>
                  <a:pt x="28302" y="505496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6620948" y="8020651"/>
            <a:ext cx="341055" cy="295908"/>
          </a:xfrm>
          <a:custGeom>
            <a:avLst/>
            <a:gdLst/>
            <a:rect l="0" t="0" r="341055" b="295908"/>
            <a:pathLst>
              <a:path w="341055" h="295908" fill="norm" stroke="0">
                <a:moveTo>
                  <a:pt x="64751" y="262684"/>
                </a:moveTo>
                <a:cubicBezTo>
                  <a:pt x="64443" y="264311"/>
                  <a:pt x="64278" y="265952"/>
                  <a:pt x="64257" y="267607"/>
                </a:cubicBezTo>
                <a:cubicBezTo>
                  <a:pt x="63622" y="271793"/>
                  <a:pt x="62233" y="275713"/>
                  <a:pt x="60089" y="279365"/>
                </a:cubicBezTo>
                <a:cubicBezTo>
                  <a:pt x="57945" y="283016"/>
                  <a:pt x="55200" y="286139"/>
                  <a:pt x="51854" y="288734"/>
                </a:cubicBezTo>
                <a:cubicBezTo>
                  <a:pt x="48507" y="291328"/>
                  <a:pt x="44799" y="293208"/>
                  <a:pt x="40728" y="294374"/>
                </a:cubicBezTo>
                <a:cubicBezTo>
                  <a:pt x="36657" y="295540"/>
                  <a:pt x="32514" y="295908"/>
                  <a:pt x="28302" y="295479"/>
                </a:cubicBezTo>
                <a:cubicBezTo>
                  <a:pt x="24115" y="294845"/>
                  <a:pt x="20196" y="293456"/>
                  <a:pt x="16545" y="291312"/>
                </a:cubicBezTo>
                <a:cubicBezTo>
                  <a:pt x="12892" y="289168"/>
                  <a:pt x="9770" y="286423"/>
                  <a:pt x="7175" y="283076"/>
                </a:cubicBezTo>
                <a:cubicBezTo>
                  <a:pt x="4581" y="279730"/>
                  <a:pt x="2701" y="276021"/>
                  <a:pt x="1535" y="271950"/>
                </a:cubicBezTo>
                <a:cubicBezTo>
                  <a:pt x="369" y="267879"/>
                  <a:pt x="0" y="263738"/>
                  <a:pt x="429" y="259525"/>
                </a:cubicBezTo>
                <a:cubicBezTo>
                  <a:pt x="2919" y="240190"/>
                  <a:pt x="7246" y="221275"/>
                  <a:pt x="13410" y="202781"/>
                </a:cubicBezTo>
                <a:cubicBezTo>
                  <a:pt x="19574" y="184286"/>
                  <a:pt x="27459" y="166558"/>
                  <a:pt x="37066" y="149595"/>
                </a:cubicBezTo>
                <a:cubicBezTo>
                  <a:pt x="46673" y="132632"/>
                  <a:pt x="57823" y="116751"/>
                  <a:pt x="70514" y="101954"/>
                </a:cubicBezTo>
                <a:cubicBezTo>
                  <a:pt x="83204" y="87156"/>
                  <a:pt x="97200" y="73717"/>
                  <a:pt x="112502" y="61638"/>
                </a:cubicBezTo>
                <a:cubicBezTo>
                  <a:pt x="141515" y="39899"/>
                  <a:pt x="173425" y="23961"/>
                  <a:pt x="208234" y="13824"/>
                </a:cubicBezTo>
                <a:cubicBezTo>
                  <a:pt x="243041" y="3687"/>
                  <a:pt x="278519" y="0"/>
                  <a:pt x="314668" y="2762"/>
                </a:cubicBezTo>
                <a:cubicBezTo>
                  <a:pt x="318303" y="3515"/>
                  <a:pt x="321714" y="4843"/>
                  <a:pt x="324901" y="6748"/>
                </a:cubicBezTo>
                <a:cubicBezTo>
                  <a:pt x="328089" y="8652"/>
                  <a:pt x="330874" y="11027"/>
                  <a:pt x="333259" y="13873"/>
                </a:cubicBezTo>
                <a:cubicBezTo>
                  <a:pt x="335643" y="16718"/>
                  <a:pt x="337496" y="19876"/>
                  <a:pt x="338813" y="23347"/>
                </a:cubicBezTo>
                <a:cubicBezTo>
                  <a:pt x="340133" y="26817"/>
                  <a:pt x="340844" y="30408"/>
                  <a:pt x="340950" y="34119"/>
                </a:cubicBezTo>
                <a:cubicBezTo>
                  <a:pt x="341055" y="37830"/>
                  <a:pt x="340550" y="41456"/>
                  <a:pt x="339430" y="44996"/>
                </a:cubicBezTo>
                <a:cubicBezTo>
                  <a:pt x="338313" y="48536"/>
                  <a:pt x="336643" y="51795"/>
                  <a:pt x="334425" y="54771"/>
                </a:cubicBezTo>
                <a:cubicBezTo>
                  <a:pt x="332206" y="57748"/>
                  <a:pt x="329560" y="60278"/>
                  <a:pt x="326487" y="62361"/>
                </a:cubicBezTo>
                <a:cubicBezTo>
                  <a:pt x="323413" y="64444"/>
                  <a:pt x="320083" y="65964"/>
                  <a:pt x="316497" y="66923"/>
                </a:cubicBezTo>
                <a:lnTo>
                  <a:pt x="310262" y="66295"/>
                </a:lnTo>
                <a:cubicBezTo>
                  <a:pt x="295813" y="65023"/>
                  <a:pt x="281374" y="65131"/>
                  <a:pt x="266945" y="66620"/>
                </a:cubicBezTo>
                <a:cubicBezTo>
                  <a:pt x="252518" y="68108"/>
                  <a:pt x="238361" y="70950"/>
                  <a:pt x="224476" y="75145"/>
                </a:cubicBezTo>
                <a:cubicBezTo>
                  <a:pt x="210590" y="79341"/>
                  <a:pt x="197230" y="84814"/>
                  <a:pt x="184390" y="91564"/>
                </a:cubicBezTo>
                <a:cubicBezTo>
                  <a:pt x="171552" y="98314"/>
                  <a:pt x="159469" y="106220"/>
                  <a:pt x="148143" y="115280"/>
                </a:cubicBezTo>
                <a:cubicBezTo>
                  <a:pt x="136816" y="124341"/>
                  <a:pt x="126450" y="134393"/>
                  <a:pt x="117046" y="145435"/>
                </a:cubicBezTo>
                <a:cubicBezTo>
                  <a:pt x="107640" y="156478"/>
                  <a:pt x="99366" y="168311"/>
                  <a:pt x="92224" y="180936"/>
                </a:cubicBezTo>
                <a:cubicBezTo>
                  <a:pt x="85083" y="193561"/>
                  <a:pt x="79201" y="206748"/>
                  <a:pt x="74580" y="220497"/>
                </a:cubicBezTo>
                <a:cubicBezTo>
                  <a:pt x="69960" y="234246"/>
                  <a:pt x="66683" y="248309"/>
                  <a:pt x="64751" y="262684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16777691" y="8180735"/>
            <a:ext cx="186694" cy="159946"/>
          </a:xfrm>
          <a:custGeom>
            <a:avLst/>
            <a:gdLst/>
            <a:rect l="0" t="0" r="186694" b="159946"/>
            <a:pathLst>
              <a:path w="186694" h="159946" fill="norm" stroke="0">
                <a:moveTo>
                  <a:pt x="70794" y="43076"/>
                </a:moveTo>
                <a:cubicBezTo>
                  <a:pt x="93008" y="25881"/>
                  <a:pt x="117249" y="12298"/>
                  <a:pt x="143512" y="2330"/>
                </a:cubicBezTo>
                <a:cubicBezTo>
                  <a:pt x="148186" y="621"/>
                  <a:pt x="153000" y="0"/>
                  <a:pt x="157955" y="469"/>
                </a:cubicBezTo>
                <a:cubicBezTo>
                  <a:pt x="163936" y="1148"/>
                  <a:pt x="169326" y="3303"/>
                  <a:pt x="174127" y="6934"/>
                </a:cubicBezTo>
                <a:cubicBezTo>
                  <a:pt x="178929" y="10565"/>
                  <a:pt x="182471" y="15165"/>
                  <a:pt x="184753" y="20735"/>
                </a:cubicBezTo>
                <a:cubicBezTo>
                  <a:pt x="186116" y="24716"/>
                  <a:pt x="186694" y="28808"/>
                  <a:pt x="186489" y="33011"/>
                </a:cubicBezTo>
                <a:cubicBezTo>
                  <a:pt x="186286" y="37213"/>
                  <a:pt x="185313" y="41230"/>
                  <a:pt x="183572" y="45060"/>
                </a:cubicBezTo>
                <a:cubicBezTo>
                  <a:pt x="181831" y="48890"/>
                  <a:pt x="179443" y="52264"/>
                  <a:pt x="176411" y="55181"/>
                </a:cubicBezTo>
                <a:cubicBezTo>
                  <a:pt x="173379" y="58098"/>
                  <a:pt x="169915" y="60352"/>
                  <a:pt x="166021" y="61943"/>
                </a:cubicBezTo>
                <a:cubicBezTo>
                  <a:pt x="145039" y="69409"/>
                  <a:pt x="125647" y="79832"/>
                  <a:pt x="107846" y="93214"/>
                </a:cubicBezTo>
                <a:cubicBezTo>
                  <a:pt x="88523" y="108104"/>
                  <a:pt x="72059" y="125673"/>
                  <a:pt x="58452" y="145921"/>
                </a:cubicBezTo>
                <a:cubicBezTo>
                  <a:pt x="56014" y="149335"/>
                  <a:pt x="53031" y="152181"/>
                  <a:pt x="49504" y="154457"/>
                </a:cubicBezTo>
                <a:cubicBezTo>
                  <a:pt x="45979" y="156733"/>
                  <a:pt x="42157" y="158280"/>
                  <a:pt x="38041" y="159098"/>
                </a:cubicBezTo>
                <a:cubicBezTo>
                  <a:pt x="33925" y="159915"/>
                  <a:pt x="29801" y="159946"/>
                  <a:pt x="25674" y="159190"/>
                </a:cubicBezTo>
                <a:cubicBezTo>
                  <a:pt x="21546" y="158433"/>
                  <a:pt x="17701" y="156944"/>
                  <a:pt x="14142" y="154720"/>
                </a:cubicBezTo>
                <a:cubicBezTo>
                  <a:pt x="11229" y="152691"/>
                  <a:pt x="8708" y="150255"/>
                  <a:pt x="6581" y="147412"/>
                </a:cubicBezTo>
                <a:cubicBezTo>
                  <a:pt x="4454" y="144569"/>
                  <a:pt x="2828" y="141463"/>
                  <a:pt x="1704" y="138095"/>
                </a:cubicBezTo>
                <a:cubicBezTo>
                  <a:pt x="580" y="134727"/>
                  <a:pt x="14" y="131268"/>
                  <a:pt x="6" y="127717"/>
                </a:cubicBezTo>
                <a:cubicBezTo>
                  <a:pt x="0" y="124166"/>
                  <a:pt x="552" y="120704"/>
                  <a:pt x="1663" y="117332"/>
                </a:cubicBezTo>
                <a:cubicBezTo>
                  <a:pt x="2614" y="114877"/>
                  <a:pt x="3840" y="112570"/>
                  <a:pt x="5344" y="110410"/>
                </a:cubicBezTo>
                <a:cubicBezTo>
                  <a:pt x="23433" y="84342"/>
                  <a:pt x="45250" y="61898"/>
                  <a:pt x="70794" y="43076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15316957" y="8346605"/>
            <a:ext cx="1811052" cy="1394865"/>
          </a:xfrm>
          <a:custGeom>
            <a:avLst/>
            <a:gdLst/>
            <a:rect l="0" t="0" r="1811052" b="1394865"/>
            <a:pathLst>
              <a:path w="1811052" h="1394865" fill="norm" stroke="0">
                <a:moveTo>
                  <a:pt x="1810925" y="812938"/>
                </a:moveTo>
                <a:lnTo>
                  <a:pt x="1772411" y="1195574"/>
                </a:lnTo>
                <a:cubicBezTo>
                  <a:pt x="1771972" y="1199926"/>
                  <a:pt x="1770718" y="1204028"/>
                  <a:pt x="1768649" y="1207881"/>
                </a:cubicBezTo>
                <a:cubicBezTo>
                  <a:pt x="1766579" y="1211734"/>
                  <a:pt x="1763850" y="1215044"/>
                  <a:pt x="1760463" y="1217811"/>
                </a:cubicBezTo>
                <a:cubicBezTo>
                  <a:pt x="1757076" y="1220579"/>
                  <a:pt x="1753288" y="1222592"/>
                  <a:pt x="1749101" y="1223853"/>
                </a:cubicBezTo>
                <a:cubicBezTo>
                  <a:pt x="1744912" y="1225114"/>
                  <a:pt x="1740643" y="1225525"/>
                  <a:pt x="1736291" y="1225087"/>
                </a:cubicBezTo>
                <a:lnTo>
                  <a:pt x="1632265" y="1214616"/>
                </a:lnTo>
                <a:lnTo>
                  <a:pt x="1617135" y="1364914"/>
                </a:lnTo>
                <a:cubicBezTo>
                  <a:pt x="1616698" y="1369266"/>
                  <a:pt x="1615444" y="1373368"/>
                  <a:pt x="1613373" y="1377221"/>
                </a:cubicBezTo>
                <a:cubicBezTo>
                  <a:pt x="1611303" y="1381074"/>
                  <a:pt x="1608575" y="1384384"/>
                  <a:pt x="1605189" y="1387151"/>
                </a:cubicBezTo>
                <a:cubicBezTo>
                  <a:pt x="1601801" y="1389919"/>
                  <a:pt x="1598014" y="1391933"/>
                  <a:pt x="1593825" y="1393193"/>
                </a:cubicBezTo>
                <a:cubicBezTo>
                  <a:pt x="1589638" y="1394454"/>
                  <a:pt x="1585368" y="1394865"/>
                  <a:pt x="1581017" y="1394427"/>
                </a:cubicBezTo>
                <a:lnTo>
                  <a:pt x="1291250" y="1365260"/>
                </a:lnTo>
                <a:cubicBezTo>
                  <a:pt x="1286898" y="1364822"/>
                  <a:pt x="1282796" y="1363568"/>
                  <a:pt x="1278944" y="1361498"/>
                </a:cubicBezTo>
                <a:cubicBezTo>
                  <a:pt x="1275090" y="1359428"/>
                  <a:pt x="1271780" y="1356700"/>
                  <a:pt x="1269012" y="1353313"/>
                </a:cubicBezTo>
                <a:cubicBezTo>
                  <a:pt x="1266245" y="1349926"/>
                  <a:pt x="1264231" y="1346139"/>
                  <a:pt x="1262971" y="1341950"/>
                </a:cubicBezTo>
                <a:cubicBezTo>
                  <a:pt x="1261711" y="1337763"/>
                  <a:pt x="1261298" y="1333493"/>
                  <a:pt x="1261737" y="1329141"/>
                </a:cubicBezTo>
                <a:lnTo>
                  <a:pt x="1276964" y="1177859"/>
                </a:lnTo>
                <a:lnTo>
                  <a:pt x="489376" y="1098583"/>
                </a:lnTo>
                <a:lnTo>
                  <a:pt x="474149" y="1249865"/>
                </a:lnTo>
                <a:cubicBezTo>
                  <a:pt x="473712" y="1254217"/>
                  <a:pt x="472458" y="1258319"/>
                  <a:pt x="470387" y="1262172"/>
                </a:cubicBezTo>
                <a:cubicBezTo>
                  <a:pt x="468317" y="1266025"/>
                  <a:pt x="465589" y="1269335"/>
                  <a:pt x="462203" y="1272102"/>
                </a:cubicBezTo>
                <a:cubicBezTo>
                  <a:pt x="458815" y="1274870"/>
                  <a:pt x="455028" y="1276884"/>
                  <a:pt x="450839" y="1278144"/>
                </a:cubicBezTo>
                <a:cubicBezTo>
                  <a:pt x="446652" y="1279405"/>
                  <a:pt x="442382" y="1279816"/>
                  <a:pt x="438031" y="1279378"/>
                </a:cubicBezTo>
                <a:lnTo>
                  <a:pt x="146622" y="1250046"/>
                </a:lnTo>
                <a:cubicBezTo>
                  <a:pt x="142272" y="1249608"/>
                  <a:pt x="138168" y="1248354"/>
                  <a:pt x="134316" y="1246284"/>
                </a:cubicBezTo>
                <a:cubicBezTo>
                  <a:pt x="130463" y="1244214"/>
                  <a:pt x="127153" y="1241486"/>
                  <a:pt x="124386" y="1238099"/>
                </a:cubicBezTo>
                <a:cubicBezTo>
                  <a:pt x="121619" y="1234712"/>
                  <a:pt x="119605" y="1230924"/>
                  <a:pt x="118343" y="1226736"/>
                </a:cubicBezTo>
                <a:cubicBezTo>
                  <a:pt x="117083" y="1222548"/>
                  <a:pt x="116672" y="1218279"/>
                  <a:pt x="117109" y="1213927"/>
                </a:cubicBezTo>
                <a:lnTo>
                  <a:pt x="132338" y="1062644"/>
                </a:lnTo>
                <a:lnTo>
                  <a:pt x="29952" y="1052339"/>
                </a:lnTo>
                <a:cubicBezTo>
                  <a:pt x="25600" y="1051901"/>
                  <a:pt x="21498" y="1050646"/>
                  <a:pt x="17644" y="1048576"/>
                </a:cubicBezTo>
                <a:cubicBezTo>
                  <a:pt x="13791" y="1046506"/>
                  <a:pt x="10482" y="1043778"/>
                  <a:pt x="7714" y="1040391"/>
                </a:cubicBezTo>
                <a:cubicBezTo>
                  <a:pt x="4947" y="1037004"/>
                  <a:pt x="2933" y="1033217"/>
                  <a:pt x="1673" y="1029029"/>
                </a:cubicBezTo>
                <a:cubicBezTo>
                  <a:pt x="411" y="1024841"/>
                  <a:pt x="0" y="1020571"/>
                  <a:pt x="437" y="1016219"/>
                </a:cubicBezTo>
                <a:lnTo>
                  <a:pt x="38853" y="634568"/>
                </a:lnTo>
                <a:cubicBezTo>
                  <a:pt x="39292" y="630216"/>
                  <a:pt x="40546" y="626113"/>
                  <a:pt x="42616" y="622261"/>
                </a:cubicBezTo>
                <a:cubicBezTo>
                  <a:pt x="44686" y="618408"/>
                  <a:pt x="47414" y="615098"/>
                  <a:pt x="50802" y="612330"/>
                </a:cubicBezTo>
                <a:cubicBezTo>
                  <a:pt x="54187" y="609563"/>
                  <a:pt x="57975" y="607549"/>
                  <a:pt x="62164" y="606288"/>
                </a:cubicBezTo>
                <a:cubicBezTo>
                  <a:pt x="66351" y="605028"/>
                  <a:pt x="70622" y="604617"/>
                  <a:pt x="74974" y="605055"/>
                </a:cubicBezTo>
                <a:lnTo>
                  <a:pt x="698480" y="667815"/>
                </a:lnTo>
                <a:cubicBezTo>
                  <a:pt x="697237" y="656765"/>
                  <a:pt x="697244" y="645716"/>
                  <a:pt x="698502" y="634668"/>
                </a:cubicBezTo>
                <a:cubicBezTo>
                  <a:pt x="699350" y="626226"/>
                  <a:pt x="700906" y="617916"/>
                  <a:pt x="703169" y="609739"/>
                </a:cubicBezTo>
                <a:cubicBezTo>
                  <a:pt x="705434" y="601562"/>
                  <a:pt x="708374" y="593635"/>
                  <a:pt x="711988" y="585958"/>
                </a:cubicBezTo>
                <a:cubicBezTo>
                  <a:pt x="715603" y="578282"/>
                  <a:pt x="719840" y="570967"/>
                  <a:pt x="724702" y="564012"/>
                </a:cubicBezTo>
                <a:cubicBezTo>
                  <a:pt x="729563" y="557057"/>
                  <a:pt x="734977" y="550564"/>
                  <a:pt x="740944" y="544532"/>
                </a:cubicBezTo>
                <a:cubicBezTo>
                  <a:pt x="746911" y="538500"/>
                  <a:pt x="753345" y="533016"/>
                  <a:pt x="760247" y="528080"/>
                </a:cubicBezTo>
                <a:cubicBezTo>
                  <a:pt x="767149" y="523145"/>
                  <a:pt x="774418" y="518828"/>
                  <a:pt x="782055" y="515131"/>
                </a:cubicBezTo>
                <a:cubicBezTo>
                  <a:pt x="789691" y="511433"/>
                  <a:pt x="797587" y="508408"/>
                  <a:pt x="805738" y="506056"/>
                </a:cubicBezTo>
                <a:cubicBezTo>
                  <a:pt x="813891" y="503704"/>
                  <a:pt x="822184" y="502058"/>
                  <a:pt x="830616" y="501118"/>
                </a:cubicBezTo>
                <a:lnTo>
                  <a:pt x="878842" y="22002"/>
                </a:lnTo>
                <a:cubicBezTo>
                  <a:pt x="880089" y="18544"/>
                  <a:pt x="881864" y="15382"/>
                  <a:pt x="884168" y="12517"/>
                </a:cubicBezTo>
                <a:cubicBezTo>
                  <a:pt x="886470" y="9653"/>
                  <a:pt x="889177" y="7240"/>
                  <a:pt x="892287" y="5280"/>
                </a:cubicBezTo>
                <a:cubicBezTo>
                  <a:pt x="895398" y="3321"/>
                  <a:pt x="898742" y="1920"/>
                  <a:pt x="902320" y="1078"/>
                </a:cubicBezTo>
                <a:cubicBezTo>
                  <a:pt x="905898" y="237"/>
                  <a:pt x="909517" y="0"/>
                  <a:pt x="913174" y="368"/>
                </a:cubicBezTo>
                <a:cubicBezTo>
                  <a:pt x="916832" y="736"/>
                  <a:pt x="920330" y="1689"/>
                  <a:pt x="923669" y="3227"/>
                </a:cubicBezTo>
                <a:cubicBezTo>
                  <a:pt x="927009" y="4765"/>
                  <a:pt x="930005" y="6804"/>
                  <a:pt x="932662" y="9344"/>
                </a:cubicBezTo>
                <a:cubicBezTo>
                  <a:pt x="935320" y="11885"/>
                  <a:pt x="937492" y="14788"/>
                  <a:pt x="939178" y="18055"/>
                </a:cubicBezTo>
                <a:cubicBezTo>
                  <a:pt x="940865" y="21321"/>
                  <a:pt x="941974" y="24773"/>
                  <a:pt x="942505" y="28410"/>
                </a:cubicBezTo>
                <a:lnTo>
                  <a:pt x="894048" y="509823"/>
                </a:lnTo>
                <a:cubicBezTo>
                  <a:pt x="902125" y="512425"/>
                  <a:pt x="909923" y="515690"/>
                  <a:pt x="917443" y="519620"/>
                </a:cubicBezTo>
                <a:cubicBezTo>
                  <a:pt x="924962" y="523550"/>
                  <a:pt x="932097" y="528087"/>
                  <a:pt x="938843" y="533233"/>
                </a:cubicBezTo>
                <a:cubicBezTo>
                  <a:pt x="945590" y="538378"/>
                  <a:pt x="951852" y="544057"/>
                  <a:pt x="957631" y="550269"/>
                </a:cubicBezTo>
                <a:cubicBezTo>
                  <a:pt x="963411" y="556481"/>
                  <a:pt x="968625" y="563137"/>
                  <a:pt x="973269" y="570238"/>
                </a:cubicBezTo>
                <a:cubicBezTo>
                  <a:pt x="977914" y="577338"/>
                  <a:pt x="981926" y="584780"/>
                  <a:pt x="985303" y="592564"/>
                </a:cubicBezTo>
                <a:cubicBezTo>
                  <a:pt x="988681" y="600347"/>
                  <a:pt x="991375" y="608361"/>
                  <a:pt x="993387" y="616603"/>
                </a:cubicBezTo>
                <a:cubicBezTo>
                  <a:pt x="995400" y="624846"/>
                  <a:pt x="996700" y="633200"/>
                  <a:pt x="997290" y="641664"/>
                </a:cubicBezTo>
                <a:cubicBezTo>
                  <a:pt x="997879" y="650129"/>
                  <a:pt x="997748" y="658582"/>
                  <a:pt x="996897" y="667024"/>
                </a:cubicBezTo>
                <a:cubicBezTo>
                  <a:pt x="995927" y="678101"/>
                  <a:pt x="993732" y="688930"/>
                  <a:pt x="990312" y="699510"/>
                </a:cubicBezTo>
                <a:lnTo>
                  <a:pt x="1368682" y="737595"/>
                </a:lnTo>
                <a:cubicBezTo>
                  <a:pt x="1367439" y="726546"/>
                  <a:pt x="1367447" y="715497"/>
                  <a:pt x="1368704" y="704449"/>
                </a:cubicBezTo>
                <a:cubicBezTo>
                  <a:pt x="1369572" y="696001"/>
                  <a:pt x="1371147" y="687687"/>
                  <a:pt x="1373431" y="679507"/>
                </a:cubicBezTo>
                <a:cubicBezTo>
                  <a:pt x="1375713" y="671327"/>
                  <a:pt x="1378671" y="663399"/>
                  <a:pt x="1382302" y="655722"/>
                </a:cubicBezTo>
                <a:cubicBezTo>
                  <a:pt x="1385934" y="648046"/>
                  <a:pt x="1390188" y="640731"/>
                  <a:pt x="1395064" y="633778"/>
                </a:cubicBezTo>
                <a:cubicBezTo>
                  <a:pt x="1399941" y="626825"/>
                  <a:pt x="1405368" y="620334"/>
                  <a:pt x="1411350" y="614305"/>
                </a:cubicBezTo>
                <a:cubicBezTo>
                  <a:pt x="1417331" y="608275"/>
                  <a:pt x="1423777" y="602795"/>
                  <a:pt x="1430691" y="597862"/>
                </a:cubicBezTo>
                <a:cubicBezTo>
                  <a:pt x="1437604" y="592930"/>
                  <a:pt x="1444884" y="588617"/>
                  <a:pt x="1452531" y="584923"/>
                </a:cubicBezTo>
                <a:cubicBezTo>
                  <a:pt x="1460179" y="581230"/>
                  <a:pt x="1468082" y="578208"/>
                  <a:pt x="1476243" y="575860"/>
                </a:cubicBezTo>
                <a:cubicBezTo>
                  <a:pt x="1484406" y="573511"/>
                  <a:pt x="1492706" y="571868"/>
                  <a:pt x="1501147" y="570932"/>
                </a:cubicBezTo>
                <a:lnTo>
                  <a:pt x="1549605" y="89519"/>
                </a:lnTo>
                <a:cubicBezTo>
                  <a:pt x="1550899" y="86138"/>
                  <a:pt x="1552701" y="83054"/>
                  <a:pt x="1555011" y="80267"/>
                </a:cubicBezTo>
                <a:cubicBezTo>
                  <a:pt x="1557320" y="77479"/>
                  <a:pt x="1560016" y="75136"/>
                  <a:pt x="1563098" y="73236"/>
                </a:cubicBezTo>
                <a:cubicBezTo>
                  <a:pt x="1566180" y="71336"/>
                  <a:pt x="1569486" y="69981"/>
                  <a:pt x="1573014" y="69170"/>
                </a:cubicBezTo>
                <a:cubicBezTo>
                  <a:pt x="1576541" y="68358"/>
                  <a:pt x="1580107" y="68134"/>
                  <a:pt x="1583708" y="68496"/>
                </a:cubicBezTo>
                <a:cubicBezTo>
                  <a:pt x="1587311" y="68859"/>
                  <a:pt x="1590759" y="69789"/>
                  <a:pt x="1594055" y="71288"/>
                </a:cubicBezTo>
                <a:cubicBezTo>
                  <a:pt x="1597351" y="72786"/>
                  <a:pt x="1600319" y="74773"/>
                  <a:pt x="1602961" y="77248"/>
                </a:cubicBezTo>
                <a:cubicBezTo>
                  <a:pt x="1605601" y="79724"/>
                  <a:pt x="1607776" y="82558"/>
                  <a:pt x="1609485" y="85750"/>
                </a:cubicBezTo>
                <a:cubicBezTo>
                  <a:pt x="1611193" y="88941"/>
                  <a:pt x="1612345" y="92323"/>
                  <a:pt x="1612939" y="95894"/>
                </a:cubicBezTo>
                <a:lnTo>
                  <a:pt x="1564515" y="576979"/>
                </a:lnTo>
                <a:cubicBezTo>
                  <a:pt x="1572588" y="579611"/>
                  <a:pt x="1580383" y="582904"/>
                  <a:pt x="1587895" y="586859"/>
                </a:cubicBezTo>
                <a:cubicBezTo>
                  <a:pt x="1595410" y="590814"/>
                  <a:pt x="1602538" y="595374"/>
                  <a:pt x="1609277" y="600539"/>
                </a:cubicBezTo>
                <a:cubicBezTo>
                  <a:pt x="1616018" y="605704"/>
                  <a:pt x="1622275" y="611400"/>
                  <a:pt x="1628048" y="617627"/>
                </a:cubicBezTo>
                <a:cubicBezTo>
                  <a:pt x="1633821" y="623854"/>
                  <a:pt x="1639027" y="630523"/>
                  <a:pt x="1643669" y="637634"/>
                </a:cubicBezTo>
                <a:cubicBezTo>
                  <a:pt x="1648310" y="644745"/>
                  <a:pt x="1652319" y="652196"/>
                  <a:pt x="1655696" y="659987"/>
                </a:cubicBezTo>
                <a:cubicBezTo>
                  <a:pt x="1659071" y="667778"/>
                  <a:pt x="1661767" y="675799"/>
                  <a:pt x="1663782" y="684048"/>
                </a:cubicBezTo>
                <a:cubicBezTo>
                  <a:pt x="1665796" y="692297"/>
                  <a:pt x="1667101" y="700656"/>
                  <a:pt x="1667698" y="709127"/>
                </a:cubicBezTo>
                <a:cubicBezTo>
                  <a:pt x="1668294" y="717598"/>
                  <a:pt x="1668171" y="726058"/>
                  <a:pt x="1667331" y="734508"/>
                </a:cubicBezTo>
                <a:cubicBezTo>
                  <a:pt x="1666360" y="745585"/>
                  <a:pt x="1664165" y="756413"/>
                  <a:pt x="1660745" y="766993"/>
                </a:cubicBezTo>
                <a:lnTo>
                  <a:pt x="1781181" y="779116"/>
                </a:lnTo>
                <a:cubicBezTo>
                  <a:pt x="1785342" y="779524"/>
                  <a:pt x="1789283" y="780682"/>
                  <a:pt x="1793004" y="782589"/>
                </a:cubicBezTo>
                <a:cubicBezTo>
                  <a:pt x="1796724" y="784496"/>
                  <a:pt x="1799965" y="787020"/>
                  <a:pt x="1802726" y="790159"/>
                </a:cubicBezTo>
                <a:cubicBezTo>
                  <a:pt x="1805487" y="793299"/>
                  <a:pt x="1807575" y="796835"/>
                  <a:pt x="1808990" y="800769"/>
                </a:cubicBezTo>
                <a:cubicBezTo>
                  <a:pt x="1810407" y="804703"/>
                  <a:pt x="1811052" y="808759"/>
                  <a:pt x="1810925" y="812938"/>
                </a:cubicBezTo>
                <a:close/>
                <a:moveTo>
                  <a:pt x="1517904" y="944546"/>
                </a:moveTo>
                <a:lnTo>
                  <a:pt x="810388" y="873330"/>
                </a:lnTo>
                <a:cubicBezTo>
                  <a:pt x="808030" y="872480"/>
                  <a:pt x="805605" y="871906"/>
                  <a:pt x="803117" y="871609"/>
                </a:cubicBezTo>
                <a:cubicBezTo>
                  <a:pt x="800627" y="871312"/>
                  <a:pt x="798136" y="871299"/>
                  <a:pt x="795644" y="871569"/>
                </a:cubicBezTo>
                <a:cubicBezTo>
                  <a:pt x="793152" y="871840"/>
                  <a:pt x="790722" y="872388"/>
                  <a:pt x="788355" y="873212"/>
                </a:cubicBezTo>
                <a:cubicBezTo>
                  <a:pt x="785988" y="874037"/>
                  <a:pt x="783743" y="875118"/>
                  <a:pt x="781622" y="876454"/>
                </a:cubicBezTo>
                <a:cubicBezTo>
                  <a:pt x="779501" y="877791"/>
                  <a:pt x="777557" y="879349"/>
                  <a:pt x="775793" y="881129"/>
                </a:cubicBezTo>
                <a:cubicBezTo>
                  <a:pt x="774027" y="882908"/>
                  <a:pt x="772485" y="884864"/>
                  <a:pt x="771164" y="886995"/>
                </a:cubicBezTo>
                <a:cubicBezTo>
                  <a:pt x="769844" y="889127"/>
                  <a:pt x="768781" y="891379"/>
                  <a:pt x="767975" y="893753"/>
                </a:cubicBezTo>
                <a:cubicBezTo>
                  <a:pt x="767169" y="896127"/>
                  <a:pt x="766640" y="898561"/>
                  <a:pt x="766390" y="901055"/>
                </a:cubicBezTo>
                <a:cubicBezTo>
                  <a:pt x="766139" y="903549"/>
                  <a:pt x="766172" y="906040"/>
                  <a:pt x="766488" y="908527"/>
                </a:cubicBezTo>
                <a:cubicBezTo>
                  <a:pt x="766804" y="911014"/>
                  <a:pt x="767398" y="913433"/>
                  <a:pt x="768266" y="915785"/>
                </a:cubicBezTo>
                <a:cubicBezTo>
                  <a:pt x="769134" y="918136"/>
                  <a:pt x="770257" y="920360"/>
                  <a:pt x="771632" y="922456"/>
                </a:cubicBezTo>
                <a:cubicBezTo>
                  <a:pt x="773009" y="924551"/>
                  <a:pt x="774602" y="926466"/>
                  <a:pt x="776413" y="928198"/>
                </a:cubicBezTo>
                <a:cubicBezTo>
                  <a:pt x="778225" y="929930"/>
                  <a:pt x="780210" y="931437"/>
                  <a:pt x="782365" y="932717"/>
                </a:cubicBezTo>
                <a:cubicBezTo>
                  <a:pt x="784521" y="933997"/>
                  <a:pt x="786792" y="935018"/>
                  <a:pt x="789181" y="935780"/>
                </a:cubicBezTo>
                <a:cubicBezTo>
                  <a:pt x="791569" y="936542"/>
                  <a:pt x="794012" y="937025"/>
                  <a:pt x="796511" y="937230"/>
                </a:cubicBezTo>
                <a:cubicBezTo>
                  <a:pt x="799010" y="937435"/>
                  <a:pt x="801500" y="937356"/>
                  <a:pt x="803980" y="936993"/>
                </a:cubicBezTo>
                <a:lnTo>
                  <a:pt x="1510182" y="1008077"/>
                </a:lnTo>
                <a:cubicBezTo>
                  <a:pt x="1513821" y="1007545"/>
                  <a:pt x="1517272" y="1006436"/>
                  <a:pt x="1520538" y="1004750"/>
                </a:cubicBezTo>
                <a:cubicBezTo>
                  <a:pt x="1523805" y="1003063"/>
                  <a:pt x="1526708" y="1000892"/>
                  <a:pt x="1529249" y="998235"/>
                </a:cubicBezTo>
                <a:cubicBezTo>
                  <a:pt x="1531789" y="995577"/>
                  <a:pt x="1533829" y="992579"/>
                  <a:pt x="1535367" y="989240"/>
                </a:cubicBezTo>
                <a:cubicBezTo>
                  <a:pt x="1536905" y="985901"/>
                  <a:pt x="1537857" y="982403"/>
                  <a:pt x="1538225" y="978745"/>
                </a:cubicBezTo>
                <a:cubicBezTo>
                  <a:pt x="1538593" y="975088"/>
                  <a:pt x="1538357" y="971470"/>
                  <a:pt x="1537515" y="967892"/>
                </a:cubicBezTo>
                <a:cubicBezTo>
                  <a:pt x="1536674" y="964313"/>
                  <a:pt x="1535272" y="960969"/>
                  <a:pt x="1533313" y="957859"/>
                </a:cubicBezTo>
                <a:cubicBezTo>
                  <a:pt x="1531353" y="954749"/>
                  <a:pt x="1528941" y="952042"/>
                  <a:pt x="1526076" y="949738"/>
                </a:cubicBezTo>
                <a:cubicBezTo>
                  <a:pt x="1523211" y="947435"/>
                  <a:pt x="1520050" y="945660"/>
                  <a:pt x="1516591" y="944414"/>
                </a:cubicBezTo>
                <a:lnTo>
                  <a:pt x="1517904" y="944546"/>
                </a:lnTo>
                <a:close/>
                <a:moveTo>
                  <a:pt x="628565" y="888177"/>
                </a:moveTo>
                <a:cubicBezTo>
                  <a:pt x="629003" y="883825"/>
                  <a:pt x="628591" y="879555"/>
                  <a:pt x="627331" y="875367"/>
                </a:cubicBezTo>
                <a:cubicBezTo>
                  <a:pt x="626070" y="871179"/>
                  <a:pt x="624056" y="867392"/>
                  <a:pt x="621289" y="864005"/>
                </a:cubicBezTo>
                <a:cubicBezTo>
                  <a:pt x="618522" y="860618"/>
                  <a:pt x="615212" y="857890"/>
                  <a:pt x="611358" y="855819"/>
                </a:cubicBezTo>
                <a:cubicBezTo>
                  <a:pt x="607506" y="853750"/>
                  <a:pt x="603403" y="852496"/>
                  <a:pt x="599052" y="852057"/>
                </a:cubicBezTo>
                <a:lnTo>
                  <a:pt x="557047" y="847829"/>
                </a:lnTo>
                <a:cubicBezTo>
                  <a:pt x="553410" y="848361"/>
                  <a:pt x="549959" y="849471"/>
                  <a:pt x="546692" y="851157"/>
                </a:cubicBezTo>
                <a:cubicBezTo>
                  <a:pt x="543424" y="852843"/>
                  <a:pt x="540522" y="855015"/>
                  <a:pt x="537981" y="857672"/>
                </a:cubicBezTo>
                <a:cubicBezTo>
                  <a:pt x="535440" y="860329"/>
                  <a:pt x="533402" y="863327"/>
                  <a:pt x="531864" y="866666"/>
                </a:cubicBezTo>
                <a:cubicBezTo>
                  <a:pt x="530326" y="870005"/>
                  <a:pt x="529374" y="873503"/>
                  <a:pt x="529005" y="877161"/>
                </a:cubicBezTo>
                <a:cubicBezTo>
                  <a:pt x="528638" y="880818"/>
                  <a:pt x="528873" y="884437"/>
                  <a:pt x="529715" y="888015"/>
                </a:cubicBezTo>
                <a:cubicBezTo>
                  <a:pt x="530557" y="891593"/>
                  <a:pt x="531957" y="894938"/>
                  <a:pt x="533918" y="898048"/>
                </a:cubicBezTo>
                <a:cubicBezTo>
                  <a:pt x="535877" y="901158"/>
                  <a:pt x="538290" y="903865"/>
                  <a:pt x="541155" y="906168"/>
                </a:cubicBezTo>
                <a:cubicBezTo>
                  <a:pt x="544020" y="908471"/>
                  <a:pt x="547181" y="910246"/>
                  <a:pt x="550639" y="911493"/>
                </a:cubicBezTo>
                <a:lnTo>
                  <a:pt x="591658" y="915622"/>
                </a:lnTo>
                <a:cubicBezTo>
                  <a:pt x="595854" y="915919"/>
                  <a:pt x="599954" y="915432"/>
                  <a:pt x="603963" y="914160"/>
                </a:cubicBezTo>
                <a:cubicBezTo>
                  <a:pt x="607971" y="912889"/>
                  <a:pt x="611603" y="910923"/>
                  <a:pt x="614860" y="908262"/>
                </a:cubicBezTo>
                <a:cubicBezTo>
                  <a:pt x="618116" y="905602"/>
                  <a:pt x="620767" y="902434"/>
                  <a:pt x="622812" y="898760"/>
                </a:cubicBezTo>
                <a:cubicBezTo>
                  <a:pt x="624856" y="895086"/>
                  <a:pt x="626151" y="891164"/>
                  <a:pt x="626695" y="886994"/>
                </a:cubicBezTo>
                <a:lnTo>
                  <a:pt x="628565" y="888177"/>
                </a:lnTo>
                <a:close/>
                <a:moveTo>
                  <a:pt x="373255" y="862478"/>
                </a:moveTo>
                <a:cubicBezTo>
                  <a:pt x="373693" y="858126"/>
                  <a:pt x="373283" y="853857"/>
                  <a:pt x="372021" y="849669"/>
                </a:cubicBezTo>
                <a:cubicBezTo>
                  <a:pt x="370760" y="845480"/>
                  <a:pt x="368746" y="841693"/>
                  <a:pt x="365979" y="838306"/>
                </a:cubicBezTo>
                <a:cubicBezTo>
                  <a:pt x="363212" y="834919"/>
                  <a:pt x="359902" y="832191"/>
                  <a:pt x="356050" y="830121"/>
                </a:cubicBezTo>
                <a:cubicBezTo>
                  <a:pt x="352196" y="828051"/>
                  <a:pt x="348093" y="826797"/>
                  <a:pt x="343742" y="826359"/>
                </a:cubicBezTo>
                <a:lnTo>
                  <a:pt x="301738" y="822131"/>
                </a:lnTo>
                <a:cubicBezTo>
                  <a:pt x="299379" y="821281"/>
                  <a:pt x="296956" y="820707"/>
                  <a:pt x="294466" y="820410"/>
                </a:cubicBezTo>
                <a:cubicBezTo>
                  <a:pt x="291978" y="820113"/>
                  <a:pt x="289486" y="820100"/>
                  <a:pt x="286993" y="820370"/>
                </a:cubicBezTo>
                <a:cubicBezTo>
                  <a:pt x="284502" y="820641"/>
                  <a:pt x="282073" y="821189"/>
                  <a:pt x="279705" y="822013"/>
                </a:cubicBezTo>
                <a:cubicBezTo>
                  <a:pt x="277338" y="822838"/>
                  <a:pt x="275093" y="823919"/>
                  <a:pt x="272972" y="825255"/>
                </a:cubicBezTo>
                <a:cubicBezTo>
                  <a:pt x="270852" y="826592"/>
                  <a:pt x="268908" y="828150"/>
                  <a:pt x="267142" y="829930"/>
                </a:cubicBezTo>
                <a:cubicBezTo>
                  <a:pt x="265376" y="831709"/>
                  <a:pt x="263834" y="833665"/>
                  <a:pt x="262514" y="835796"/>
                </a:cubicBezTo>
                <a:cubicBezTo>
                  <a:pt x="261195" y="837928"/>
                  <a:pt x="260131" y="840180"/>
                  <a:pt x="259325" y="842554"/>
                </a:cubicBezTo>
                <a:cubicBezTo>
                  <a:pt x="258519" y="844928"/>
                  <a:pt x="257990" y="847362"/>
                  <a:pt x="257739" y="849856"/>
                </a:cubicBezTo>
                <a:cubicBezTo>
                  <a:pt x="257488" y="852351"/>
                  <a:pt x="257522" y="854841"/>
                  <a:pt x="257839" y="857328"/>
                </a:cubicBezTo>
                <a:cubicBezTo>
                  <a:pt x="258155" y="859815"/>
                  <a:pt x="258749" y="862234"/>
                  <a:pt x="259617" y="864586"/>
                </a:cubicBezTo>
                <a:cubicBezTo>
                  <a:pt x="260485" y="866937"/>
                  <a:pt x="261607" y="869161"/>
                  <a:pt x="262982" y="871257"/>
                </a:cubicBezTo>
                <a:cubicBezTo>
                  <a:pt x="264358" y="873353"/>
                  <a:pt x="265951" y="875267"/>
                  <a:pt x="267764" y="876999"/>
                </a:cubicBezTo>
                <a:cubicBezTo>
                  <a:pt x="269576" y="878731"/>
                  <a:pt x="271560" y="880238"/>
                  <a:pt x="273715" y="881518"/>
                </a:cubicBezTo>
                <a:cubicBezTo>
                  <a:pt x="275870" y="882798"/>
                  <a:pt x="278143" y="883819"/>
                  <a:pt x="280530" y="884581"/>
                </a:cubicBezTo>
                <a:cubicBezTo>
                  <a:pt x="282919" y="885343"/>
                  <a:pt x="285362" y="885826"/>
                  <a:pt x="287861" y="886031"/>
                </a:cubicBezTo>
                <a:cubicBezTo>
                  <a:pt x="290359" y="886236"/>
                  <a:pt x="292849" y="886157"/>
                  <a:pt x="295329" y="885794"/>
                </a:cubicBezTo>
                <a:lnTo>
                  <a:pt x="336677" y="889956"/>
                </a:lnTo>
                <a:cubicBezTo>
                  <a:pt x="340847" y="890210"/>
                  <a:pt x="344918" y="889690"/>
                  <a:pt x="348890" y="888397"/>
                </a:cubicBezTo>
                <a:cubicBezTo>
                  <a:pt x="352862" y="887103"/>
                  <a:pt x="356459" y="885127"/>
                  <a:pt x="359680" y="882467"/>
                </a:cubicBezTo>
                <a:cubicBezTo>
                  <a:pt x="362902" y="879807"/>
                  <a:pt x="365523" y="876649"/>
                  <a:pt x="367543" y="872993"/>
                </a:cubicBezTo>
                <a:cubicBezTo>
                  <a:pt x="369565" y="869337"/>
                  <a:pt x="370846" y="865438"/>
                  <a:pt x="371385" y="861296"/>
                </a:cubicBezTo>
                <a:lnTo>
                  <a:pt x="373255" y="862478"/>
                </a:lnTo>
                <a:close/>
                <a:moveTo>
                  <a:pt x="1330441" y="1305228"/>
                </a:moveTo>
                <a:lnTo>
                  <a:pt x="1556872" y="1328020"/>
                </a:lnTo>
                <a:lnTo>
                  <a:pt x="1569028" y="1207257"/>
                </a:lnTo>
                <a:lnTo>
                  <a:pt x="1342597" y="1184465"/>
                </a:lnTo>
                <a:lnTo>
                  <a:pt x="1330441" y="1305228"/>
                </a:lnTo>
                <a:close/>
                <a:moveTo>
                  <a:pt x="186142" y="1190047"/>
                </a:moveTo>
                <a:lnTo>
                  <a:pt x="411589" y="1212740"/>
                </a:lnTo>
                <a:lnTo>
                  <a:pt x="423745" y="1091977"/>
                </a:lnTo>
                <a:lnTo>
                  <a:pt x="197314" y="1069185"/>
                </a:lnTo>
                <a:lnTo>
                  <a:pt x="186142" y="1190047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1878409" y="1378336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2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2"/>
                  <a:pt x="43101" y="37837"/>
                </a:cubicBezTo>
                <a:cubicBezTo>
                  <a:pt x="44948" y="35292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785933" y="1721915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4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1785048" y="1536561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4" y="38991"/>
                  <a:pt x="7439" y="41254"/>
                  <a:pt x="9984" y="43101"/>
                </a:cubicBezTo>
                <a:cubicBezTo>
                  <a:pt x="12528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2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1760192" y="1234273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1603488" y="1678216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5" y="47702"/>
                  <a:pt x="24527" y="47821"/>
                  <a:pt x="27632" y="47328"/>
                </a:cubicBezTo>
                <a:cubicBezTo>
                  <a:pt x="30738" y="46834"/>
                  <a:pt x="33630" y="45765"/>
                  <a:pt x="36310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4" y="17083"/>
                  <a:pt x="45766" y="14191"/>
                  <a:pt x="44121" y="11511"/>
                </a:cubicBezTo>
                <a:cubicBezTo>
                  <a:pt x="42477" y="8830"/>
                  <a:pt x="40382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4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4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1549874" y="1183898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1409056" y="1706935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6" y="47702"/>
                  <a:pt x="24527" y="47821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2"/>
                  <a:pt x="46238" y="32491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4"/>
                  <a:pt x="6568" y="7439"/>
                  <a:pt x="4721" y="9983"/>
                </a:cubicBezTo>
                <a:cubicBezTo>
                  <a:pt x="2874" y="12529"/>
                  <a:pt x="1584" y="15329"/>
                  <a:pt x="852" y="18387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1355502" y="1212364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1270723" y="1451768"/>
            <a:ext cx="48400" cy="48353"/>
          </a:xfrm>
          <a:custGeom>
            <a:avLst/>
            <a:gdLst/>
            <a:rect l="0" t="0" r="48400" b="48353"/>
            <a:pathLst>
              <a:path w="48400" h="48353" fill="norm" stroke="0">
                <a:moveTo>
                  <a:pt x="18388" y="47423"/>
                </a:moveTo>
                <a:cubicBezTo>
                  <a:pt x="21486" y="48200"/>
                  <a:pt x="24614" y="48353"/>
                  <a:pt x="27772" y="47880"/>
                </a:cubicBezTo>
                <a:cubicBezTo>
                  <a:pt x="30931" y="47406"/>
                  <a:pt x="33877" y="46345"/>
                  <a:pt x="36612" y="44695"/>
                </a:cubicBezTo>
                <a:cubicBezTo>
                  <a:pt x="39346" y="43044"/>
                  <a:pt x="41658" y="40932"/>
                  <a:pt x="43548" y="38357"/>
                </a:cubicBezTo>
                <a:cubicBezTo>
                  <a:pt x="45438" y="35782"/>
                  <a:pt x="46760" y="32943"/>
                  <a:pt x="47516" y="29840"/>
                </a:cubicBezTo>
                <a:cubicBezTo>
                  <a:pt x="48271" y="26736"/>
                  <a:pt x="48400" y="23607"/>
                  <a:pt x="47905" y="20452"/>
                </a:cubicBezTo>
                <a:cubicBezTo>
                  <a:pt x="47409" y="17297"/>
                  <a:pt x="46326" y="14358"/>
                  <a:pt x="44656" y="11636"/>
                </a:cubicBezTo>
                <a:cubicBezTo>
                  <a:pt x="42986" y="8913"/>
                  <a:pt x="40857" y="6617"/>
                  <a:pt x="38268" y="4745"/>
                </a:cubicBezTo>
                <a:cubicBezTo>
                  <a:pt x="35680" y="2874"/>
                  <a:pt x="32832" y="1573"/>
                  <a:pt x="29723" y="839"/>
                </a:cubicBezTo>
                <a:cubicBezTo>
                  <a:pt x="26614" y="107"/>
                  <a:pt x="23484" y="0"/>
                  <a:pt x="20333" y="518"/>
                </a:cubicBezTo>
                <a:cubicBezTo>
                  <a:pt x="17181" y="1036"/>
                  <a:pt x="14251" y="2140"/>
                  <a:pt x="11540" y="3830"/>
                </a:cubicBezTo>
                <a:cubicBezTo>
                  <a:pt x="8830" y="5520"/>
                  <a:pt x="6549" y="7665"/>
                  <a:pt x="4696" y="10268"/>
                </a:cubicBezTo>
                <a:cubicBezTo>
                  <a:pt x="2844" y="12869"/>
                  <a:pt x="1562" y="15727"/>
                  <a:pt x="852" y="18841"/>
                </a:cubicBezTo>
                <a:cubicBezTo>
                  <a:pt x="119" y="21899"/>
                  <a:pt x="0" y="24980"/>
                  <a:pt x="493" y="28085"/>
                </a:cubicBezTo>
                <a:cubicBezTo>
                  <a:pt x="987" y="31190"/>
                  <a:pt x="2056" y="34083"/>
                  <a:pt x="3700" y="36764"/>
                </a:cubicBezTo>
                <a:cubicBezTo>
                  <a:pt x="5345" y="39443"/>
                  <a:pt x="7439" y="41707"/>
                  <a:pt x="9984" y="43554"/>
                </a:cubicBezTo>
                <a:cubicBezTo>
                  <a:pt x="12529" y="45401"/>
                  <a:pt x="15330" y="46690"/>
                  <a:pt x="18388" y="4742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1198798" y="1656305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3"/>
                </a:moveTo>
                <a:cubicBezTo>
                  <a:pt x="26376" y="120"/>
                  <a:pt x="23295" y="0"/>
                  <a:pt x="20189" y="494"/>
                </a:cubicBezTo>
                <a:cubicBezTo>
                  <a:pt x="17084" y="988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3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5"/>
                  <a:pt x="9984" y="43101"/>
                </a:cubicBezTo>
                <a:cubicBezTo>
                  <a:pt x="12529" y="44948"/>
                  <a:pt x="15330" y="46238"/>
                  <a:pt x="18388" y="46971"/>
                </a:cubicBezTo>
                <a:cubicBezTo>
                  <a:pt x="21446" y="47703"/>
                  <a:pt x="24527" y="47822"/>
                  <a:pt x="27632" y="47329"/>
                </a:cubicBezTo>
                <a:cubicBezTo>
                  <a:pt x="30738" y="46835"/>
                  <a:pt x="33631" y="45766"/>
                  <a:pt x="36311" y="44122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5"/>
                </a:cubicBezTo>
                <a:cubicBezTo>
                  <a:pt x="47702" y="26377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2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170746" y="1235362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726186" y="662634"/>
            <a:ext cx="1653231" cy="1653109"/>
          </a:xfrm>
          <a:custGeom>
            <a:avLst/>
            <a:gdLst/>
            <a:rect l="0" t="0" r="1653231" b="1653109"/>
            <a:pathLst>
              <a:path w="1653231" h="1653109" fill="norm" stroke="0">
                <a:moveTo>
                  <a:pt x="1614661" y="668348"/>
                </a:moveTo>
                <a:cubicBezTo>
                  <a:pt x="1616418" y="669309"/>
                  <a:pt x="1618261" y="670057"/>
                  <a:pt x="1620190" y="670592"/>
                </a:cubicBezTo>
                <a:cubicBezTo>
                  <a:pt x="1622119" y="671128"/>
                  <a:pt x="1624084" y="671438"/>
                  <a:pt x="1626085" y="671520"/>
                </a:cubicBezTo>
                <a:cubicBezTo>
                  <a:pt x="1628086" y="671603"/>
                  <a:pt x="1630069" y="671457"/>
                  <a:pt x="1632036" y="671083"/>
                </a:cubicBezTo>
                <a:cubicBezTo>
                  <a:pt x="1634003" y="670709"/>
                  <a:pt x="1635902" y="670116"/>
                  <a:pt x="1637732" y="669303"/>
                </a:cubicBezTo>
                <a:cubicBezTo>
                  <a:pt x="1639562" y="668491"/>
                  <a:pt x="1641276" y="667482"/>
                  <a:pt x="1642873" y="666274"/>
                </a:cubicBezTo>
                <a:cubicBezTo>
                  <a:pt x="1644471" y="665067"/>
                  <a:pt x="1645910" y="663694"/>
                  <a:pt x="1647191" y="662155"/>
                </a:cubicBezTo>
                <a:cubicBezTo>
                  <a:pt x="1648472" y="660616"/>
                  <a:pt x="1649561" y="658952"/>
                  <a:pt x="1650458" y="657161"/>
                </a:cubicBezTo>
                <a:cubicBezTo>
                  <a:pt x="1651355" y="655372"/>
                  <a:pt x="1652037" y="653503"/>
                  <a:pt x="1652503" y="651556"/>
                </a:cubicBezTo>
                <a:cubicBezTo>
                  <a:pt x="1652970" y="649608"/>
                  <a:pt x="1653208" y="647634"/>
                  <a:pt x="1653219" y="645632"/>
                </a:cubicBezTo>
                <a:cubicBezTo>
                  <a:pt x="1653231" y="643630"/>
                  <a:pt x="1653014" y="641652"/>
                  <a:pt x="1652569" y="639700"/>
                </a:cubicBezTo>
                <a:cubicBezTo>
                  <a:pt x="1652125" y="637748"/>
                  <a:pt x="1651464" y="635872"/>
                  <a:pt x="1650586" y="634072"/>
                </a:cubicBezTo>
                <a:cubicBezTo>
                  <a:pt x="1649709" y="632272"/>
                  <a:pt x="1648639" y="630596"/>
                  <a:pt x="1647375" y="629042"/>
                </a:cubicBezTo>
                <a:cubicBezTo>
                  <a:pt x="1646112" y="627489"/>
                  <a:pt x="1644688" y="626100"/>
                  <a:pt x="1643104" y="624875"/>
                </a:cubicBezTo>
                <a:cubicBezTo>
                  <a:pt x="1641520" y="623650"/>
                  <a:pt x="1639818" y="622622"/>
                  <a:pt x="1637997" y="621789"/>
                </a:cubicBezTo>
                <a:cubicBezTo>
                  <a:pt x="1636176" y="620957"/>
                  <a:pt x="1634284" y="620342"/>
                  <a:pt x="1632321" y="619946"/>
                </a:cubicBezTo>
                <a:cubicBezTo>
                  <a:pt x="1630358" y="619550"/>
                  <a:pt x="1628376" y="619382"/>
                  <a:pt x="1626375" y="619442"/>
                </a:cubicBezTo>
                <a:lnTo>
                  <a:pt x="1483460" y="585212"/>
                </a:lnTo>
                <a:lnTo>
                  <a:pt x="1522971" y="420250"/>
                </a:lnTo>
                <a:cubicBezTo>
                  <a:pt x="1523776" y="416890"/>
                  <a:pt x="1523907" y="413503"/>
                  <a:pt x="1523365" y="410091"/>
                </a:cubicBezTo>
                <a:cubicBezTo>
                  <a:pt x="1522822" y="406679"/>
                  <a:pt x="1521648" y="403500"/>
                  <a:pt x="1519841" y="400555"/>
                </a:cubicBezTo>
                <a:cubicBezTo>
                  <a:pt x="1518034" y="397610"/>
                  <a:pt x="1515732" y="395122"/>
                  <a:pt x="1512936" y="393093"/>
                </a:cubicBezTo>
                <a:cubicBezTo>
                  <a:pt x="1510139" y="391064"/>
                  <a:pt x="1507061" y="389646"/>
                  <a:pt x="1503701" y="388841"/>
                </a:cubicBezTo>
                <a:lnTo>
                  <a:pt x="1339500" y="349512"/>
                </a:lnTo>
                <a:lnTo>
                  <a:pt x="1373549" y="207357"/>
                </a:lnTo>
                <a:cubicBezTo>
                  <a:pt x="1374702" y="205610"/>
                  <a:pt x="1375631" y="203750"/>
                  <a:pt x="1376336" y="201779"/>
                </a:cubicBezTo>
                <a:cubicBezTo>
                  <a:pt x="1377040" y="199808"/>
                  <a:pt x="1377501" y="197782"/>
                  <a:pt x="1377717" y="195699"/>
                </a:cubicBezTo>
                <a:cubicBezTo>
                  <a:pt x="1377934" y="193617"/>
                  <a:pt x="1377899" y="191539"/>
                  <a:pt x="1377615" y="189465"/>
                </a:cubicBezTo>
                <a:cubicBezTo>
                  <a:pt x="1377330" y="187391"/>
                  <a:pt x="1376803" y="185380"/>
                  <a:pt x="1376034" y="183433"/>
                </a:cubicBezTo>
                <a:cubicBezTo>
                  <a:pt x="1375265" y="181487"/>
                  <a:pt x="1374276" y="179659"/>
                  <a:pt x="1373066" y="177950"/>
                </a:cubicBezTo>
                <a:cubicBezTo>
                  <a:pt x="1371856" y="176241"/>
                  <a:pt x="1370461" y="174701"/>
                  <a:pt x="1368880" y="173329"/>
                </a:cubicBezTo>
                <a:cubicBezTo>
                  <a:pt x="1367299" y="171957"/>
                  <a:pt x="1365578" y="170792"/>
                  <a:pt x="1363716" y="169835"/>
                </a:cubicBezTo>
                <a:cubicBezTo>
                  <a:pt x="1361854" y="168877"/>
                  <a:pt x="1359906" y="168155"/>
                  <a:pt x="1357870" y="167667"/>
                </a:cubicBezTo>
                <a:cubicBezTo>
                  <a:pt x="1355834" y="167180"/>
                  <a:pt x="1353769" y="166941"/>
                  <a:pt x="1351676" y="166951"/>
                </a:cubicBezTo>
                <a:cubicBezTo>
                  <a:pt x="1349583" y="166961"/>
                  <a:pt x="1347520" y="167219"/>
                  <a:pt x="1345489" y="167726"/>
                </a:cubicBezTo>
                <a:cubicBezTo>
                  <a:pt x="1343458" y="168233"/>
                  <a:pt x="1341516" y="168974"/>
                  <a:pt x="1339664" y="169949"/>
                </a:cubicBezTo>
                <a:cubicBezTo>
                  <a:pt x="1337811" y="170924"/>
                  <a:pt x="1336101" y="172106"/>
                  <a:pt x="1334534" y="173493"/>
                </a:cubicBezTo>
                <a:cubicBezTo>
                  <a:pt x="1332966" y="174880"/>
                  <a:pt x="1331585" y="176434"/>
                  <a:pt x="1330392" y="178154"/>
                </a:cubicBezTo>
                <a:cubicBezTo>
                  <a:pt x="1329198" y="179874"/>
                  <a:pt x="1328227" y="181711"/>
                  <a:pt x="1327476" y="183666"/>
                </a:cubicBezTo>
                <a:cubicBezTo>
                  <a:pt x="1326726" y="185620"/>
                  <a:pt x="1326218" y="187635"/>
                  <a:pt x="1325953" y="189712"/>
                </a:cubicBezTo>
                <a:cubicBezTo>
                  <a:pt x="1325689" y="191788"/>
                  <a:pt x="1325674" y="193866"/>
                  <a:pt x="1325910" y="195947"/>
                </a:cubicBezTo>
                <a:lnTo>
                  <a:pt x="1291680" y="338862"/>
                </a:lnTo>
                <a:lnTo>
                  <a:pt x="1164981" y="308515"/>
                </a:lnTo>
                <a:lnTo>
                  <a:pt x="1199212" y="165600"/>
                </a:lnTo>
                <a:cubicBezTo>
                  <a:pt x="1200017" y="162240"/>
                  <a:pt x="1200148" y="158854"/>
                  <a:pt x="1199606" y="155441"/>
                </a:cubicBezTo>
                <a:cubicBezTo>
                  <a:pt x="1199064" y="152029"/>
                  <a:pt x="1197889" y="148850"/>
                  <a:pt x="1196082" y="145905"/>
                </a:cubicBezTo>
                <a:cubicBezTo>
                  <a:pt x="1194275" y="142959"/>
                  <a:pt x="1191974" y="140472"/>
                  <a:pt x="1189177" y="138443"/>
                </a:cubicBezTo>
                <a:cubicBezTo>
                  <a:pt x="1186381" y="136413"/>
                  <a:pt x="1183302" y="134996"/>
                  <a:pt x="1179942" y="134191"/>
                </a:cubicBezTo>
                <a:cubicBezTo>
                  <a:pt x="1176582" y="133386"/>
                  <a:pt x="1173195" y="133255"/>
                  <a:pt x="1169783" y="133797"/>
                </a:cubicBezTo>
                <a:cubicBezTo>
                  <a:pt x="1166371" y="134340"/>
                  <a:pt x="1163192" y="135514"/>
                  <a:pt x="1160246" y="137321"/>
                </a:cubicBezTo>
                <a:cubicBezTo>
                  <a:pt x="1157301" y="139128"/>
                  <a:pt x="1154814" y="141430"/>
                  <a:pt x="1152785" y="144227"/>
                </a:cubicBezTo>
                <a:cubicBezTo>
                  <a:pt x="1150755" y="147023"/>
                  <a:pt x="1149338" y="150102"/>
                  <a:pt x="1148533" y="153462"/>
                </a:cubicBezTo>
                <a:lnTo>
                  <a:pt x="1114302" y="296377"/>
                </a:lnTo>
                <a:lnTo>
                  <a:pt x="987604" y="266030"/>
                </a:lnTo>
                <a:lnTo>
                  <a:pt x="1021835" y="123115"/>
                </a:lnTo>
                <a:cubicBezTo>
                  <a:pt x="1022640" y="119755"/>
                  <a:pt x="1022771" y="116368"/>
                  <a:pt x="1022229" y="112956"/>
                </a:cubicBezTo>
                <a:cubicBezTo>
                  <a:pt x="1021687" y="109544"/>
                  <a:pt x="1020512" y="106365"/>
                  <a:pt x="1018705" y="103419"/>
                </a:cubicBezTo>
                <a:cubicBezTo>
                  <a:pt x="1016898" y="100474"/>
                  <a:pt x="1014596" y="97987"/>
                  <a:pt x="1011800" y="95958"/>
                </a:cubicBezTo>
                <a:cubicBezTo>
                  <a:pt x="1009003" y="93928"/>
                  <a:pt x="1005925" y="92511"/>
                  <a:pt x="1002565" y="91706"/>
                </a:cubicBezTo>
                <a:cubicBezTo>
                  <a:pt x="999205" y="90901"/>
                  <a:pt x="995818" y="90770"/>
                  <a:pt x="992406" y="91312"/>
                </a:cubicBezTo>
                <a:cubicBezTo>
                  <a:pt x="988993" y="91855"/>
                  <a:pt x="985814" y="93029"/>
                  <a:pt x="982869" y="94836"/>
                </a:cubicBezTo>
                <a:cubicBezTo>
                  <a:pt x="979924" y="96643"/>
                  <a:pt x="977437" y="98945"/>
                  <a:pt x="975407" y="101741"/>
                </a:cubicBezTo>
                <a:cubicBezTo>
                  <a:pt x="973378" y="104538"/>
                  <a:pt x="971961" y="107616"/>
                  <a:pt x="971156" y="110976"/>
                </a:cubicBezTo>
                <a:lnTo>
                  <a:pt x="936925" y="253891"/>
                </a:lnTo>
                <a:lnTo>
                  <a:pt x="810227" y="223545"/>
                </a:lnTo>
                <a:lnTo>
                  <a:pt x="844458" y="80630"/>
                </a:lnTo>
                <a:cubicBezTo>
                  <a:pt x="845419" y="78873"/>
                  <a:pt x="846167" y="77030"/>
                  <a:pt x="846703" y="75101"/>
                </a:cubicBezTo>
                <a:cubicBezTo>
                  <a:pt x="847238" y="73172"/>
                  <a:pt x="847548" y="71207"/>
                  <a:pt x="847631" y="69206"/>
                </a:cubicBezTo>
                <a:cubicBezTo>
                  <a:pt x="847714" y="67205"/>
                  <a:pt x="847568" y="65222"/>
                  <a:pt x="847193" y="63255"/>
                </a:cubicBezTo>
                <a:cubicBezTo>
                  <a:pt x="846819" y="61288"/>
                  <a:pt x="846226" y="59389"/>
                  <a:pt x="845414" y="57559"/>
                </a:cubicBezTo>
                <a:cubicBezTo>
                  <a:pt x="844601" y="55729"/>
                  <a:pt x="843592" y="54015"/>
                  <a:pt x="842385" y="52418"/>
                </a:cubicBezTo>
                <a:cubicBezTo>
                  <a:pt x="841177" y="50820"/>
                  <a:pt x="839804" y="49381"/>
                  <a:pt x="838265" y="48100"/>
                </a:cubicBezTo>
                <a:cubicBezTo>
                  <a:pt x="836726" y="46820"/>
                  <a:pt x="835062" y="45731"/>
                  <a:pt x="833272" y="44833"/>
                </a:cubicBezTo>
                <a:cubicBezTo>
                  <a:pt x="831482" y="43936"/>
                  <a:pt x="829613" y="43255"/>
                  <a:pt x="827666" y="42788"/>
                </a:cubicBezTo>
                <a:cubicBezTo>
                  <a:pt x="825719" y="42321"/>
                  <a:pt x="823744" y="42083"/>
                  <a:pt x="821742" y="42072"/>
                </a:cubicBezTo>
                <a:cubicBezTo>
                  <a:pt x="819740" y="42060"/>
                  <a:pt x="817762" y="42277"/>
                  <a:pt x="815810" y="42722"/>
                </a:cubicBezTo>
                <a:cubicBezTo>
                  <a:pt x="813858" y="43166"/>
                  <a:pt x="811982" y="43828"/>
                  <a:pt x="810182" y="44705"/>
                </a:cubicBezTo>
                <a:cubicBezTo>
                  <a:pt x="808382" y="45582"/>
                  <a:pt x="806705" y="46652"/>
                  <a:pt x="805152" y="47916"/>
                </a:cubicBezTo>
                <a:cubicBezTo>
                  <a:pt x="803599" y="49179"/>
                  <a:pt x="802210" y="50603"/>
                  <a:pt x="800985" y="52188"/>
                </a:cubicBezTo>
                <a:cubicBezTo>
                  <a:pt x="799760" y="53771"/>
                  <a:pt x="798732" y="55473"/>
                  <a:pt x="797899" y="57294"/>
                </a:cubicBezTo>
                <a:cubicBezTo>
                  <a:pt x="797067" y="59116"/>
                  <a:pt x="796452" y="61007"/>
                  <a:pt x="796056" y="62970"/>
                </a:cubicBezTo>
                <a:cubicBezTo>
                  <a:pt x="795660" y="64932"/>
                  <a:pt x="795492" y="66915"/>
                  <a:pt x="795552" y="68916"/>
                </a:cubicBezTo>
                <a:lnTo>
                  <a:pt x="761321" y="211831"/>
                </a:lnTo>
                <a:lnTo>
                  <a:pt x="634623" y="181485"/>
                </a:lnTo>
                <a:lnTo>
                  <a:pt x="668854" y="38570"/>
                </a:lnTo>
                <a:cubicBezTo>
                  <a:pt x="669815" y="36812"/>
                  <a:pt x="670563" y="34970"/>
                  <a:pt x="671099" y="33041"/>
                </a:cubicBezTo>
                <a:cubicBezTo>
                  <a:pt x="671635" y="31111"/>
                  <a:pt x="671944" y="29146"/>
                  <a:pt x="672027" y="27146"/>
                </a:cubicBezTo>
                <a:cubicBezTo>
                  <a:pt x="672110" y="25145"/>
                  <a:pt x="671964" y="23161"/>
                  <a:pt x="671590" y="21195"/>
                </a:cubicBezTo>
                <a:cubicBezTo>
                  <a:pt x="671215" y="19228"/>
                  <a:pt x="670622" y="17329"/>
                  <a:pt x="669810" y="15499"/>
                </a:cubicBezTo>
                <a:cubicBezTo>
                  <a:pt x="668998" y="13669"/>
                  <a:pt x="667988" y="11955"/>
                  <a:pt x="666781" y="10358"/>
                </a:cubicBezTo>
                <a:cubicBezTo>
                  <a:pt x="665574" y="8760"/>
                  <a:pt x="664201" y="7320"/>
                  <a:pt x="662662" y="6040"/>
                </a:cubicBezTo>
                <a:cubicBezTo>
                  <a:pt x="661123" y="4759"/>
                  <a:pt x="659458" y="3670"/>
                  <a:pt x="657668" y="2773"/>
                </a:cubicBezTo>
                <a:cubicBezTo>
                  <a:pt x="655878" y="1876"/>
                  <a:pt x="654010" y="1194"/>
                  <a:pt x="652063" y="728"/>
                </a:cubicBezTo>
                <a:cubicBezTo>
                  <a:pt x="650115" y="261"/>
                  <a:pt x="648141" y="22"/>
                  <a:pt x="646138" y="12"/>
                </a:cubicBezTo>
                <a:cubicBezTo>
                  <a:pt x="644136" y="0"/>
                  <a:pt x="642159" y="217"/>
                  <a:pt x="640207" y="661"/>
                </a:cubicBezTo>
                <a:cubicBezTo>
                  <a:pt x="638254" y="1106"/>
                  <a:pt x="636378" y="1767"/>
                  <a:pt x="634578" y="2644"/>
                </a:cubicBezTo>
                <a:cubicBezTo>
                  <a:pt x="632778" y="3521"/>
                  <a:pt x="631102" y="4592"/>
                  <a:pt x="629549" y="5855"/>
                </a:cubicBezTo>
                <a:cubicBezTo>
                  <a:pt x="627996" y="7119"/>
                  <a:pt x="626607" y="8543"/>
                  <a:pt x="625382" y="10127"/>
                </a:cubicBezTo>
                <a:cubicBezTo>
                  <a:pt x="624157" y="11711"/>
                  <a:pt x="623128" y="13413"/>
                  <a:pt x="622296" y="15234"/>
                </a:cubicBezTo>
                <a:cubicBezTo>
                  <a:pt x="621463" y="17055"/>
                  <a:pt x="620849" y="18947"/>
                  <a:pt x="620452" y="20910"/>
                </a:cubicBezTo>
                <a:cubicBezTo>
                  <a:pt x="620056" y="22872"/>
                  <a:pt x="619888" y="24854"/>
                  <a:pt x="619949" y="26856"/>
                </a:cubicBezTo>
                <a:lnTo>
                  <a:pt x="585718" y="169771"/>
                </a:lnTo>
                <a:lnTo>
                  <a:pt x="420250" y="130139"/>
                </a:lnTo>
                <a:cubicBezTo>
                  <a:pt x="416890" y="129333"/>
                  <a:pt x="413504" y="129202"/>
                  <a:pt x="410091" y="129745"/>
                </a:cubicBezTo>
                <a:cubicBezTo>
                  <a:pt x="406679" y="130287"/>
                  <a:pt x="403500" y="131462"/>
                  <a:pt x="400555" y="133269"/>
                </a:cubicBezTo>
                <a:cubicBezTo>
                  <a:pt x="397610" y="135075"/>
                  <a:pt x="395122" y="137377"/>
                  <a:pt x="393093" y="140174"/>
                </a:cubicBezTo>
                <a:cubicBezTo>
                  <a:pt x="391063" y="142970"/>
                  <a:pt x="389646" y="146048"/>
                  <a:pt x="388841" y="149409"/>
                </a:cubicBezTo>
                <a:lnTo>
                  <a:pt x="349330" y="314369"/>
                </a:lnTo>
                <a:lnTo>
                  <a:pt x="207175" y="280321"/>
                </a:lnTo>
                <a:cubicBezTo>
                  <a:pt x="205418" y="279360"/>
                  <a:pt x="203575" y="278612"/>
                  <a:pt x="201646" y="278076"/>
                </a:cubicBezTo>
                <a:cubicBezTo>
                  <a:pt x="199717" y="277540"/>
                  <a:pt x="197752" y="277230"/>
                  <a:pt x="195751" y="277147"/>
                </a:cubicBezTo>
                <a:cubicBezTo>
                  <a:pt x="193751" y="277064"/>
                  <a:pt x="191767" y="277210"/>
                  <a:pt x="189800" y="277585"/>
                </a:cubicBezTo>
                <a:cubicBezTo>
                  <a:pt x="187833" y="277960"/>
                  <a:pt x="185935" y="278553"/>
                  <a:pt x="184104" y="279365"/>
                </a:cubicBezTo>
                <a:cubicBezTo>
                  <a:pt x="182274" y="280177"/>
                  <a:pt x="180560" y="281187"/>
                  <a:pt x="178963" y="282394"/>
                </a:cubicBezTo>
                <a:cubicBezTo>
                  <a:pt x="177365" y="283601"/>
                  <a:pt x="175926" y="284974"/>
                  <a:pt x="174645" y="286513"/>
                </a:cubicBezTo>
                <a:cubicBezTo>
                  <a:pt x="173365" y="288052"/>
                  <a:pt x="172276" y="289716"/>
                  <a:pt x="171378" y="291506"/>
                </a:cubicBezTo>
                <a:cubicBezTo>
                  <a:pt x="170481" y="293297"/>
                  <a:pt x="169799" y="295165"/>
                  <a:pt x="169333" y="297112"/>
                </a:cubicBezTo>
                <a:cubicBezTo>
                  <a:pt x="168867" y="299059"/>
                  <a:pt x="168628" y="301034"/>
                  <a:pt x="168617" y="303037"/>
                </a:cubicBezTo>
                <a:cubicBezTo>
                  <a:pt x="168606" y="305039"/>
                  <a:pt x="168822" y="307016"/>
                  <a:pt x="169267" y="308968"/>
                </a:cubicBezTo>
                <a:cubicBezTo>
                  <a:pt x="169712" y="310921"/>
                  <a:pt x="170373" y="312796"/>
                  <a:pt x="171250" y="314596"/>
                </a:cubicBezTo>
                <a:cubicBezTo>
                  <a:pt x="172127" y="316396"/>
                  <a:pt x="173197" y="318073"/>
                  <a:pt x="174461" y="319626"/>
                </a:cubicBezTo>
                <a:cubicBezTo>
                  <a:pt x="175725" y="321179"/>
                  <a:pt x="177148" y="322568"/>
                  <a:pt x="178732" y="323793"/>
                </a:cubicBezTo>
                <a:cubicBezTo>
                  <a:pt x="180316" y="325018"/>
                  <a:pt x="182019" y="326047"/>
                  <a:pt x="183840" y="326879"/>
                </a:cubicBezTo>
                <a:cubicBezTo>
                  <a:pt x="185661" y="327712"/>
                  <a:pt x="187552" y="328326"/>
                  <a:pt x="189515" y="328723"/>
                </a:cubicBezTo>
                <a:cubicBezTo>
                  <a:pt x="191478" y="329119"/>
                  <a:pt x="193460" y="329287"/>
                  <a:pt x="195461" y="329226"/>
                </a:cubicBezTo>
                <a:lnTo>
                  <a:pt x="338376" y="363457"/>
                </a:lnTo>
                <a:lnTo>
                  <a:pt x="308030" y="490155"/>
                </a:lnTo>
                <a:lnTo>
                  <a:pt x="165114" y="455924"/>
                </a:lnTo>
                <a:cubicBezTo>
                  <a:pt x="163358" y="454921"/>
                  <a:pt x="161510" y="454134"/>
                  <a:pt x="159570" y="453561"/>
                </a:cubicBezTo>
                <a:cubicBezTo>
                  <a:pt x="157631" y="452988"/>
                  <a:pt x="155651" y="452646"/>
                  <a:pt x="153631" y="452534"/>
                </a:cubicBezTo>
                <a:cubicBezTo>
                  <a:pt x="151612" y="452423"/>
                  <a:pt x="149607" y="452544"/>
                  <a:pt x="147615" y="452899"/>
                </a:cubicBezTo>
                <a:cubicBezTo>
                  <a:pt x="145624" y="453255"/>
                  <a:pt x="143701" y="453834"/>
                  <a:pt x="141844" y="454637"/>
                </a:cubicBezTo>
                <a:cubicBezTo>
                  <a:pt x="139988" y="455440"/>
                  <a:pt x="138249" y="456447"/>
                  <a:pt x="136627" y="457655"/>
                </a:cubicBezTo>
                <a:cubicBezTo>
                  <a:pt x="135005" y="458863"/>
                  <a:pt x="133544" y="460242"/>
                  <a:pt x="132243" y="461790"/>
                </a:cubicBezTo>
                <a:cubicBezTo>
                  <a:pt x="130942" y="463338"/>
                  <a:pt x="129836" y="465016"/>
                  <a:pt x="128926" y="466822"/>
                </a:cubicBezTo>
                <a:cubicBezTo>
                  <a:pt x="128015" y="468628"/>
                  <a:pt x="127324" y="470515"/>
                  <a:pt x="126853" y="472481"/>
                </a:cubicBezTo>
                <a:cubicBezTo>
                  <a:pt x="126382" y="474449"/>
                  <a:pt x="126143" y="476443"/>
                  <a:pt x="126137" y="478465"/>
                </a:cubicBezTo>
                <a:cubicBezTo>
                  <a:pt x="126130" y="480489"/>
                  <a:pt x="126356" y="482485"/>
                  <a:pt x="126814" y="484454"/>
                </a:cubicBezTo>
                <a:cubicBezTo>
                  <a:pt x="127272" y="486425"/>
                  <a:pt x="127951" y="488315"/>
                  <a:pt x="128849" y="490127"/>
                </a:cubicBezTo>
                <a:cubicBezTo>
                  <a:pt x="129748" y="491939"/>
                  <a:pt x="130843" y="493623"/>
                  <a:pt x="132134" y="495181"/>
                </a:cubicBezTo>
                <a:cubicBezTo>
                  <a:pt x="133424" y="496738"/>
                  <a:pt x="134877" y="498125"/>
                  <a:pt x="136491" y="499345"/>
                </a:cubicBezTo>
                <a:cubicBezTo>
                  <a:pt x="138105" y="500563"/>
                  <a:pt x="139838" y="501580"/>
                  <a:pt x="141688" y="502396"/>
                </a:cubicBezTo>
                <a:cubicBezTo>
                  <a:pt x="143539" y="503211"/>
                  <a:pt x="145459" y="503803"/>
                  <a:pt x="147448" y="504172"/>
                </a:cubicBezTo>
                <a:cubicBezTo>
                  <a:pt x="149437" y="504540"/>
                  <a:pt x="151441" y="504675"/>
                  <a:pt x="153461" y="504576"/>
                </a:cubicBezTo>
                <a:lnTo>
                  <a:pt x="296377" y="538807"/>
                </a:lnTo>
                <a:lnTo>
                  <a:pt x="266030" y="665505"/>
                </a:lnTo>
                <a:lnTo>
                  <a:pt x="123115" y="631274"/>
                </a:lnTo>
                <a:cubicBezTo>
                  <a:pt x="119755" y="630469"/>
                  <a:pt x="116368" y="630338"/>
                  <a:pt x="112956" y="630880"/>
                </a:cubicBezTo>
                <a:cubicBezTo>
                  <a:pt x="109543" y="631423"/>
                  <a:pt x="106364" y="632597"/>
                  <a:pt x="103419" y="634405"/>
                </a:cubicBezTo>
                <a:cubicBezTo>
                  <a:pt x="100474" y="636212"/>
                  <a:pt x="97987" y="638513"/>
                  <a:pt x="95957" y="641310"/>
                </a:cubicBezTo>
                <a:cubicBezTo>
                  <a:pt x="93928" y="644106"/>
                  <a:pt x="92511" y="647185"/>
                  <a:pt x="91706" y="650545"/>
                </a:cubicBezTo>
                <a:cubicBezTo>
                  <a:pt x="90901" y="653905"/>
                  <a:pt x="90770" y="657291"/>
                  <a:pt x="91312" y="660703"/>
                </a:cubicBezTo>
                <a:cubicBezTo>
                  <a:pt x="91854" y="664116"/>
                  <a:pt x="93029" y="667295"/>
                  <a:pt x="94836" y="670240"/>
                </a:cubicBezTo>
                <a:cubicBezTo>
                  <a:pt x="96643" y="673185"/>
                  <a:pt x="98945" y="675673"/>
                  <a:pt x="101741" y="677702"/>
                </a:cubicBezTo>
                <a:cubicBezTo>
                  <a:pt x="104538" y="679731"/>
                  <a:pt x="107616" y="681148"/>
                  <a:pt x="110976" y="681954"/>
                </a:cubicBezTo>
                <a:lnTo>
                  <a:pt x="253892" y="716184"/>
                </a:lnTo>
                <a:lnTo>
                  <a:pt x="223545" y="842883"/>
                </a:lnTo>
                <a:lnTo>
                  <a:pt x="80630" y="808651"/>
                </a:lnTo>
                <a:cubicBezTo>
                  <a:pt x="78873" y="807691"/>
                  <a:pt x="77030" y="806942"/>
                  <a:pt x="75101" y="806407"/>
                </a:cubicBezTo>
                <a:cubicBezTo>
                  <a:pt x="73171" y="805871"/>
                  <a:pt x="71207" y="805562"/>
                  <a:pt x="69206" y="805479"/>
                </a:cubicBezTo>
                <a:cubicBezTo>
                  <a:pt x="67205" y="805396"/>
                  <a:pt x="65222" y="805542"/>
                  <a:pt x="63255" y="805916"/>
                </a:cubicBezTo>
                <a:cubicBezTo>
                  <a:pt x="61288" y="806290"/>
                  <a:pt x="59389" y="806883"/>
                  <a:pt x="57559" y="807696"/>
                </a:cubicBezTo>
                <a:cubicBezTo>
                  <a:pt x="55729" y="808508"/>
                  <a:pt x="54015" y="809517"/>
                  <a:pt x="52418" y="810725"/>
                </a:cubicBezTo>
                <a:cubicBezTo>
                  <a:pt x="50820" y="811932"/>
                  <a:pt x="49381" y="813305"/>
                  <a:pt x="48100" y="814844"/>
                </a:cubicBezTo>
                <a:cubicBezTo>
                  <a:pt x="46819" y="816383"/>
                  <a:pt x="45730" y="818048"/>
                  <a:pt x="44833" y="819838"/>
                </a:cubicBezTo>
                <a:cubicBezTo>
                  <a:pt x="43936" y="821627"/>
                  <a:pt x="43254" y="823496"/>
                  <a:pt x="42788" y="825443"/>
                </a:cubicBezTo>
                <a:cubicBezTo>
                  <a:pt x="42321" y="827391"/>
                  <a:pt x="42083" y="829365"/>
                  <a:pt x="42071" y="831367"/>
                </a:cubicBezTo>
                <a:cubicBezTo>
                  <a:pt x="42060" y="833369"/>
                  <a:pt x="42277" y="835347"/>
                  <a:pt x="42722" y="837299"/>
                </a:cubicBezTo>
                <a:cubicBezTo>
                  <a:pt x="43166" y="839251"/>
                  <a:pt x="43827" y="841128"/>
                  <a:pt x="44704" y="842928"/>
                </a:cubicBezTo>
                <a:cubicBezTo>
                  <a:pt x="45582" y="844728"/>
                  <a:pt x="46652" y="846404"/>
                  <a:pt x="47916" y="847957"/>
                </a:cubicBezTo>
                <a:cubicBezTo>
                  <a:pt x="49179" y="849510"/>
                  <a:pt x="50603" y="850899"/>
                  <a:pt x="52187" y="852124"/>
                </a:cubicBezTo>
                <a:cubicBezTo>
                  <a:pt x="53771" y="853349"/>
                  <a:pt x="55473" y="854377"/>
                  <a:pt x="57294" y="855210"/>
                </a:cubicBezTo>
                <a:cubicBezTo>
                  <a:pt x="59115" y="856042"/>
                  <a:pt x="61007" y="856657"/>
                  <a:pt x="62970" y="857053"/>
                </a:cubicBezTo>
                <a:cubicBezTo>
                  <a:pt x="64932" y="857450"/>
                  <a:pt x="66914" y="857617"/>
                  <a:pt x="68916" y="857557"/>
                </a:cubicBezTo>
                <a:lnTo>
                  <a:pt x="211831" y="891788"/>
                </a:lnTo>
                <a:lnTo>
                  <a:pt x="181485" y="1018486"/>
                </a:lnTo>
                <a:lnTo>
                  <a:pt x="38569" y="984255"/>
                </a:lnTo>
                <a:cubicBezTo>
                  <a:pt x="36812" y="983294"/>
                  <a:pt x="34970" y="982546"/>
                  <a:pt x="33040" y="982010"/>
                </a:cubicBezTo>
                <a:cubicBezTo>
                  <a:pt x="31111" y="981474"/>
                  <a:pt x="29146" y="981165"/>
                  <a:pt x="27146" y="981082"/>
                </a:cubicBezTo>
                <a:cubicBezTo>
                  <a:pt x="25145" y="980999"/>
                  <a:pt x="23161" y="981145"/>
                  <a:pt x="21194" y="981519"/>
                </a:cubicBezTo>
                <a:cubicBezTo>
                  <a:pt x="19227" y="981894"/>
                  <a:pt x="17329" y="982487"/>
                  <a:pt x="15499" y="983299"/>
                </a:cubicBezTo>
                <a:cubicBezTo>
                  <a:pt x="13668" y="984111"/>
                  <a:pt x="11955" y="985120"/>
                  <a:pt x="10357" y="986328"/>
                </a:cubicBezTo>
                <a:cubicBezTo>
                  <a:pt x="8760" y="987535"/>
                  <a:pt x="7321" y="988909"/>
                  <a:pt x="6040" y="990447"/>
                </a:cubicBezTo>
                <a:cubicBezTo>
                  <a:pt x="4759" y="991986"/>
                  <a:pt x="3670" y="993651"/>
                  <a:pt x="2773" y="995441"/>
                </a:cubicBezTo>
                <a:cubicBezTo>
                  <a:pt x="1876" y="997231"/>
                  <a:pt x="1194" y="999099"/>
                  <a:pt x="727" y="1001047"/>
                </a:cubicBezTo>
                <a:cubicBezTo>
                  <a:pt x="261" y="1002994"/>
                  <a:pt x="22" y="1004969"/>
                  <a:pt x="11" y="1006970"/>
                </a:cubicBezTo>
                <a:cubicBezTo>
                  <a:pt x="0" y="1008973"/>
                  <a:pt x="217" y="1010950"/>
                  <a:pt x="661" y="1012903"/>
                </a:cubicBezTo>
                <a:cubicBezTo>
                  <a:pt x="1106" y="1014854"/>
                  <a:pt x="1767" y="1016731"/>
                  <a:pt x="2644" y="1018531"/>
                </a:cubicBezTo>
                <a:cubicBezTo>
                  <a:pt x="3521" y="1020331"/>
                  <a:pt x="4592" y="1022007"/>
                  <a:pt x="5855" y="1023560"/>
                </a:cubicBezTo>
                <a:cubicBezTo>
                  <a:pt x="7119" y="1025113"/>
                  <a:pt x="8543" y="1026502"/>
                  <a:pt x="10127" y="1027727"/>
                </a:cubicBezTo>
                <a:cubicBezTo>
                  <a:pt x="11710" y="1028952"/>
                  <a:pt x="13413" y="1029981"/>
                  <a:pt x="15234" y="1030814"/>
                </a:cubicBezTo>
                <a:cubicBezTo>
                  <a:pt x="17055" y="1031646"/>
                  <a:pt x="18947" y="1032260"/>
                  <a:pt x="20909" y="1032656"/>
                </a:cubicBezTo>
                <a:cubicBezTo>
                  <a:pt x="22872" y="1033053"/>
                  <a:pt x="24854" y="1033221"/>
                  <a:pt x="26855" y="1033160"/>
                </a:cubicBezTo>
                <a:lnTo>
                  <a:pt x="169771" y="1067391"/>
                </a:lnTo>
                <a:lnTo>
                  <a:pt x="130260" y="1232353"/>
                </a:lnTo>
                <a:cubicBezTo>
                  <a:pt x="129455" y="1235712"/>
                  <a:pt x="129323" y="1239099"/>
                  <a:pt x="129866" y="1242511"/>
                </a:cubicBezTo>
                <a:cubicBezTo>
                  <a:pt x="130408" y="1245924"/>
                  <a:pt x="131583" y="1249103"/>
                  <a:pt x="133390" y="1252048"/>
                </a:cubicBezTo>
                <a:cubicBezTo>
                  <a:pt x="135197" y="1254993"/>
                  <a:pt x="137498" y="1257480"/>
                  <a:pt x="140295" y="1259509"/>
                </a:cubicBezTo>
                <a:cubicBezTo>
                  <a:pt x="143091" y="1261539"/>
                  <a:pt x="146170" y="1262956"/>
                  <a:pt x="149530" y="1263762"/>
                </a:cubicBezTo>
                <a:lnTo>
                  <a:pt x="314491" y="1303272"/>
                </a:lnTo>
                <a:lnTo>
                  <a:pt x="280321" y="1445934"/>
                </a:lnTo>
                <a:cubicBezTo>
                  <a:pt x="279360" y="1447691"/>
                  <a:pt x="278611" y="1449534"/>
                  <a:pt x="278076" y="1451463"/>
                </a:cubicBezTo>
                <a:cubicBezTo>
                  <a:pt x="277540" y="1453393"/>
                  <a:pt x="277230" y="1455358"/>
                  <a:pt x="277148" y="1457358"/>
                </a:cubicBezTo>
                <a:cubicBezTo>
                  <a:pt x="277065" y="1459359"/>
                  <a:pt x="277210" y="1461343"/>
                  <a:pt x="277585" y="1463309"/>
                </a:cubicBezTo>
                <a:cubicBezTo>
                  <a:pt x="277959" y="1465276"/>
                  <a:pt x="278553" y="1467175"/>
                  <a:pt x="279365" y="1469005"/>
                </a:cubicBezTo>
                <a:cubicBezTo>
                  <a:pt x="280177" y="1470835"/>
                  <a:pt x="281186" y="1472549"/>
                  <a:pt x="282394" y="1474146"/>
                </a:cubicBezTo>
                <a:cubicBezTo>
                  <a:pt x="283601" y="1475744"/>
                  <a:pt x="284974" y="1477183"/>
                  <a:pt x="286513" y="1478464"/>
                </a:cubicBezTo>
                <a:cubicBezTo>
                  <a:pt x="288052" y="1479745"/>
                  <a:pt x="289716" y="1480834"/>
                  <a:pt x="291506" y="1481730"/>
                </a:cubicBezTo>
                <a:cubicBezTo>
                  <a:pt x="293296" y="1482628"/>
                  <a:pt x="295165" y="1483309"/>
                  <a:pt x="297112" y="1483776"/>
                </a:cubicBezTo>
                <a:cubicBezTo>
                  <a:pt x="299059" y="1484243"/>
                  <a:pt x="301034" y="1484481"/>
                  <a:pt x="303036" y="1484492"/>
                </a:cubicBezTo>
                <a:cubicBezTo>
                  <a:pt x="305039" y="1484503"/>
                  <a:pt x="307016" y="1484287"/>
                  <a:pt x="308968" y="1483842"/>
                </a:cubicBezTo>
                <a:cubicBezTo>
                  <a:pt x="310920" y="1483398"/>
                  <a:pt x="312796" y="1482737"/>
                  <a:pt x="314596" y="1481859"/>
                </a:cubicBezTo>
                <a:cubicBezTo>
                  <a:pt x="316396" y="1480982"/>
                  <a:pt x="318073" y="1479912"/>
                  <a:pt x="319626" y="1478649"/>
                </a:cubicBezTo>
                <a:cubicBezTo>
                  <a:pt x="321179" y="1477385"/>
                  <a:pt x="322568" y="1475961"/>
                  <a:pt x="323793" y="1474377"/>
                </a:cubicBezTo>
                <a:cubicBezTo>
                  <a:pt x="325018" y="1472793"/>
                  <a:pt x="326047" y="1471091"/>
                  <a:pt x="326879" y="1469270"/>
                </a:cubicBezTo>
                <a:cubicBezTo>
                  <a:pt x="327712" y="1467448"/>
                  <a:pt x="328326" y="1465557"/>
                  <a:pt x="328722" y="1463594"/>
                </a:cubicBezTo>
                <a:cubicBezTo>
                  <a:pt x="329119" y="1461632"/>
                  <a:pt x="329287" y="1459650"/>
                  <a:pt x="329226" y="1457648"/>
                </a:cubicBezTo>
                <a:lnTo>
                  <a:pt x="363457" y="1314733"/>
                </a:lnTo>
                <a:lnTo>
                  <a:pt x="490155" y="1345079"/>
                </a:lnTo>
                <a:lnTo>
                  <a:pt x="455924" y="1487994"/>
                </a:lnTo>
                <a:cubicBezTo>
                  <a:pt x="454921" y="1489751"/>
                  <a:pt x="454133" y="1491599"/>
                  <a:pt x="453561" y="1493539"/>
                </a:cubicBezTo>
                <a:cubicBezTo>
                  <a:pt x="452988" y="1495478"/>
                  <a:pt x="452646" y="1497458"/>
                  <a:pt x="452534" y="1499477"/>
                </a:cubicBezTo>
                <a:cubicBezTo>
                  <a:pt x="452422" y="1501497"/>
                  <a:pt x="452544" y="1503503"/>
                  <a:pt x="452899" y="1505493"/>
                </a:cubicBezTo>
                <a:cubicBezTo>
                  <a:pt x="453255" y="1507485"/>
                  <a:pt x="453834" y="1509409"/>
                  <a:pt x="454637" y="1511264"/>
                </a:cubicBezTo>
                <a:cubicBezTo>
                  <a:pt x="455441" y="1513121"/>
                  <a:pt x="456446" y="1514860"/>
                  <a:pt x="457655" y="1516482"/>
                </a:cubicBezTo>
                <a:cubicBezTo>
                  <a:pt x="458863" y="1518104"/>
                  <a:pt x="460241" y="1519565"/>
                  <a:pt x="461790" y="1520867"/>
                </a:cubicBezTo>
                <a:cubicBezTo>
                  <a:pt x="463338" y="1522168"/>
                  <a:pt x="465016" y="1523273"/>
                  <a:pt x="466822" y="1524184"/>
                </a:cubicBezTo>
                <a:cubicBezTo>
                  <a:pt x="468628" y="1525095"/>
                  <a:pt x="470514" y="1525785"/>
                  <a:pt x="472481" y="1526256"/>
                </a:cubicBezTo>
                <a:cubicBezTo>
                  <a:pt x="474448" y="1526727"/>
                  <a:pt x="476443" y="1526966"/>
                  <a:pt x="478466" y="1526973"/>
                </a:cubicBezTo>
                <a:cubicBezTo>
                  <a:pt x="480488" y="1526979"/>
                  <a:pt x="482484" y="1526753"/>
                  <a:pt x="484454" y="1526295"/>
                </a:cubicBezTo>
                <a:cubicBezTo>
                  <a:pt x="486424" y="1525837"/>
                  <a:pt x="488315" y="1525159"/>
                  <a:pt x="490127" y="1524260"/>
                </a:cubicBezTo>
                <a:cubicBezTo>
                  <a:pt x="491939" y="1523361"/>
                  <a:pt x="493624" y="1522267"/>
                  <a:pt x="495181" y="1520975"/>
                </a:cubicBezTo>
                <a:cubicBezTo>
                  <a:pt x="496738" y="1519685"/>
                  <a:pt x="498126" y="1518232"/>
                  <a:pt x="499345" y="1516618"/>
                </a:cubicBezTo>
                <a:cubicBezTo>
                  <a:pt x="500563" y="1515004"/>
                  <a:pt x="501580" y="1513271"/>
                  <a:pt x="502396" y="1511421"/>
                </a:cubicBezTo>
                <a:cubicBezTo>
                  <a:pt x="503211" y="1509570"/>
                  <a:pt x="503803" y="1507650"/>
                  <a:pt x="504171" y="1505661"/>
                </a:cubicBezTo>
                <a:cubicBezTo>
                  <a:pt x="504540" y="1503673"/>
                  <a:pt x="504674" y="1501668"/>
                  <a:pt x="504576" y="1499648"/>
                </a:cubicBezTo>
                <a:lnTo>
                  <a:pt x="538807" y="1356733"/>
                </a:lnTo>
                <a:lnTo>
                  <a:pt x="665505" y="1387079"/>
                </a:lnTo>
                <a:lnTo>
                  <a:pt x="631274" y="1529994"/>
                </a:lnTo>
                <a:cubicBezTo>
                  <a:pt x="630469" y="1533354"/>
                  <a:pt x="630338" y="1536741"/>
                  <a:pt x="630880" y="1540153"/>
                </a:cubicBezTo>
                <a:cubicBezTo>
                  <a:pt x="631423" y="1543565"/>
                  <a:pt x="632597" y="1546744"/>
                  <a:pt x="634404" y="1549690"/>
                </a:cubicBezTo>
                <a:cubicBezTo>
                  <a:pt x="636211" y="1552635"/>
                  <a:pt x="638513" y="1555122"/>
                  <a:pt x="641309" y="1557151"/>
                </a:cubicBezTo>
                <a:cubicBezTo>
                  <a:pt x="644106" y="1559182"/>
                  <a:pt x="647184" y="1560599"/>
                  <a:pt x="650544" y="1561403"/>
                </a:cubicBezTo>
                <a:cubicBezTo>
                  <a:pt x="653905" y="1562209"/>
                  <a:pt x="657291" y="1562340"/>
                  <a:pt x="660703" y="1561797"/>
                </a:cubicBezTo>
                <a:cubicBezTo>
                  <a:pt x="664116" y="1561255"/>
                  <a:pt x="667295" y="1560080"/>
                  <a:pt x="670240" y="1558273"/>
                </a:cubicBezTo>
                <a:cubicBezTo>
                  <a:pt x="673185" y="1556466"/>
                  <a:pt x="675672" y="1554165"/>
                  <a:pt x="677702" y="1551368"/>
                </a:cubicBezTo>
                <a:cubicBezTo>
                  <a:pt x="679731" y="1548571"/>
                  <a:pt x="681148" y="1545493"/>
                  <a:pt x="681953" y="1542133"/>
                </a:cubicBezTo>
                <a:lnTo>
                  <a:pt x="716184" y="1399218"/>
                </a:lnTo>
                <a:lnTo>
                  <a:pt x="842882" y="1429565"/>
                </a:lnTo>
                <a:lnTo>
                  <a:pt x="808651" y="1572480"/>
                </a:lnTo>
                <a:cubicBezTo>
                  <a:pt x="807691" y="1574236"/>
                  <a:pt x="806942" y="1576080"/>
                  <a:pt x="806406" y="1578008"/>
                </a:cubicBezTo>
                <a:cubicBezTo>
                  <a:pt x="805871" y="1579938"/>
                  <a:pt x="805561" y="1581903"/>
                  <a:pt x="805478" y="1583903"/>
                </a:cubicBezTo>
                <a:cubicBezTo>
                  <a:pt x="805395" y="1585904"/>
                  <a:pt x="805541" y="1587888"/>
                  <a:pt x="805916" y="1589855"/>
                </a:cubicBezTo>
                <a:cubicBezTo>
                  <a:pt x="806290" y="1591821"/>
                  <a:pt x="806883" y="1593721"/>
                  <a:pt x="807696" y="1595551"/>
                </a:cubicBezTo>
                <a:cubicBezTo>
                  <a:pt x="808508" y="1597381"/>
                  <a:pt x="809517" y="1599095"/>
                  <a:pt x="810724" y="1600691"/>
                </a:cubicBezTo>
                <a:cubicBezTo>
                  <a:pt x="811932" y="1602289"/>
                  <a:pt x="813305" y="1603728"/>
                  <a:pt x="814844" y="1605009"/>
                </a:cubicBezTo>
                <a:cubicBezTo>
                  <a:pt x="816383" y="1606290"/>
                  <a:pt x="818047" y="1607379"/>
                  <a:pt x="819837" y="1608276"/>
                </a:cubicBezTo>
                <a:cubicBezTo>
                  <a:pt x="821627" y="1609173"/>
                  <a:pt x="823496" y="1609855"/>
                  <a:pt x="825443" y="1610322"/>
                </a:cubicBezTo>
                <a:cubicBezTo>
                  <a:pt x="827390" y="1610788"/>
                  <a:pt x="829365" y="1611026"/>
                  <a:pt x="831367" y="1611037"/>
                </a:cubicBezTo>
                <a:cubicBezTo>
                  <a:pt x="833369" y="1611049"/>
                  <a:pt x="835347" y="1610832"/>
                  <a:pt x="837299" y="1610388"/>
                </a:cubicBezTo>
                <a:cubicBezTo>
                  <a:pt x="839251" y="1609943"/>
                  <a:pt x="841127" y="1609282"/>
                  <a:pt x="842927" y="1608405"/>
                </a:cubicBezTo>
                <a:cubicBezTo>
                  <a:pt x="844727" y="1607527"/>
                  <a:pt x="846404" y="1606457"/>
                  <a:pt x="847957" y="1605193"/>
                </a:cubicBezTo>
                <a:cubicBezTo>
                  <a:pt x="849510" y="1603930"/>
                  <a:pt x="850899" y="1602506"/>
                  <a:pt x="852124" y="1600922"/>
                </a:cubicBezTo>
                <a:cubicBezTo>
                  <a:pt x="853349" y="1599338"/>
                  <a:pt x="854377" y="1597636"/>
                  <a:pt x="855210" y="1595815"/>
                </a:cubicBezTo>
                <a:cubicBezTo>
                  <a:pt x="856042" y="1593994"/>
                  <a:pt x="856657" y="1592102"/>
                  <a:pt x="857053" y="1590139"/>
                </a:cubicBezTo>
                <a:cubicBezTo>
                  <a:pt x="857449" y="1588177"/>
                  <a:pt x="857617" y="1586195"/>
                  <a:pt x="857557" y="1584193"/>
                </a:cubicBezTo>
                <a:lnTo>
                  <a:pt x="891788" y="1441278"/>
                </a:lnTo>
                <a:lnTo>
                  <a:pt x="1018486" y="1471625"/>
                </a:lnTo>
                <a:lnTo>
                  <a:pt x="984255" y="1614540"/>
                </a:lnTo>
                <a:cubicBezTo>
                  <a:pt x="983294" y="1616297"/>
                  <a:pt x="982546" y="1618140"/>
                  <a:pt x="982010" y="1620069"/>
                </a:cubicBezTo>
                <a:cubicBezTo>
                  <a:pt x="981474" y="1621998"/>
                  <a:pt x="981165" y="1623963"/>
                  <a:pt x="981082" y="1625964"/>
                </a:cubicBezTo>
                <a:cubicBezTo>
                  <a:pt x="980999" y="1627964"/>
                  <a:pt x="981145" y="1629948"/>
                  <a:pt x="981519" y="1631915"/>
                </a:cubicBezTo>
                <a:cubicBezTo>
                  <a:pt x="981894" y="1633882"/>
                  <a:pt x="982487" y="1635781"/>
                  <a:pt x="983299" y="1637611"/>
                </a:cubicBezTo>
                <a:cubicBezTo>
                  <a:pt x="984111" y="1639441"/>
                  <a:pt x="985121" y="1641155"/>
                  <a:pt x="986328" y="1642752"/>
                </a:cubicBezTo>
                <a:cubicBezTo>
                  <a:pt x="987535" y="1644349"/>
                  <a:pt x="988908" y="1645789"/>
                  <a:pt x="990447" y="1647069"/>
                </a:cubicBezTo>
                <a:cubicBezTo>
                  <a:pt x="991986" y="1648351"/>
                  <a:pt x="993651" y="1649440"/>
                  <a:pt x="995441" y="1650336"/>
                </a:cubicBezTo>
                <a:cubicBezTo>
                  <a:pt x="997231" y="1651233"/>
                  <a:pt x="999099" y="1651915"/>
                  <a:pt x="1001047" y="1652382"/>
                </a:cubicBezTo>
                <a:cubicBezTo>
                  <a:pt x="1002994" y="1652848"/>
                  <a:pt x="1004968" y="1653087"/>
                  <a:pt x="1006971" y="1653098"/>
                </a:cubicBezTo>
                <a:cubicBezTo>
                  <a:pt x="1008973" y="1653109"/>
                  <a:pt x="1010950" y="1652892"/>
                  <a:pt x="1012902" y="1652448"/>
                </a:cubicBezTo>
                <a:cubicBezTo>
                  <a:pt x="1014855" y="1652003"/>
                  <a:pt x="1016731" y="1651343"/>
                  <a:pt x="1018531" y="1650465"/>
                </a:cubicBezTo>
                <a:cubicBezTo>
                  <a:pt x="1020331" y="1649588"/>
                  <a:pt x="1022007" y="1648518"/>
                  <a:pt x="1023560" y="1647254"/>
                </a:cubicBezTo>
                <a:cubicBezTo>
                  <a:pt x="1025113" y="1645990"/>
                  <a:pt x="1026503" y="1644566"/>
                  <a:pt x="1027727" y="1642983"/>
                </a:cubicBezTo>
                <a:cubicBezTo>
                  <a:pt x="1028952" y="1641399"/>
                  <a:pt x="1029981" y="1639696"/>
                  <a:pt x="1030813" y="1637875"/>
                </a:cubicBezTo>
                <a:cubicBezTo>
                  <a:pt x="1031646" y="1636054"/>
                  <a:pt x="1032260" y="1634162"/>
                  <a:pt x="1032657" y="1632200"/>
                </a:cubicBezTo>
                <a:cubicBezTo>
                  <a:pt x="1033053" y="1630237"/>
                  <a:pt x="1033221" y="1628255"/>
                  <a:pt x="1033160" y="1626254"/>
                </a:cubicBezTo>
                <a:lnTo>
                  <a:pt x="1067391" y="1483338"/>
                </a:lnTo>
                <a:lnTo>
                  <a:pt x="1232352" y="1522850"/>
                </a:lnTo>
                <a:cubicBezTo>
                  <a:pt x="1235712" y="1523654"/>
                  <a:pt x="1239099" y="1523786"/>
                  <a:pt x="1242511" y="1523243"/>
                </a:cubicBezTo>
                <a:cubicBezTo>
                  <a:pt x="1245924" y="1522701"/>
                  <a:pt x="1249102" y="1521527"/>
                  <a:pt x="1252047" y="1519720"/>
                </a:cubicBezTo>
                <a:cubicBezTo>
                  <a:pt x="1254993" y="1517913"/>
                  <a:pt x="1257480" y="1515611"/>
                  <a:pt x="1259509" y="1512815"/>
                </a:cubicBezTo>
                <a:cubicBezTo>
                  <a:pt x="1261539" y="1510018"/>
                  <a:pt x="1262956" y="1506940"/>
                  <a:pt x="1263761" y="1503580"/>
                </a:cubicBezTo>
                <a:lnTo>
                  <a:pt x="1303090" y="1339379"/>
                </a:lnTo>
                <a:lnTo>
                  <a:pt x="1445752" y="1373549"/>
                </a:lnTo>
                <a:cubicBezTo>
                  <a:pt x="1447500" y="1374702"/>
                  <a:pt x="1449359" y="1375631"/>
                  <a:pt x="1451330" y="1376336"/>
                </a:cubicBezTo>
                <a:cubicBezTo>
                  <a:pt x="1453301" y="1377041"/>
                  <a:pt x="1455328" y="1377501"/>
                  <a:pt x="1457410" y="1377717"/>
                </a:cubicBezTo>
                <a:cubicBezTo>
                  <a:pt x="1459493" y="1377934"/>
                  <a:pt x="1461571" y="1377900"/>
                  <a:pt x="1463644" y="1377615"/>
                </a:cubicBezTo>
                <a:cubicBezTo>
                  <a:pt x="1465719" y="1377331"/>
                  <a:pt x="1467729" y="1376804"/>
                  <a:pt x="1469676" y="1376035"/>
                </a:cubicBezTo>
                <a:cubicBezTo>
                  <a:pt x="1471623" y="1375266"/>
                  <a:pt x="1473451" y="1374276"/>
                  <a:pt x="1475159" y="1373067"/>
                </a:cubicBezTo>
                <a:cubicBezTo>
                  <a:pt x="1476868" y="1371857"/>
                  <a:pt x="1478408" y="1370461"/>
                  <a:pt x="1479780" y="1368880"/>
                </a:cubicBezTo>
                <a:cubicBezTo>
                  <a:pt x="1481153" y="1367299"/>
                  <a:pt x="1482317" y="1365578"/>
                  <a:pt x="1483275" y="1363717"/>
                </a:cubicBezTo>
                <a:cubicBezTo>
                  <a:pt x="1484232" y="1361855"/>
                  <a:pt x="1484955" y="1359906"/>
                  <a:pt x="1485442" y="1357870"/>
                </a:cubicBezTo>
                <a:cubicBezTo>
                  <a:pt x="1485930" y="1355834"/>
                  <a:pt x="1486169" y="1353769"/>
                  <a:pt x="1486159" y="1351676"/>
                </a:cubicBezTo>
                <a:cubicBezTo>
                  <a:pt x="1486149" y="1349583"/>
                  <a:pt x="1485890" y="1347521"/>
                  <a:pt x="1485383" y="1345489"/>
                </a:cubicBezTo>
                <a:cubicBezTo>
                  <a:pt x="1484876" y="1343458"/>
                  <a:pt x="1484135" y="1341517"/>
                  <a:pt x="1483160" y="1339664"/>
                </a:cubicBezTo>
                <a:cubicBezTo>
                  <a:pt x="1482185" y="1337811"/>
                  <a:pt x="1481003" y="1336101"/>
                  <a:pt x="1479616" y="1334533"/>
                </a:cubicBezTo>
                <a:cubicBezTo>
                  <a:pt x="1478229" y="1332966"/>
                  <a:pt x="1476675" y="1331585"/>
                  <a:pt x="1474955" y="1330392"/>
                </a:cubicBezTo>
                <a:cubicBezTo>
                  <a:pt x="1473236" y="1329199"/>
                  <a:pt x="1471398" y="1328227"/>
                  <a:pt x="1469444" y="1327476"/>
                </a:cubicBezTo>
                <a:cubicBezTo>
                  <a:pt x="1467490" y="1326726"/>
                  <a:pt x="1465474" y="1326218"/>
                  <a:pt x="1463398" y="1325953"/>
                </a:cubicBezTo>
                <a:cubicBezTo>
                  <a:pt x="1461321" y="1325689"/>
                  <a:pt x="1459243" y="1325674"/>
                  <a:pt x="1457162" y="1325911"/>
                </a:cubicBezTo>
                <a:lnTo>
                  <a:pt x="1314247" y="1291679"/>
                </a:lnTo>
                <a:lnTo>
                  <a:pt x="1344594" y="1164982"/>
                </a:lnTo>
                <a:lnTo>
                  <a:pt x="1487509" y="1199213"/>
                </a:lnTo>
                <a:cubicBezTo>
                  <a:pt x="1490869" y="1200017"/>
                  <a:pt x="1494256" y="1200148"/>
                  <a:pt x="1497668" y="1199606"/>
                </a:cubicBezTo>
                <a:cubicBezTo>
                  <a:pt x="1501081" y="1199064"/>
                  <a:pt x="1504259" y="1197889"/>
                  <a:pt x="1507205" y="1196082"/>
                </a:cubicBezTo>
                <a:cubicBezTo>
                  <a:pt x="1510150" y="1194275"/>
                  <a:pt x="1512637" y="1191974"/>
                  <a:pt x="1514667" y="1189177"/>
                </a:cubicBezTo>
                <a:cubicBezTo>
                  <a:pt x="1516696" y="1186381"/>
                  <a:pt x="1518113" y="1183302"/>
                  <a:pt x="1518918" y="1179942"/>
                </a:cubicBezTo>
                <a:cubicBezTo>
                  <a:pt x="1519723" y="1176582"/>
                  <a:pt x="1519854" y="1173196"/>
                  <a:pt x="1519312" y="1169783"/>
                </a:cubicBezTo>
                <a:cubicBezTo>
                  <a:pt x="1518769" y="1166371"/>
                  <a:pt x="1517595" y="1163192"/>
                  <a:pt x="1515788" y="1160247"/>
                </a:cubicBezTo>
                <a:cubicBezTo>
                  <a:pt x="1513981" y="1157301"/>
                  <a:pt x="1511679" y="1154814"/>
                  <a:pt x="1508883" y="1152785"/>
                </a:cubicBezTo>
                <a:cubicBezTo>
                  <a:pt x="1506086" y="1150755"/>
                  <a:pt x="1503008" y="1149338"/>
                  <a:pt x="1499648" y="1148533"/>
                </a:cubicBezTo>
                <a:lnTo>
                  <a:pt x="1356732" y="1114303"/>
                </a:lnTo>
                <a:lnTo>
                  <a:pt x="1387079" y="987604"/>
                </a:lnTo>
                <a:lnTo>
                  <a:pt x="1529994" y="1021835"/>
                </a:lnTo>
                <a:cubicBezTo>
                  <a:pt x="1533355" y="1022640"/>
                  <a:pt x="1536741" y="1022772"/>
                  <a:pt x="1540153" y="1022229"/>
                </a:cubicBezTo>
                <a:cubicBezTo>
                  <a:pt x="1543566" y="1021686"/>
                  <a:pt x="1546745" y="1020512"/>
                  <a:pt x="1549690" y="1018705"/>
                </a:cubicBezTo>
                <a:cubicBezTo>
                  <a:pt x="1552635" y="1016898"/>
                  <a:pt x="1555122" y="1014596"/>
                  <a:pt x="1557152" y="1011800"/>
                </a:cubicBezTo>
                <a:cubicBezTo>
                  <a:pt x="1559181" y="1009004"/>
                  <a:pt x="1560598" y="1005925"/>
                  <a:pt x="1561403" y="1002565"/>
                </a:cubicBezTo>
                <a:cubicBezTo>
                  <a:pt x="1562208" y="999205"/>
                  <a:pt x="1562339" y="995818"/>
                  <a:pt x="1561797" y="992406"/>
                </a:cubicBezTo>
                <a:cubicBezTo>
                  <a:pt x="1561255" y="988993"/>
                  <a:pt x="1560080" y="985814"/>
                  <a:pt x="1558273" y="982869"/>
                </a:cubicBezTo>
                <a:cubicBezTo>
                  <a:pt x="1556466" y="979924"/>
                  <a:pt x="1554164" y="977437"/>
                  <a:pt x="1551368" y="975407"/>
                </a:cubicBezTo>
                <a:cubicBezTo>
                  <a:pt x="1548571" y="973378"/>
                  <a:pt x="1545493" y="971961"/>
                  <a:pt x="1542133" y="971156"/>
                </a:cubicBezTo>
                <a:lnTo>
                  <a:pt x="1399218" y="936925"/>
                </a:lnTo>
                <a:lnTo>
                  <a:pt x="1429564" y="810227"/>
                </a:lnTo>
                <a:lnTo>
                  <a:pt x="1572480" y="844458"/>
                </a:lnTo>
                <a:cubicBezTo>
                  <a:pt x="1574236" y="845419"/>
                  <a:pt x="1576079" y="846167"/>
                  <a:pt x="1578008" y="846703"/>
                </a:cubicBezTo>
                <a:cubicBezTo>
                  <a:pt x="1579938" y="847239"/>
                  <a:pt x="1581903" y="847548"/>
                  <a:pt x="1583903" y="847631"/>
                </a:cubicBezTo>
                <a:cubicBezTo>
                  <a:pt x="1585904" y="847714"/>
                  <a:pt x="1587887" y="847568"/>
                  <a:pt x="1589854" y="847193"/>
                </a:cubicBezTo>
                <a:cubicBezTo>
                  <a:pt x="1591821" y="846819"/>
                  <a:pt x="1593720" y="846226"/>
                  <a:pt x="1595550" y="845414"/>
                </a:cubicBezTo>
                <a:cubicBezTo>
                  <a:pt x="1597380" y="844602"/>
                  <a:pt x="1599094" y="843592"/>
                  <a:pt x="1600691" y="842385"/>
                </a:cubicBezTo>
                <a:cubicBezTo>
                  <a:pt x="1602289" y="841177"/>
                  <a:pt x="1603728" y="839805"/>
                  <a:pt x="1605009" y="838266"/>
                </a:cubicBezTo>
                <a:cubicBezTo>
                  <a:pt x="1606290" y="836726"/>
                  <a:pt x="1607379" y="835062"/>
                  <a:pt x="1608276" y="833272"/>
                </a:cubicBezTo>
                <a:cubicBezTo>
                  <a:pt x="1609173" y="831482"/>
                  <a:pt x="1609855" y="829614"/>
                  <a:pt x="1610321" y="827667"/>
                </a:cubicBezTo>
                <a:cubicBezTo>
                  <a:pt x="1610788" y="825719"/>
                  <a:pt x="1611026" y="823744"/>
                  <a:pt x="1611038" y="821742"/>
                </a:cubicBezTo>
                <a:cubicBezTo>
                  <a:pt x="1611049" y="819740"/>
                  <a:pt x="1610832" y="817762"/>
                  <a:pt x="1610387" y="815811"/>
                </a:cubicBezTo>
                <a:cubicBezTo>
                  <a:pt x="1609943" y="813858"/>
                  <a:pt x="1609282" y="811982"/>
                  <a:pt x="1608405" y="810182"/>
                </a:cubicBezTo>
                <a:cubicBezTo>
                  <a:pt x="1607527" y="808382"/>
                  <a:pt x="1606457" y="806706"/>
                  <a:pt x="1605193" y="805152"/>
                </a:cubicBezTo>
                <a:cubicBezTo>
                  <a:pt x="1603930" y="803599"/>
                  <a:pt x="1602506" y="802210"/>
                  <a:pt x="1600922" y="800985"/>
                </a:cubicBezTo>
                <a:cubicBezTo>
                  <a:pt x="1599338" y="799760"/>
                  <a:pt x="1597636" y="798732"/>
                  <a:pt x="1595815" y="797899"/>
                </a:cubicBezTo>
                <a:cubicBezTo>
                  <a:pt x="1593994" y="797067"/>
                  <a:pt x="1592102" y="796452"/>
                  <a:pt x="1590139" y="796056"/>
                </a:cubicBezTo>
                <a:cubicBezTo>
                  <a:pt x="1588177" y="795660"/>
                  <a:pt x="1586195" y="795492"/>
                  <a:pt x="1584193" y="795552"/>
                </a:cubicBezTo>
                <a:lnTo>
                  <a:pt x="1441278" y="761322"/>
                </a:lnTo>
                <a:lnTo>
                  <a:pt x="1471625" y="634623"/>
                </a:lnTo>
                <a:lnTo>
                  <a:pt x="1614661" y="668348"/>
                </a:lnTo>
                <a:close/>
                <a:moveTo>
                  <a:pt x="1207711" y="1025022"/>
                </a:moveTo>
                <a:lnTo>
                  <a:pt x="1138000" y="948040"/>
                </a:lnTo>
                <a:cubicBezTo>
                  <a:pt x="1134225" y="952259"/>
                  <a:pt x="1130022" y="955995"/>
                  <a:pt x="1125390" y="959249"/>
                </a:cubicBezTo>
                <a:cubicBezTo>
                  <a:pt x="1120757" y="962503"/>
                  <a:pt x="1115817" y="965191"/>
                  <a:pt x="1110568" y="967311"/>
                </a:cubicBezTo>
                <a:cubicBezTo>
                  <a:pt x="1105319" y="969432"/>
                  <a:pt x="1099899" y="970929"/>
                  <a:pt x="1094306" y="971806"/>
                </a:cubicBezTo>
                <a:cubicBezTo>
                  <a:pt x="1088713" y="972682"/>
                  <a:pt x="1083094" y="972913"/>
                  <a:pt x="1077448" y="972500"/>
                </a:cubicBezTo>
                <a:cubicBezTo>
                  <a:pt x="1071802" y="972086"/>
                  <a:pt x="1066277" y="971039"/>
                  <a:pt x="1060872" y="969358"/>
                </a:cubicBezTo>
                <a:cubicBezTo>
                  <a:pt x="1055466" y="967677"/>
                  <a:pt x="1050321" y="965405"/>
                  <a:pt x="1045437" y="962543"/>
                </a:cubicBezTo>
                <a:cubicBezTo>
                  <a:pt x="1040553" y="959680"/>
                  <a:pt x="1036057" y="956302"/>
                  <a:pt x="1031948" y="952409"/>
                </a:cubicBezTo>
                <a:cubicBezTo>
                  <a:pt x="1027839" y="948514"/>
                  <a:pt x="1024225" y="944206"/>
                  <a:pt x="1021105" y="939482"/>
                </a:cubicBezTo>
                <a:cubicBezTo>
                  <a:pt x="1017985" y="934758"/>
                  <a:pt x="1015441" y="929743"/>
                  <a:pt x="1013472" y="924436"/>
                </a:cubicBezTo>
                <a:cubicBezTo>
                  <a:pt x="1011503" y="919128"/>
                  <a:pt x="1010160" y="913667"/>
                  <a:pt x="1009445" y="908052"/>
                </a:cubicBezTo>
                <a:cubicBezTo>
                  <a:pt x="1008729" y="902436"/>
                  <a:pt x="1008659" y="896812"/>
                  <a:pt x="1009234" y="891180"/>
                </a:cubicBezTo>
                <a:cubicBezTo>
                  <a:pt x="1009809" y="885549"/>
                  <a:pt x="1011015" y="880056"/>
                  <a:pt x="1012850" y="874701"/>
                </a:cubicBezTo>
                <a:cubicBezTo>
                  <a:pt x="1014686" y="869345"/>
                  <a:pt x="1017104" y="864268"/>
                  <a:pt x="1020105" y="859468"/>
                </a:cubicBezTo>
                <a:cubicBezTo>
                  <a:pt x="1023106" y="854668"/>
                  <a:pt x="1026612" y="850271"/>
                  <a:pt x="1030622" y="846275"/>
                </a:cubicBezTo>
                <a:cubicBezTo>
                  <a:pt x="1034633" y="842280"/>
                  <a:pt x="1039043" y="838791"/>
                  <a:pt x="1043854" y="835807"/>
                </a:cubicBezTo>
                <a:cubicBezTo>
                  <a:pt x="1048665" y="832824"/>
                  <a:pt x="1053752" y="830425"/>
                  <a:pt x="1059114" y="828608"/>
                </a:cubicBezTo>
                <a:cubicBezTo>
                  <a:pt x="1064475" y="826792"/>
                  <a:pt x="1069973" y="825608"/>
                  <a:pt x="1075607" y="825054"/>
                </a:cubicBezTo>
                <a:cubicBezTo>
                  <a:pt x="1081240" y="824499"/>
                  <a:pt x="1086864" y="824590"/>
                  <a:pt x="1092476" y="825326"/>
                </a:cubicBezTo>
                <a:cubicBezTo>
                  <a:pt x="1098089" y="826063"/>
                  <a:pt x="1103546" y="827425"/>
                  <a:pt x="1108846" y="829414"/>
                </a:cubicBezTo>
                <a:cubicBezTo>
                  <a:pt x="1114146" y="831402"/>
                  <a:pt x="1119152" y="833965"/>
                  <a:pt x="1123864" y="837102"/>
                </a:cubicBezTo>
                <a:cubicBezTo>
                  <a:pt x="1128576" y="840240"/>
                  <a:pt x="1132871" y="843870"/>
                  <a:pt x="1136750" y="847993"/>
                </a:cubicBezTo>
                <a:cubicBezTo>
                  <a:pt x="1140629" y="852116"/>
                  <a:pt x="1143990" y="856625"/>
                  <a:pt x="1146835" y="861520"/>
                </a:cubicBezTo>
                <a:cubicBezTo>
                  <a:pt x="1149679" y="866415"/>
                  <a:pt x="1151931" y="871568"/>
                  <a:pt x="1153593" y="876979"/>
                </a:cubicBezTo>
                <a:cubicBezTo>
                  <a:pt x="1155254" y="882391"/>
                  <a:pt x="1156281" y="887920"/>
                  <a:pt x="1156673" y="893567"/>
                </a:cubicBezTo>
                <a:lnTo>
                  <a:pt x="1158701" y="894053"/>
                </a:lnTo>
                <a:lnTo>
                  <a:pt x="1240235" y="984317"/>
                </a:lnTo>
                <a:lnTo>
                  <a:pt x="1330698" y="1005984"/>
                </a:lnTo>
                <a:lnTo>
                  <a:pt x="1318984" y="1054889"/>
                </a:lnTo>
                <a:lnTo>
                  <a:pt x="1220920" y="1031401"/>
                </a:lnTo>
                <a:cubicBezTo>
                  <a:pt x="1215893" y="1030567"/>
                  <a:pt x="1211490" y="1028440"/>
                  <a:pt x="1207711" y="1025022"/>
                </a:cubicBezTo>
                <a:close/>
                <a:moveTo>
                  <a:pt x="1137400" y="676480"/>
                </a:moveTo>
                <a:cubicBezTo>
                  <a:pt x="1140047" y="674858"/>
                  <a:pt x="1142785" y="673409"/>
                  <a:pt x="1145614" y="672132"/>
                </a:cubicBezTo>
                <a:cubicBezTo>
                  <a:pt x="1148444" y="670854"/>
                  <a:pt x="1151342" y="669759"/>
                  <a:pt x="1154309" y="668847"/>
                </a:cubicBezTo>
                <a:cubicBezTo>
                  <a:pt x="1157277" y="667934"/>
                  <a:pt x="1160289" y="667212"/>
                  <a:pt x="1163348" y="666679"/>
                </a:cubicBezTo>
                <a:cubicBezTo>
                  <a:pt x="1166406" y="666145"/>
                  <a:pt x="1169485" y="665806"/>
                  <a:pt x="1172586" y="665660"/>
                </a:cubicBezTo>
                <a:cubicBezTo>
                  <a:pt x="1175687" y="665514"/>
                  <a:pt x="1178785" y="665563"/>
                  <a:pt x="1181880" y="665807"/>
                </a:cubicBezTo>
                <a:cubicBezTo>
                  <a:pt x="1184975" y="666052"/>
                  <a:pt x="1188042" y="666489"/>
                  <a:pt x="1191082" y="667119"/>
                </a:cubicBezTo>
                <a:cubicBezTo>
                  <a:pt x="1194121" y="667749"/>
                  <a:pt x="1197110" y="668568"/>
                  <a:pt x="1200046" y="669574"/>
                </a:cubicBezTo>
                <a:cubicBezTo>
                  <a:pt x="1202983" y="670580"/>
                  <a:pt x="1205845" y="671767"/>
                  <a:pt x="1208633" y="673133"/>
                </a:cubicBezTo>
                <a:cubicBezTo>
                  <a:pt x="1211420" y="674500"/>
                  <a:pt x="1214111" y="676035"/>
                  <a:pt x="1216705" y="677740"/>
                </a:cubicBezTo>
                <a:cubicBezTo>
                  <a:pt x="1219299" y="679445"/>
                  <a:pt x="1221776" y="681306"/>
                  <a:pt x="1224136" y="683323"/>
                </a:cubicBezTo>
                <a:cubicBezTo>
                  <a:pt x="1226496" y="685340"/>
                  <a:pt x="1228720" y="687497"/>
                  <a:pt x="1230809" y="689794"/>
                </a:cubicBezTo>
                <a:cubicBezTo>
                  <a:pt x="1232897" y="692090"/>
                  <a:pt x="1234834" y="694509"/>
                  <a:pt x="1236618" y="697050"/>
                </a:cubicBezTo>
                <a:cubicBezTo>
                  <a:pt x="1238402" y="699590"/>
                  <a:pt x="1240020" y="702232"/>
                  <a:pt x="1241472" y="704976"/>
                </a:cubicBezTo>
                <a:cubicBezTo>
                  <a:pt x="1242923" y="707720"/>
                  <a:pt x="1244197" y="710545"/>
                  <a:pt x="1245293" y="713449"/>
                </a:cubicBezTo>
                <a:cubicBezTo>
                  <a:pt x="1246389" y="716353"/>
                  <a:pt x="1247299" y="719315"/>
                  <a:pt x="1248022" y="722334"/>
                </a:cubicBezTo>
                <a:cubicBezTo>
                  <a:pt x="1248746" y="725353"/>
                  <a:pt x="1249277" y="728405"/>
                  <a:pt x="1249616" y="731491"/>
                </a:cubicBezTo>
                <a:lnTo>
                  <a:pt x="1388478" y="764751"/>
                </a:lnTo>
                <a:lnTo>
                  <a:pt x="1376764" y="813657"/>
                </a:lnTo>
                <a:lnTo>
                  <a:pt x="1237903" y="780397"/>
                </a:lnTo>
                <a:cubicBezTo>
                  <a:pt x="1234803" y="784944"/>
                  <a:pt x="1231240" y="789094"/>
                  <a:pt x="1227214" y="792846"/>
                </a:cubicBezTo>
                <a:cubicBezTo>
                  <a:pt x="1223188" y="796599"/>
                  <a:pt x="1218798" y="799861"/>
                  <a:pt x="1214044" y="802635"/>
                </a:cubicBezTo>
                <a:cubicBezTo>
                  <a:pt x="1209290" y="805407"/>
                  <a:pt x="1204289" y="807622"/>
                  <a:pt x="1199041" y="809279"/>
                </a:cubicBezTo>
                <a:cubicBezTo>
                  <a:pt x="1193793" y="810937"/>
                  <a:pt x="1188427" y="811995"/>
                  <a:pt x="1182942" y="812455"/>
                </a:cubicBezTo>
                <a:cubicBezTo>
                  <a:pt x="1177458" y="812915"/>
                  <a:pt x="1171991" y="812765"/>
                  <a:pt x="1166540" y="812005"/>
                </a:cubicBezTo>
                <a:cubicBezTo>
                  <a:pt x="1161089" y="811245"/>
                  <a:pt x="1155789" y="809894"/>
                  <a:pt x="1150640" y="807951"/>
                </a:cubicBezTo>
                <a:cubicBezTo>
                  <a:pt x="1145490" y="806009"/>
                  <a:pt x="1140618" y="803522"/>
                  <a:pt x="1136024" y="800493"/>
                </a:cubicBezTo>
                <a:cubicBezTo>
                  <a:pt x="1131429" y="797464"/>
                  <a:pt x="1127225" y="793965"/>
                  <a:pt x="1123411" y="789998"/>
                </a:cubicBezTo>
                <a:cubicBezTo>
                  <a:pt x="1119596" y="786030"/>
                  <a:pt x="1116266" y="781690"/>
                  <a:pt x="1113421" y="776980"/>
                </a:cubicBezTo>
                <a:cubicBezTo>
                  <a:pt x="1110575" y="772269"/>
                  <a:pt x="1108283" y="767303"/>
                  <a:pt x="1106545" y="762081"/>
                </a:cubicBezTo>
                <a:cubicBezTo>
                  <a:pt x="1104807" y="756859"/>
                  <a:pt x="1103666" y="751510"/>
                  <a:pt x="1103121" y="746034"/>
                </a:cubicBezTo>
                <a:cubicBezTo>
                  <a:pt x="1102577" y="740557"/>
                  <a:pt x="1102643" y="735088"/>
                  <a:pt x="1103319" y="729626"/>
                </a:cubicBezTo>
                <a:cubicBezTo>
                  <a:pt x="1103995" y="724164"/>
                  <a:pt x="1105264" y="718844"/>
                  <a:pt x="1107127" y="713665"/>
                </a:cubicBezTo>
                <a:cubicBezTo>
                  <a:pt x="1108990" y="708486"/>
                  <a:pt x="1111401" y="703576"/>
                  <a:pt x="1114359" y="698936"/>
                </a:cubicBezTo>
                <a:cubicBezTo>
                  <a:pt x="1117318" y="694295"/>
                  <a:pt x="1120751" y="690037"/>
                  <a:pt x="1124659" y="686163"/>
                </a:cubicBezTo>
                <a:cubicBezTo>
                  <a:pt x="1128568" y="682288"/>
                  <a:pt x="1132855" y="678891"/>
                  <a:pt x="1137521" y="675973"/>
                </a:cubicBezTo>
                <a:lnTo>
                  <a:pt x="1137400" y="676480"/>
                </a:lnTo>
                <a:close/>
                <a:moveTo>
                  <a:pt x="1141308" y="355896"/>
                </a:moveTo>
                <a:lnTo>
                  <a:pt x="1098823" y="533274"/>
                </a:lnTo>
                <a:cubicBezTo>
                  <a:pt x="1103635" y="536452"/>
                  <a:pt x="1108016" y="540142"/>
                  <a:pt x="1111966" y="544344"/>
                </a:cubicBezTo>
                <a:cubicBezTo>
                  <a:pt x="1115916" y="548547"/>
                  <a:pt x="1119328" y="553148"/>
                  <a:pt x="1122201" y="558149"/>
                </a:cubicBezTo>
                <a:cubicBezTo>
                  <a:pt x="1125075" y="563149"/>
                  <a:pt x="1127334" y="568413"/>
                  <a:pt x="1128977" y="573942"/>
                </a:cubicBezTo>
                <a:cubicBezTo>
                  <a:pt x="1130620" y="579470"/>
                  <a:pt x="1131603" y="585113"/>
                  <a:pt x="1131926" y="590872"/>
                </a:cubicBezTo>
                <a:cubicBezTo>
                  <a:pt x="1132250" y="596629"/>
                  <a:pt x="1131905" y="602348"/>
                  <a:pt x="1130892" y="608025"/>
                </a:cubicBezTo>
                <a:cubicBezTo>
                  <a:pt x="1129878" y="613703"/>
                  <a:pt x="1128224" y="619187"/>
                  <a:pt x="1125928" y="624477"/>
                </a:cubicBezTo>
                <a:cubicBezTo>
                  <a:pt x="1123633" y="629769"/>
                  <a:pt x="1120758" y="634723"/>
                  <a:pt x="1117304" y="639342"/>
                </a:cubicBezTo>
                <a:cubicBezTo>
                  <a:pt x="1113850" y="643960"/>
                  <a:pt x="1109910" y="648118"/>
                  <a:pt x="1105484" y="651815"/>
                </a:cubicBezTo>
                <a:cubicBezTo>
                  <a:pt x="1101057" y="655513"/>
                  <a:pt x="1096265" y="658650"/>
                  <a:pt x="1091105" y="661226"/>
                </a:cubicBezTo>
                <a:cubicBezTo>
                  <a:pt x="1085945" y="663803"/>
                  <a:pt x="1080558" y="665750"/>
                  <a:pt x="1074943" y="667067"/>
                </a:cubicBezTo>
                <a:cubicBezTo>
                  <a:pt x="1069328" y="668385"/>
                  <a:pt x="1063637" y="669037"/>
                  <a:pt x="1057870" y="669023"/>
                </a:cubicBezTo>
                <a:cubicBezTo>
                  <a:pt x="1052103" y="669010"/>
                  <a:pt x="1046415" y="668331"/>
                  <a:pt x="1040806" y="666987"/>
                </a:cubicBezTo>
                <a:cubicBezTo>
                  <a:pt x="1035198" y="665644"/>
                  <a:pt x="1029819" y="663672"/>
                  <a:pt x="1024672" y="661071"/>
                </a:cubicBezTo>
                <a:cubicBezTo>
                  <a:pt x="1019524" y="658471"/>
                  <a:pt x="1014746" y="655311"/>
                  <a:pt x="1010337" y="651593"/>
                </a:cubicBezTo>
                <a:cubicBezTo>
                  <a:pt x="1005928" y="647875"/>
                  <a:pt x="1002008" y="643699"/>
                  <a:pt x="998575" y="639064"/>
                </a:cubicBezTo>
                <a:cubicBezTo>
                  <a:pt x="995143" y="634429"/>
                  <a:pt x="992291" y="629462"/>
                  <a:pt x="990020" y="624160"/>
                </a:cubicBezTo>
                <a:cubicBezTo>
                  <a:pt x="987750" y="618858"/>
                  <a:pt x="986121" y="613366"/>
                  <a:pt x="985134" y="607685"/>
                </a:cubicBezTo>
                <a:cubicBezTo>
                  <a:pt x="984147" y="602002"/>
                  <a:pt x="983829" y="596283"/>
                  <a:pt x="984180" y="590526"/>
                </a:cubicBezTo>
                <a:cubicBezTo>
                  <a:pt x="984530" y="584770"/>
                  <a:pt x="985540" y="579131"/>
                  <a:pt x="987209" y="573610"/>
                </a:cubicBezTo>
                <a:cubicBezTo>
                  <a:pt x="988877" y="568089"/>
                  <a:pt x="991160" y="562836"/>
                  <a:pt x="994058" y="557850"/>
                </a:cubicBezTo>
                <a:cubicBezTo>
                  <a:pt x="996955" y="552862"/>
                  <a:pt x="1000388" y="548277"/>
                  <a:pt x="1004358" y="544093"/>
                </a:cubicBezTo>
                <a:cubicBezTo>
                  <a:pt x="1008327" y="539909"/>
                  <a:pt x="1012725" y="536239"/>
                  <a:pt x="1017552" y="533084"/>
                </a:cubicBezTo>
                <a:cubicBezTo>
                  <a:pt x="1022380" y="529928"/>
                  <a:pt x="1027506" y="527372"/>
                  <a:pt x="1032931" y="525414"/>
                </a:cubicBezTo>
                <a:cubicBezTo>
                  <a:pt x="1038356" y="523457"/>
                  <a:pt x="1043934" y="522152"/>
                  <a:pt x="1049664" y="521499"/>
                </a:cubicBezTo>
                <a:lnTo>
                  <a:pt x="1092149" y="344122"/>
                </a:lnTo>
                <a:lnTo>
                  <a:pt x="1141308" y="355896"/>
                </a:lnTo>
                <a:close/>
                <a:moveTo>
                  <a:pt x="919573" y="563486"/>
                </a:moveTo>
                <a:cubicBezTo>
                  <a:pt x="918515" y="567927"/>
                  <a:pt x="917059" y="572234"/>
                  <a:pt x="915207" y="576407"/>
                </a:cubicBezTo>
                <a:cubicBezTo>
                  <a:pt x="913354" y="580581"/>
                  <a:pt x="911135" y="584549"/>
                  <a:pt x="908550" y="588313"/>
                </a:cubicBezTo>
                <a:cubicBezTo>
                  <a:pt x="905966" y="592076"/>
                  <a:pt x="903058" y="595572"/>
                  <a:pt x="899829" y="598800"/>
                </a:cubicBezTo>
                <a:cubicBezTo>
                  <a:pt x="896600" y="602028"/>
                  <a:pt x="893102" y="604933"/>
                  <a:pt x="889337" y="607515"/>
                </a:cubicBezTo>
                <a:cubicBezTo>
                  <a:pt x="885571" y="610098"/>
                  <a:pt x="881602" y="612314"/>
                  <a:pt x="877427" y="614164"/>
                </a:cubicBezTo>
                <a:cubicBezTo>
                  <a:pt x="873253" y="616014"/>
                  <a:pt x="868945" y="617467"/>
                  <a:pt x="864503" y="618523"/>
                </a:cubicBezTo>
                <a:cubicBezTo>
                  <a:pt x="860061" y="619578"/>
                  <a:pt x="855559" y="620219"/>
                  <a:pt x="850999" y="620444"/>
                </a:cubicBezTo>
                <a:cubicBezTo>
                  <a:pt x="846439" y="620669"/>
                  <a:pt x="841896" y="620476"/>
                  <a:pt x="837372" y="619863"/>
                </a:cubicBezTo>
                <a:cubicBezTo>
                  <a:pt x="832847" y="619251"/>
                  <a:pt x="828417" y="618230"/>
                  <a:pt x="824080" y="616800"/>
                </a:cubicBezTo>
                <a:cubicBezTo>
                  <a:pt x="819744" y="615370"/>
                  <a:pt x="815575" y="613556"/>
                  <a:pt x="811574" y="611357"/>
                </a:cubicBezTo>
                <a:cubicBezTo>
                  <a:pt x="807572" y="609158"/>
                  <a:pt x="803805" y="606612"/>
                  <a:pt x="800273" y="603718"/>
                </a:cubicBezTo>
                <a:cubicBezTo>
                  <a:pt x="796741" y="600825"/>
                  <a:pt x="793504" y="597633"/>
                  <a:pt x="790561" y="594142"/>
                </a:cubicBezTo>
                <a:cubicBezTo>
                  <a:pt x="787617" y="590652"/>
                  <a:pt x="785018" y="586921"/>
                  <a:pt x="782763" y="582951"/>
                </a:cubicBezTo>
                <a:cubicBezTo>
                  <a:pt x="780508" y="578981"/>
                  <a:pt x="778635" y="574838"/>
                  <a:pt x="777144" y="570523"/>
                </a:cubicBezTo>
                <a:cubicBezTo>
                  <a:pt x="775654" y="566207"/>
                  <a:pt x="774570" y="561791"/>
                  <a:pt x="773894" y="557275"/>
                </a:cubicBezTo>
                <a:cubicBezTo>
                  <a:pt x="773217" y="552760"/>
                  <a:pt x="772959" y="548221"/>
                  <a:pt x="773120" y="543658"/>
                </a:cubicBezTo>
                <a:cubicBezTo>
                  <a:pt x="773281" y="539095"/>
                  <a:pt x="773858" y="534585"/>
                  <a:pt x="774851" y="530128"/>
                </a:cubicBezTo>
                <a:cubicBezTo>
                  <a:pt x="775843" y="525672"/>
                  <a:pt x="777235" y="521343"/>
                  <a:pt x="779026" y="517144"/>
                </a:cubicBezTo>
                <a:cubicBezTo>
                  <a:pt x="780817" y="512943"/>
                  <a:pt x="782977" y="508943"/>
                  <a:pt x="785506" y="505141"/>
                </a:cubicBezTo>
                <a:cubicBezTo>
                  <a:pt x="788035" y="501340"/>
                  <a:pt x="790891" y="497801"/>
                  <a:pt x="794072" y="494527"/>
                </a:cubicBezTo>
                <a:cubicBezTo>
                  <a:pt x="797254" y="491252"/>
                  <a:pt x="800708" y="488296"/>
                  <a:pt x="804435" y="485658"/>
                </a:cubicBezTo>
                <a:cubicBezTo>
                  <a:pt x="808162" y="483021"/>
                  <a:pt x="812099" y="480746"/>
                  <a:pt x="816245" y="478834"/>
                </a:cubicBezTo>
                <a:cubicBezTo>
                  <a:pt x="820392" y="476923"/>
                  <a:pt x="824678" y="475407"/>
                  <a:pt x="829104" y="474286"/>
                </a:cubicBezTo>
                <a:cubicBezTo>
                  <a:pt x="833531" y="473165"/>
                  <a:pt x="838022" y="472459"/>
                  <a:pt x="842578" y="472166"/>
                </a:cubicBezTo>
                <a:cubicBezTo>
                  <a:pt x="843084" y="471512"/>
                  <a:pt x="843669" y="470937"/>
                  <a:pt x="844331" y="470443"/>
                </a:cubicBezTo>
                <a:lnTo>
                  <a:pt x="934341" y="388847"/>
                </a:lnTo>
                <a:lnTo>
                  <a:pt x="953277" y="309787"/>
                </a:lnTo>
                <a:lnTo>
                  <a:pt x="1001169" y="321259"/>
                </a:lnTo>
                <a:lnTo>
                  <a:pt x="980412" y="407920"/>
                </a:lnTo>
                <a:cubicBezTo>
                  <a:pt x="979157" y="412988"/>
                  <a:pt x="976608" y="417289"/>
                  <a:pt x="972766" y="420825"/>
                </a:cubicBezTo>
                <a:lnTo>
                  <a:pt x="897041" y="489765"/>
                </a:lnTo>
                <a:cubicBezTo>
                  <a:pt x="902034" y="494240"/>
                  <a:pt x="906345" y="499296"/>
                  <a:pt x="909973" y="504934"/>
                </a:cubicBezTo>
                <a:cubicBezTo>
                  <a:pt x="913602" y="510572"/>
                  <a:pt x="916418" y="516590"/>
                  <a:pt x="918422" y="522988"/>
                </a:cubicBezTo>
                <a:cubicBezTo>
                  <a:pt x="920427" y="529386"/>
                  <a:pt x="921547" y="535936"/>
                  <a:pt x="921784" y="542636"/>
                </a:cubicBezTo>
                <a:cubicBezTo>
                  <a:pt x="922020" y="549336"/>
                  <a:pt x="921364" y="555948"/>
                  <a:pt x="919816" y="562472"/>
                </a:cubicBezTo>
                <a:lnTo>
                  <a:pt x="919573" y="563486"/>
                </a:lnTo>
                <a:close/>
                <a:moveTo>
                  <a:pt x="725202" y="591951"/>
                </a:moveTo>
                <a:cubicBezTo>
                  <a:pt x="723179" y="600248"/>
                  <a:pt x="719825" y="607966"/>
                  <a:pt x="715139" y="615106"/>
                </a:cubicBezTo>
                <a:cubicBezTo>
                  <a:pt x="710453" y="622245"/>
                  <a:pt x="704707" y="628393"/>
                  <a:pt x="697900" y="633550"/>
                </a:cubicBezTo>
                <a:cubicBezTo>
                  <a:pt x="691093" y="638708"/>
                  <a:pt x="683619" y="642576"/>
                  <a:pt x="675478" y="645154"/>
                </a:cubicBezTo>
                <a:cubicBezTo>
                  <a:pt x="667337" y="647733"/>
                  <a:pt x="658999" y="648873"/>
                  <a:pt x="650465" y="648575"/>
                </a:cubicBezTo>
                <a:cubicBezTo>
                  <a:pt x="641930" y="648277"/>
                  <a:pt x="633692" y="646558"/>
                  <a:pt x="625751" y="643419"/>
                </a:cubicBezTo>
                <a:cubicBezTo>
                  <a:pt x="617809" y="640279"/>
                  <a:pt x="610623" y="635899"/>
                  <a:pt x="604192" y="630280"/>
                </a:cubicBezTo>
                <a:cubicBezTo>
                  <a:pt x="597762" y="624661"/>
                  <a:pt x="592458" y="618127"/>
                  <a:pt x="588281" y="610678"/>
                </a:cubicBezTo>
                <a:cubicBezTo>
                  <a:pt x="584105" y="603230"/>
                  <a:pt x="581297" y="595296"/>
                  <a:pt x="579857" y="586879"/>
                </a:cubicBezTo>
                <a:cubicBezTo>
                  <a:pt x="578312" y="576982"/>
                  <a:pt x="578699" y="567162"/>
                  <a:pt x="581019" y="557416"/>
                </a:cubicBezTo>
                <a:cubicBezTo>
                  <a:pt x="582800" y="550014"/>
                  <a:pt x="585655" y="543052"/>
                  <a:pt x="589585" y="536532"/>
                </a:cubicBezTo>
                <a:cubicBezTo>
                  <a:pt x="593515" y="530010"/>
                  <a:pt x="598336" y="524233"/>
                  <a:pt x="604049" y="519200"/>
                </a:cubicBezTo>
                <a:cubicBezTo>
                  <a:pt x="609762" y="514167"/>
                  <a:pt x="616100" y="510112"/>
                  <a:pt x="623065" y="507036"/>
                </a:cubicBezTo>
                <a:cubicBezTo>
                  <a:pt x="630029" y="503959"/>
                  <a:pt x="637295" y="502004"/>
                  <a:pt x="644863" y="501170"/>
                </a:cubicBezTo>
                <a:lnTo>
                  <a:pt x="659551" y="439848"/>
                </a:lnTo>
                <a:cubicBezTo>
                  <a:pt x="660806" y="434780"/>
                  <a:pt x="663355" y="430479"/>
                  <a:pt x="667196" y="426944"/>
                </a:cubicBezTo>
                <a:lnTo>
                  <a:pt x="757206" y="345348"/>
                </a:lnTo>
                <a:lnTo>
                  <a:pt x="775900" y="267302"/>
                </a:lnTo>
                <a:lnTo>
                  <a:pt x="823792" y="278774"/>
                </a:lnTo>
                <a:lnTo>
                  <a:pt x="803035" y="365435"/>
                </a:lnTo>
                <a:cubicBezTo>
                  <a:pt x="801779" y="370502"/>
                  <a:pt x="799231" y="374804"/>
                  <a:pt x="795389" y="378340"/>
                </a:cubicBezTo>
                <a:lnTo>
                  <a:pt x="705186" y="459621"/>
                </a:lnTo>
                <a:lnTo>
                  <a:pt x="692501" y="512580"/>
                </a:lnTo>
                <a:cubicBezTo>
                  <a:pt x="698912" y="516642"/>
                  <a:pt x="704563" y="521574"/>
                  <a:pt x="709457" y="527374"/>
                </a:cubicBezTo>
                <a:cubicBezTo>
                  <a:pt x="714350" y="533174"/>
                  <a:pt x="718258" y="539576"/>
                  <a:pt x="721182" y="546578"/>
                </a:cubicBezTo>
                <a:cubicBezTo>
                  <a:pt x="724106" y="553581"/>
                  <a:pt x="725910" y="560862"/>
                  <a:pt x="726594" y="568420"/>
                </a:cubicBezTo>
                <a:cubicBezTo>
                  <a:pt x="727278" y="575977"/>
                  <a:pt x="726810" y="583463"/>
                  <a:pt x="725191" y="590877"/>
                </a:cubicBezTo>
                <a:lnTo>
                  <a:pt x="725202" y="591951"/>
                </a:lnTo>
                <a:close/>
                <a:moveTo>
                  <a:pt x="406651" y="557181"/>
                </a:moveTo>
                <a:cubicBezTo>
                  <a:pt x="409822" y="552360"/>
                  <a:pt x="413507" y="547970"/>
                  <a:pt x="417706" y="544010"/>
                </a:cubicBezTo>
                <a:cubicBezTo>
                  <a:pt x="421905" y="540050"/>
                  <a:pt x="426503" y="536628"/>
                  <a:pt x="431503" y="533745"/>
                </a:cubicBezTo>
                <a:cubicBezTo>
                  <a:pt x="436502" y="530861"/>
                  <a:pt x="441766" y="528594"/>
                  <a:pt x="447296" y="526942"/>
                </a:cubicBezTo>
                <a:cubicBezTo>
                  <a:pt x="452826" y="525290"/>
                  <a:pt x="458471" y="524299"/>
                  <a:pt x="464233" y="523968"/>
                </a:cubicBezTo>
                <a:cubicBezTo>
                  <a:pt x="469995" y="523637"/>
                  <a:pt x="475717" y="523975"/>
                  <a:pt x="481399" y="524983"/>
                </a:cubicBezTo>
                <a:cubicBezTo>
                  <a:pt x="487082" y="525991"/>
                  <a:pt x="492571" y="527641"/>
                  <a:pt x="497868" y="529933"/>
                </a:cubicBezTo>
                <a:cubicBezTo>
                  <a:pt x="503164" y="532225"/>
                  <a:pt x="508125" y="535098"/>
                  <a:pt x="512749" y="538550"/>
                </a:cubicBezTo>
                <a:cubicBezTo>
                  <a:pt x="517374" y="542003"/>
                  <a:pt x="521537" y="545943"/>
                  <a:pt x="525240" y="550370"/>
                </a:cubicBezTo>
                <a:cubicBezTo>
                  <a:pt x="528942" y="554796"/>
                  <a:pt x="532084" y="559591"/>
                  <a:pt x="534665" y="564753"/>
                </a:cubicBezTo>
                <a:cubicBezTo>
                  <a:pt x="537246" y="569915"/>
                  <a:pt x="539196" y="575305"/>
                  <a:pt x="540516" y="580923"/>
                </a:cubicBezTo>
                <a:cubicBezTo>
                  <a:pt x="541836" y="586542"/>
                  <a:pt x="542489" y="592236"/>
                  <a:pt x="542477" y="598008"/>
                </a:cubicBezTo>
                <a:cubicBezTo>
                  <a:pt x="542464" y="603779"/>
                  <a:pt x="541786" y="609471"/>
                  <a:pt x="540441" y="615083"/>
                </a:cubicBezTo>
                <a:cubicBezTo>
                  <a:pt x="539097" y="620695"/>
                  <a:pt x="537123" y="626077"/>
                  <a:pt x="534520" y="631227"/>
                </a:cubicBezTo>
                <a:cubicBezTo>
                  <a:pt x="531916" y="636378"/>
                  <a:pt x="528754" y="641159"/>
                  <a:pt x="525032" y="645569"/>
                </a:cubicBezTo>
                <a:cubicBezTo>
                  <a:pt x="521310" y="649980"/>
                  <a:pt x="517129" y="653902"/>
                  <a:pt x="512490" y="657334"/>
                </a:cubicBezTo>
                <a:cubicBezTo>
                  <a:pt x="507850" y="660767"/>
                  <a:pt x="502877" y="663618"/>
                  <a:pt x="497571" y="665886"/>
                </a:cubicBezTo>
                <a:cubicBezTo>
                  <a:pt x="492265" y="668155"/>
                  <a:pt x="486768" y="669782"/>
                  <a:pt x="481081" y="670764"/>
                </a:cubicBezTo>
                <a:cubicBezTo>
                  <a:pt x="475394" y="671747"/>
                  <a:pt x="469671" y="672061"/>
                  <a:pt x="463911" y="671705"/>
                </a:cubicBezTo>
                <a:cubicBezTo>
                  <a:pt x="458150" y="671349"/>
                  <a:pt x="452509" y="670333"/>
                  <a:pt x="446987" y="668657"/>
                </a:cubicBezTo>
                <a:cubicBezTo>
                  <a:pt x="441464" y="666981"/>
                  <a:pt x="436210" y="664690"/>
                  <a:pt x="431223" y="661784"/>
                </a:cubicBezTo>
                <a:cubicBezTo>
                  <a:pt x="426237" y="658879"/>
                  <a:pt x="421653" y="655438"/>
                  <a:pt x="417471" y="651459"/>
                </a:cubicBezTo>
                <a:cubicBezTo>
                  <a:pt x="413290" y="647482"/>
                  <a:pt x="409624" y="643075"/>
                  <a:pt x="406474" y="638239"/>
                </a:cubicBezTo>
                <a:cubicBezTo>
                  <a:pt x="403324" y="633404"/>
                  <a:pt x="400774" y="628270"/>
                  <a:pt x="398825" y="622838"/>
                </a:cubicBezTo>
                <a:cubicBezTo>
                  <a:pt x="396876" y="617407"/>
                  <a:pt x="395580" y="611822"/>
                  <a:pt x="394937" y="606087"/>
                </a:cubicBezTo>
                <a:lnTo>
                  <a:pt x="335643" y="591885"/>
                </a:lnTo>
                <a:lnTo>
                  <a:pt x="348388" y="538672"/>
                </a:lnTo>
                <a:lnTo>
                  <a:pt x="353691" y="544497"/>
                </a:lnTo>
                <a:lnTo>
                  <a:pt x="406651" y="557181"/>
                </a:lnTo>
                <a:close/>
                <a:moveTo>
                  <a:pt x="421458" y="801868"/>
                </a:moveTo>
                <a:lnTo>
                  <a:pt x="340288" y="710085"/>
                </a:lnTo>
                <a:lnTo>
                  <a:pt x="309120" y="702619"/>
                </a:lnTo>
                <a:lnTo>
                  <a:pt x="320955" y="653207"/>
                </a:lnTo>
                <a:lnTo>
                  <a:pt x="359725" y="662493"/>
                </a:lnTo>
                <a:cubicBezTo>
                  <a:pt x="364679" y="663694"/>
                  <a:pt x="368917" y="666138"/>
                  <a:pt x="372437" y="669825"/>
                </a:cubicBezTo>
                <a:lnTo>
                  <a:pt x="453971" y="760088"/>
                </a:lnTo>
                <a:lnTo>
                  <a:pt x="506678" y="772713"/>
                </a:lnTo>
                <a:cubicBezTo>
                  <a:pt x="509156" y="768960"/>
                  <a:pt x="511953" y="765462"/>
                  <a:pt x="515069" y="762219"/>
                </a:cubicBezTo>
                <a:cubicBezTo>
                  <a:pt x="518185" y="758977"/>
                  <a:pt x="521569" y="756042"/>
                  <a:pt x="525219" y="753417"/>
                </a:cubicBezTo>
                <a:cubicBezTo>
                  <a:pt x="528870" y="750791"/>
                  <a:pt x="532729" y="748516"/>
                  <a:pt x="536794" y="746594"/>
                </a:cubicBezTo>
                <a:cubicBezTo>
                  <a:pt x="540860" y="744672"/>
                  <a:pt x="545066" y="743133"/>
                  <a:pt x="549412" y="741977"/>
                </a:cubicBezTo>
                <a:cubicBezTo>
                  <a:pt x="553758" y="740821"/>
                  <a:pt x="558173" y="740069"/>
                  <a:pt x="562656" y="739718"/>
                </a:cubicBezTo>
                <a:cubicBezTo>
                  <a:pt x="567140" y="739367"/>
                  <a:pt x="571618" y="739425"/>
                  <a:pt x="576091" y="739890"/>
                </a:cubicBezTo>
                <a:cubicBezTo>
                  <a:pt x="580564" y="740356"/>
                  <a:pt x="584958" y="741222"/>
                  <a:pt x="589273" y="742489"/>
                </a:cubicBezTo>
                <a:cubicBezTo>
                  <a:pt x="593588" y="743756"/>
                  <a:pt x="597753" y="745403"/>
                  <a:pt x="601768" y="747429"/>
                </a:cubicBezTo>
                <a:cubicBezTo>
                  <a:pt x="605782" y="749454"/>
                  <a:pt x="609581" y="751827"/>
                  <a:pt x="613163" y="754545"/>
                </a:cubicBezTo>
                <a:cubicBezTo>
                  <a:pt x="616746" y="757265"/>
                  <a:pt x="620053" y="760285"/>
                  <a:pt x="623084" y="763606"/>
                </a:cubicBezTo>
                <a:cubicBezTo>
                  <a:pt x="626116" y="766928"/>
                  <a:pt x="628822" y="770496"/>
                  <a:pt x="631204" y="774312"/>
                </a:cubicBezTo>
                <a:cubicBezTo>
                  <a:pt x="633585" y="778126"/>
                  <a:pt x="635601" y="782125"/>
                  <a:pt x="637253" y="786308"/>
                </a:cubicBezTo>
                <a:cubicBezTo>
                  <a:pt x="638905" y="790491"/>
                  <a:pt x="640166" y="794788"/>
                  <a:pt x="641034" y="799201"/>
                </a:cubicBezTo>
                <a:cubicBezTo>
                  <a:pt x="641903" y="803613"/>
                  <a:pt x="642365" y="808068"/>
                  <a:pt x="642422" y="812565"/>
                </a:cubicBezTo>
                <a:cubicBezTo>
                  <a:pt x="642478" y="817062"/>
                  <a:pt x="642127" y="821527"/>
                  <a:pt x="641370" y="825959"/>
                </a:cubicBezTo>
                <a:cubicBezTo>
                  <a:pt x="640612" y="830392"/>
                  <a:pt x="639460" y="834720"/>
                  <a:pt x="637913" y="838943"/>
                </a:cubicBezTo>
                <a:cubicBezTo>
                  <a:pt x="636366" y="843166"/>
                  <a:pt x="634451" y="847213"/>
                  <a:pt x="632166" y="851088"/>
                </a:cubicBezTo>
                <a:cubicBezTo>
                  <a:pt x="629881" y="854961"/>
                  <a:pt x="627265" y="858596"/>
                  <a:pt x="624318" y="861992"/>
                </a:cubicBezTo>
                <a:cubicBezTo>
                  <a:pt x="621370" y="865389"/>
                  <a:pt x="618140" y="868491"/>
                  <a:pt x="614627" y="871299"/>
                </a:cubicBezTo>
                <a:cubicBezTo>
                  <a:pt x="611114" y="874106"/>
                  <a:pt x="607376" y="876574"/>
                  <a:pt x="603413" y="878699"/>
                </a:cubicBezTo>
                <a:cubicBezTo>
                  <a:pt x="599450" y="880825"/>
                  <a:pt x="595328" y="882576"/>
                  <a:pt x="591046" y="883951"/>
                </a:cubicBezTo>
                <a:cubicBezTo>
                  <a:pt x="586764" y="885325"/>
                  <a:pt x="582393" y="886302"/>
                  <a:pt x="577933" y="886879"/>
                </a:cubicBezTo>
                <a:cubicBezTo>
                  <a:pt x="573473" y="887457"/>
                  <a:pt x="568998" y="887626"/>
                  <a:pt x="564507" y="887388"/>
                </a:cubicBezTo>
                <a:cubicBezTo>
                  <a:pt x="560016" y="887150"/>
                  <a:pt x="555584" y="886508"/>
                  <a:pt x="551210" y="885461"/>
                </a:cubicBezTo>
                <a:cubicBezTo>
                  <a:pt x="546339" y="884304"/>
                  <a:pt x="541646" y="882645"/>
                  <a:pt x="537131" y="880482"/>
                </a:cubicBezTo>
                <a:cubicBezTo>
                  <a:pt x="525472" y="874994"/>
                  <a:pt x="515891" y="867013"/>
                  <a:pt x="508387" y="856538"/>
                </a:cubicBezTo>
                <a:cubicBezTo>
                  <a:pt x="500883" y="846062"/>
                  <a:pt x="496409" y="834422"/>
                  <a:pt x="494964" y="821618"/>
                </a:cubicBezTo>
                <a:lnTo>
                  <a:pt x="434656" y="807173"/>
                </a:lnTo>
                <a:cubicBezTo>
                  <a:pt x="429588" y="805917"/>
                  <a:pt x="425286" y="803369"/>
                  <a:pt x="421751" y="799527"/>
                </a:cubicBezTo>
                <a:lnTo>
                  <a:pt x="421458" y="801868"/>
                </a:lnTo>
                <a:close/>
                <a:moveTo>
                  <a:pt x="408894" y="1276048"/>
                </a:moveTo>
                <a:lnTo>
                  <a:pt x="455991" y="1079412"/>
                </a:lnTo>
                <a:cubicBezTo>
                  <a:pt x="448693" y="1074603"/>
                  <a:pt x="442443" y="1068687"/>
                  <a:pt x="437241" y="1061664"/>
                </a:cubicBezTo>
                <a:cubicBezTo>
                  <a:pt x="432040" y="1054640"/>
                  <a:pt x="428203" y="1046936"/>
                  <a:pt x="425731" y="1038553"/>
                </a:cubicBezTo>
                <a:cubicBezTo>
                  <a:pt x="423259" y="1030170"/>
                  <a:pt x="422302" y="1021617"/>
                  <a:pt x="422860" y="1012895"/>
                </a:cubicBezTo>
                <a:cubicBezTo>
                  <a:pt x="423418" y="1004172"/>
                  <a:pt x="425458" y="995811"/>
                  <a:pt x="428979" y="987811"/>
                </a:cubicBezTo>
                <a:cubicBezTo>
                  <a:pt x="432500" y="979812"/>
                  <a:pt x="437288" y="972661"/>
                  <a:pt x="443343" y="966357"/>
                </a:cubicBezTo>
                <a:cubicBezTo>
                  <a:pt x="449398" y="960055"/>
                  <a:pt x="456351" y="954983"/>
                  <a:pt x="464203" y="951143"/>
                </a:cubicBezTo>
                <a:cubicBezTo>
                  <a:pt x="472055" y="947305"/>
                  <a:pt x="480327" y="944931"/>
                  <a:pt x="489020" y="944022"/>
                </a:cubicBezTo>
                <a:cubicBezTo>
                  <a:pt x="497713" y="943115"/>
                  <a:pt x="506297" y="943728"/>
                  <a:pt x="514773" y="945861"/>
                </a:cubicBezTo>
                <a:lnTo>
                  <a:pt x="519841" y="947075"/>
                </a:lnTo>
                <a:cubicBezTo>
                  <a:pt x="527909" y="949635"/>
                  <a:pt x="535320" y="953467"/>
                  <a:pt x="542073" y="958572"/>
                </a:cubicBezTo>
                <a:cubicBezTo>
                  <a:pt x="548827" y="963675"/>
                  <a:pt x="554536" y="969759"/>
                  <a:pt x="559201" y="976823"/>
                </a:cubicBezTo>
                <a:cubicBezTo>
                  <a:pt x="563867" y="983886"/>
                  <a:pt x="567222" y="991525"/>
                  <a:pt x="569266" y="999739"/>
                </a:cubicBezTo>
                <a:cubicBezTo>
                  <a:pt x="571310" y="1007954"/>
                  <a:pt x="571926" y="1016274"/>
                  <a:pt x="571115" y="1024700"/>
                </a:cubicBezTo>
                <a:cubicBezTo>
                  <a:pt x="570303" y="1033126"/>
                  <a:pt x="568111" y="1041176"/>
                  <a:pt x="564537" y="1048849"/>
                </a:cubicBezTo>
                <a:cubicBezTo>
                  <a:pt x="560963" y="1056523"/>
                  <a:pt x="556212" y="1063382"/>
                  <a:pt x="550285" y="1069425"/>
                </a:cubicBezTo>
                <a:cubicBezTo>
                  <a:pt x="544357" y="1075468"/>
                  <a:pt x="537592" y="1080350"/>
                  <a:pt x="529989" y="1084072"/>
                </a:cubicBezTo>
                <a:cubicBezTo>
                  <a:pt x="522386" y="1087794"/>
                  <a:pt x="514380" y="1090142"/>
                  <a:pt x="505971" y="1091116"/>
                </a:cubicBezTo>
                <a:lnTo>
                  <a:pt x="459419" y="1285470"/>
                </a:lnTo>
                <a:lnTo>
                  <a:pt x="408894" y="1276048"/>
                </a:lnTo>
                <a:close/>
                <a:moveTo>
                  <a:pt x="548261" y="1309429"/>
                </a:moveTo>
                <a:lnTo>
                  <a:pt x="572539" y="1208070"/>
                </a:lnTo>
                <a:cubicBezTo>
                  <a:pt x="573739" y="1203116"/>
                  <a:pt x="576183" y="1198879"/>
                  <a:pt x="579870" y="1195359"/>
                </a:cubicBezTo>
                <a:lnTo>
                  <a:pt x="657106" y="1125708"/>
                </a:lnTo>
                <a:cubicBezTo>
                  <a:pt x="652815" y="1121938"/>
                  <a:pt x="649008" y="1117732"/>
                  <a:pt x="645684" y="1113087"/>
                </a:cubicBezTo>
                <a:cubicBezTo>
                  <a:pt x="642361" y="1108442"/>
                  <a:pt x="639608" y="1103481"/>
                  <a:pt x="637425" y="1098204"/>
                </a:cubicBezTo>
                <a:cubicBezTo>
                  <a:pt x="635242" y="1092926"/>
                  <a:pt x="633686" y="1087469"/>
                  <a:pt x="632758" y="1081834"/>
                </a:cubicBezTo>
                <a:cubicBezTo>
                  <a:pt x="631830" y="1076199"/>
                  <a:pt x="631553" y="1070532"/>
                  <a:pt x="631927" y="1064833"/>
                </a:cubicBezTo>
                <a:cubicBezTo>
                  <a:pt x="632302" y="1059134"/>
                  <a:pt x="633318" y="1053551"/>
                  <a:pt x="634977" y="1048086"/>
                </a:cubicBezTo>
                <a:cubicBezTo>
                  <a:pt x="636635" y="1042621"/>
                  <a:pt x="638891" y="1037415"/>
                  <a:pt x="641746" y="1032469"/>
                </a:cubicBezTo>
                <a:cubicBezTo>
                  <a:pt x="644601" y="1027522"/>
                  <a:pt x="647980" y="1022964"/>
                  <a:pt x="651883" y="1018794"/>
                </a:cubicBezTo>
                <a:cubicBezTo>
                  <a:pt x="655786" y="1014625"/>
                  <a:pt x="660111" y="1010952"/>
                  <a:pt x="664859" y="1007777"/>
                </a:cubicBezTo>
                <a:cubicBezTo>
                  <a:pt x="669606" y="1004602"/>
                  <a:pt x="674652" y="1002007"/>
                  <a:pt x="679996" y="999992"/>
                </a:cubicBezTo>
                <a:cubicBezTo>
                  <a:pt x="685340" y="997977"/>
                  <a:pt x="690843" y="996595"/>
                  <a:pt x="696505" y="995845"/>
                </a:cubicBezTo>
                <a:cubicBezTo>
                  <a:pt x="702166" y="995095"/>
                  <a:pt x="707839" y="994997"/>
                  <a:pt x="713524" y="995552"/>
                </a:cubicBezTo>
                <a:cubicBezTo>
                  <a:pt x="719208" y="996107"/>
                  <a:pt x="724755" y="997299"/>
                  <a:pt x="730165" y="999129"/>
                </a:cubicBezTo>
                <a:cubicBezTo>
                  <a:pt x="735575" y="1000959"/>
                  <a:pt x="740708" y="1003378"/>
                  <a:pt x="745561" y="1006388"/>
                </a:cubicBezTo>
                <a:cubicBezTo>
                  <a:pt x="750415" y="1009398"/>
                  <a:pt x="754864" y="1012920"/>
                  <a:pt x="758908" y="1016953"/>
                </a:cubicBezTo>
                <a:cubicBezTo>
                  <a:pt x="762952" y="1020985"/>
                  <a:pt x="766486" y="1025424"/>
                  <a:pt x="769510" y="1030270"/>
                </a:cubicBezTo>
                <a:cubicBezTo>
                  <a:pt x="772533" y="1035115"/>
                  <a:pt x="774968" y="1040240"/>
                  <a:pt x="776813" y="1045645"/>
                </a:cubicBezTo>
                <a:cubicBezTo>
                  <a:pt x="778658" y="1051050"/>
                  <a:pt x="779866" y="1056594"/>
                  <a:pt x="780437" y="1062276"/>
                </a:cubicBezTo>
                <a:cubicBezTo>
                  <a:pt x="781007" y="1067960"/>
                  <a:pt x="780925" y="1073633"/>
                  <a:pt x="780191" y="1079297"/>
                </a:cubicBezTo>
                <a:cubicBezTo>
                  <a:pt x="779458" y="1084960"/>
                  <a:pt x="778091" y="1090468"/>
                  <a:pt x="776091" y="1095817"/>
                </a:cubicBezTo>
                <a:cubicBezTo>
                  <a:pt x="774091" y="1101167"/>
                  <a:pt x="771510" y="1106219"/>
                  <a:pt x="768348" y="1110976"/>
                </a:cubicBezTo>
                <a:cubicBezTo>
                  <a:pt x="765186" y="1115732"/>
                  <a:pt x="761526" y="1120067"/>
                  <a:pt x="757367" y="1123982"/>
                </a:cubicBezTo>
                <a:cubicBezTo>
                  <a:pt x="753209" y="1127897"/>
                  <a:pt x="748661" y="1131288"/>
                  <a:pt x="743722" y="1134158"/>
                </a:cubicBezTo>
                <a:cubicBezTo>
                  <a:pt x="738784" y="1137027"/>
                  <a:pt x="733584" y="1139298"/>
                  <a:pt x="728124" y="1140971"/>
                </a:cubicBezTo>
                <a:cubicBezTo>
                  <a:pt x="722663" y="1142645"/>
                  <a:pt x="717084" y="1143677"/>
                  <a:pt x="711386" y="1144067"/>
                </a:cubicBezTo>
                <a:cubicBezTo>
                  <a:pt x="710865" y="1144803"/>
                  <a:pt x="710260" y="1145462"/>
                  <a:pt x="709573" y="1146045"/>
                </a:cubicBezTo>
                <a:lnTo>
                  <a:pt x="619623" y="1227386"/>
                </a:lnTo>
                <a:lnTo>
                  <a:pt x="597167" y="1321143"/>
                </a:lnTo>
                <a:lnTo>
                  <a:pt x="548261" y="1309429"/>
                </a:lnTo>
                <a:close/>
                <a:moveTo>
                  <a:pt x="725639" y="1351914"/>
                </a:moveTo>
                <a:lnTo>
                  <a:pt x="749916" y="1250556"/>
                </a:lnTo>
                <a:cubicBezTo>
                  <a:pt x="751200" y="1245593"/>
                  <a:pt x="753728" y="1241375"/>
                  <a:pt x="757501" y="1237904"/>
                </a:cubicBezTo>
                <a:lnTo>
                  <a:pt x="848239" y="1153268"/>
                </a:lnTo>
                <a:lnTo>
                  <a:pt x="860378" y="1102589"/>
                </a:lnTo>
                <a:cubicBezTo>
                  <a:pt x="855533" y="1099412"/>
                  <a:pt x="851121" y="1095718"/>
                  <a:pt x="847140" y="1091507"/>
                </a:cubicBezTo>
                <a:cubicBezTo>
                  <a:pt x="843160" y="1087296"/>
                  <a:pt x="839720" y="1082683"/>
                  <a:pt x="836820" y="1077667"/>
                </a:cubicBezTo>
                <a:cubicBezTo>
                  <a:pt x="833919" y="1072651"/>
                  <a:pt x="831637" y="1067367"/>
                  <a:pt x="829973" y="1061817"/>
                </a:cubicBezTo>
                <a:cubicBezTo>
                  <a:pt x="828310" y="1056267"/>
                  <a:pt x="827309" y="1050600"/>
                  <a:pt x="826972" y="1044815"/>
                </a:cubicBezTo>
                <a:cubicBezTo>
                  <a:pt x="826635" y="1039031"/>
                  <a:pt x="826970" y="1033287"/>
                  <a:pt x="827978" y="1027581"/>
                </a:cubicBezTo>
                <a:cubicBezTo>
                  <a:pt x="828985" y="1021875"/>
                  <a:pt x="830638" y="1016362"/>
                  <a:pt x="832936" y="1011043"/>
                </a:cubicBezTo>
                <a:cubicBezTo>
                  <a:pt x="835234" y="1005724"/>
                  <a:pt x="838115" y="1000742"/>
                  <a:pt x="841579" y="996097"/>
                </a:cubicBezTo>
                <a:cubicBezTo>
                  <a:pt x="845043" y="991453"/>
                  <a:pt x="848996" y="987271"/>
                  <a:pt x="853439" y="983552"/>
                </a:cubicBezTo>
                <a:cubicBezTo>
                  <a:pt x="857882" y="979832"/>
                  <a:pt x="862695" y="976676"/>
                  <a:pt x="867876" y="974084"/>
                </a:cubicBezTo>
                <a:cubicBezTo>
                  <a:pt x="873058" y="971491"/>
                  <a:pt x="878469" y="969532"/>
                  <a:pt x="884109" y="968205"/>
                </a:cubicBezTo>
                <a:cubicBezTo>
                  <a:pt x="889749" y="966879"/>
                  <a:pt x="895467" y="966222"/>
                  <a:pt x="901261" y="966234"/>
                </a:cubicBezTo>
                <a:cubicBezTo>
                  <a:pt x="907055" y="966246"/>
                  <a:pt x="912769" y="966927"/>
                  <a:pt x="918404" y="968277"/>
                </a:cubicBezTo>
                <a:cubicBezTo>
                  <a:pt x="924039" y="969626"/>
                  <a:pt x="929442" y="971608"/>
                  <a:pt x="934613" y="974222"/>
                </a:cubicBezTo>
                <a:cubicBezTo>
                  <a:pt x="939783" y="976836"/>
                  <a:pt x="944583" y="980012"/>
                  <a:pt x="949010" y="983750"/>
                </a:cubicBezTo>
                <a:cubicBezTo>
                  <a:pt x="953437" y="987488"/>
                  <a:pt x="957374" y="991686"/>
                  <a:pt x="960818" y="996345"/>
                </a:cubicBezTo>
                <a:cubicBezTo>
                  <a:pt x="964263" y="1001004"/>
                  <a:pt x="967123" y="1005998"/>
                  <a:pt x="969399" y="1011326"/>
                </a:cubicBezTo>
                <a:cubicBezTo>
                  <a:pt x="971675" y="1016655"/>
                  <a:pt x="973305" y="1022174"/>
                  <a:pt x="974289" y="1027884"/>
                </a:cubicBezTo>
                <a:cubicBezTo>
                  <a:pt x="975272" y="1033594"/>
                  <a:pt x="975584" y="1039340"/>
                  <a:pt x="975223" y="1045123"/>
                </a:cubicBezTo>
                <a:cubicBezTo>
                  <a:pt x="974862" y="1050906"/>
                  <a:pt x="973838" y="1056570"/>
                  <a:pt x="972151" y="1062113"/>
                </a:cubicBezTo>
                <a:cubicBezTo>
                  <a:pt x="970464" y="1067656"/>
                  <a:pt x="968160" y="1072929"/>
                  <a:pt x="965239" y="1077933"/>
                </a:cubicBezTo>
                <a:cubicBezTo>
                  <a:pt x="962318" y="1082937"/>
                  <a:pt x="958858" y="1087536"/>
                  <a:pt x="954861" y="1091730"/>
                </a:cubicBezTo>
                <a:cubicBezTo>
                  <a:pt x="950863" y="1095925"/>
                  <a:pt x="946435" y="1099600"/>
                  <a:pt x="941577" y="1102758"/>
                </a:cubicBezTo>
                <a:cubicBezTo>
                  <a:pt x="936719" y="1105915"/>
                  <a:pt x="931562" y="1108470"/>
                  <a:pt x="926106" y="1110421"/>
                </a:cubicBezTo>
                <a:cubicBezTo>
                  <a:pt x="920650" y="1112371"/>
                  <a:pt x="915043" y="1113665"/>
                  <a:pt x="909284" y="1114303"/>
                </a:cubicBezTo>
                <a:lnTo>
                  <a:pt x="894839" y="1174611"/>
                </a:lnTo>
                <a:cubicBezTo>
                  <a:pt x="893583" y="1179679"/>
                  <a:pt x="891034" y="1183980"/>
                  <a:pt x="887193" y="1187517"/>
                </a:cubicBezTo>
                <a:lnTo>
                  <a:pt x="797243" y="1268858"/>
                </a:lnTo>
                <a:lnTo>
                  <a:pt x="774787" y="1362615"/>
                </a:lnTo>
                <a:lnTo>
                  <a:pt x="725639" y="1351914"/>
                </a:lnTo>
                <a:close/>
                <a:moveTo>
                  <a:pt x="908084" y="1395613"/>
                </a:moveTo>
                <a:lnTo>
                  <a:pt x="932361" y="1294255"/>
                </a:lnTo>
                <a:cubicBezTo>
                  <a:pt x="933645" y="1289292"/>
                  <a:pt x="936173" y="1285074"/>
                  <a:pt x="939946" y="1281603"/>
                </a:cubicBezTo>
                <a:lnTo>
                  <a:pt x="1030431" y="1196907"/>
                </a:lnTo>
                <a:lnTo>
                  <a:pt x="1042570" y="1146228"/>
                </a:lnTo>
                <a:cubicBezTo>
                  <a:pt x="1036340" y="1142143"/>
                  <a:pt x="1030853" y="1137228"/>
                  <a:pt x="1026108" y="1131486"/>
                </a:cubicBezTo>
                <a:cubicBezTo>
                  <a:pt x="1021363" y="1125744"/>
                  <a:pt x="1017571" y="1119429"/>
                  <a:pt x="1014733" y="1112541"/>
                </a:cubicBezTo>
                <a:cubicBezTo>
                  <a:pt x="1011895" y="1105653"/>
                  <a:pt x="1010137" y="1098500"/>
                  <a:pt x="1009459" y="1091081"/>
                </a:cubicBezTo>
                <a:cubicBezTo>
                  <a:pt x="1008781" y="1083663"/>
                  <a:pt x="1009214" y="1076309"/>
                  <a:pt x="1010757" y="1069022"/>
                </a:cubicBezTo>
                <a:cubicBezTo>
                  <a:pt x="1012300" y="1061734"/>
                  <a:pt x="1014884" y="1054836"/>
                  <a:pt x="1018510" y="1048328"/>
                </a:cubicBezTo>
                <a:cubicBezTo>
                  <a:pt x="1022136" y="1041821"/>
                  <a:pt x="1026642" y="1035994"/>
                  <a:pt x="1032028" y="1030847"/>
                </a:cubicBezTo>
                <a:cubicBezTo>
                  <a:pt x="1037414" y="1025701"/>
                  <a:pt x="1043440" y="1021464"/>
                  <a:pt x="1050105" y="1018137"/>
                </a:cubicBezTo>
                <a:cubicBezTo>
                  <a:pt x="1056771" y="1014811"/>
                  <a:pt x="1063779" y="1012542"/>
                  <a:pt x="1071129" y="1011331"/>
                </a:cubicBezTo>
                <a:cubicBezTo>
                  <a:pt x="1081033" y="1009569"/>
                  <a:pt x="1090875" y="1009872"/>
                  <a:pt x="1100652" y="1012241"/>
                </a:cubicBezTo>
                <a:cubicBezTo>
                  <a:pt x="1109261" y="1014104"/>
                  <a:pt x="1117281" y="1017400"/>
                  <a:pt x="1124713" y="1022128"/>
                </a:cubicBezTo>
                <a:cubicBezTo>
                  <a:pt x="1132145" y="1026855"/>
                  <a:pt x="1138529" y="1032723"/>
                  <a:pt x="1143866" y="1039730"/>
                </a:cubicBezTo>
                <a:cubicBezTo>
                  <a:pt x="1149203" y="1046738"/>
                  <a:pt x="1153162" y="1054453"/>
                  <a:pt x="1155744" y="1062874"/>
                </a:cubicBezTo>
                <a:cubicBezTo>
                  <a:pt x="1158326" y="1071295"/>
                  <a:pt x="1159371" y="1079903"/>
                  <a:pt x="1158879" y="1088697"/>
                </a:cubicBezTo>
                <a:cubicBezTo>
                  <a:pt x="1158387" y="1097492"/>
                  <a:pt x="1156389" y="1105929"/>
                  <a:pt x="1152884" y="1114010"/>
                </a:cubicBezTo>
                <a:cubicBezTo>
                  <a:pt x="1149379" y="1122091"/>
                  <a:pt x="1144584" y="1129316"/>
                  <a:pt x="1138499" y="1135685"/>
                </a:cubicBezTo>
                <a:cubicBezTo>
                  <a:pt x="1132414" y="1142054"/>
                  <a:pt x="1125415" y="1147173"/>
                  <a:pt x="1117503" y="1151042"/>
                </a:cubicBezTo>
                <a:cubicBezTo>
                  <a:pt x="1109590" y="1154912"/>
                  <a:pt x="1101252" y="1157292"/>
                  <a:pt x="1092489" y="1158184"/>
                </a:cubicBezTo>
                <a:lnTo>
                  <a:pt x="1078044" y="1218492"/>
                </a:lnTo>
                <a:cubicBezTo>
                  <a:pt x="1076947" y="1223655"/>
                  <a:pt x="1074399" y="1227956"/>
                  <a:pt x="1070398" y="1231398"/>
                </a:cubicBezTo>
                <a:lnTo>
                  <a:pt x="980449" y="1312739"/>
                </a:lnTo>
                <a:lnTo>
                  <a:pt x="957992" y="1406496"/>
                </a:lnTo>
                <a:lnTo>
                  <a:pt x="908084" y="1395613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850459" y="3833044"/>
            <a:ext cx="555177" cy="555196"/>
          </a:xfrm>
          <a:custGeom>
            <a:avLst/>
            <a:gdLst/>
            <a:rect l="0" t="0" r="555177" b="555196"/>
            <a:pathLst>
              <a:path w="555177" h="555196" fill="norm" stroke="0">
                <a:moveTo>
                  <a:pt x="148410" y="554069"/>
                </a:moveTo>
                <a:lnTo>
                  <a:pt x="545883" y="423161"/>
                </a:lnTo>
                <a:cubicBezTo>
                  <a:pt x="547569" y="422606"/>
                  <a:pt x="549085" y="421749"/>
                  <a:pt x="550430" y="420591"/>
                </a:cubicBezTo>
                <a:cubicBezTo>
                  <a:pt x="551775" y="419433"/>
                  <a:pt x="552848" y="418061"/>
                  <a:pt x="553647" y="416476"/>
                </a:cubicBezTo>
                <a:cubicBezTo>
                  <a:pt x="554447" y="414891"/>
                  <a:pt x="554913" y="413213"/>
                  <a:pt x="555045" y="411443"/>
                </a:cubicBezTo>
                <a:cubicBezTo>
                  <a:pt x="555177" y="409673"/>
                  <a:pt x="554966" y="407944"/>
                  <a:pt x="554410" y="406259"/>
                </a:cubicBezTo>
                <a:lnTo>
                  <a:pt x="423670" y="9294"/>
                </a:lnTo>
                <a:cubicBezTo>
                  <a:pt x="423114" y="7608"/>
                  <a:pt x="422258" y="6093"/>
                  <a:pt x="421099" y="4747"/>
                </a:cubicBezTo>
                <a:cubicBezTo>
                  <a:pt x="419941" y="3402"/>
                  <a:pt x="418569" y="2329"/>
                  <a:pt x="416984" y="1530"/>
                </a:cubicBezTo>
                <a:cubicBezTo>
                  <a:pt x="415399" y="730"/>
                  <a:pt x="413722" y="264"/>
                  <a:pt x="411952" y="133"/>
                </a:cubicBezTo>
                <a:cubicBezTo>
                  <a:pt x="410181" y="0"/>
                  <a:pt x="408453" y="212"/>
                  <a:pt x="406767" y="767"/>
                </a:cubicBezTo>
                <a:lnTo>
                  <a:pt x="9294" y="131675"/>
                </a:lnTo>
                <a:cubicBezTo>
                  <a:pt x="7608" y="132230"/>
                  <a:pt x="6092" y="133087"/>
                  <a:pt x="4747" y="134245"/>
                </a:cubicBezTo>
                <a:cubicBezTo>
                  <a:pt x="3402" y="135404"/>
                  <a:pt x="2329" y="136775"/>
                  <a:pt x="1530" y="138360"/>
                </a:cubicBezTo>
                <a:cubicBezTo>
                  <a:pt x="730" y="139945"/>
                  <a:pt x="264" y="141623"/>
                  <a:pt x="132" y="143393"/>
                </a:cubicBezTo>
                <a:cubicBezTo>
                  <a:pt x="0" y="145163"/>
                  <a:pt x="212" y="146891"/>
                  <a:pt x="767" y="148578"/>
                </a:cubicBezTo>
                <a:lnTo>
                  <a:pt x="131675" y="546050"/>
                </a:lnTo>
                <a:cubicBezTo>
                  <a:pt x="132935" y="549417"/>
                  <a:pt x="135186" y="551877"/>
                  <a:pt x="138428" y="553430"/>
                </a:cubicBezTo>
                <a:cubicBezTo>
                  <a:pt x="141669" y="554983"/>
                  <a:pt x="144997" y="555196"/>
                  <a:pt x="148410" y="554069"/>
                </a:cubicBezTo>
                <a:close/>
                <a:moveTo>
                  <a:pt x="30259" y="152536"/>
                </a:moveTo>
                <a:lnTo>
                  <a:pt x="402683" y="29878"/>
                </a:lnTo>
                <a:lnTo>
                  <a:pt x="525467" y="402683"/>
                </a:lnTo>
                <a:lnTo>
                  <a:pt x="152662" y="525467"/>
                </a:lnTo>
                <a:lnTo>
                  <a:pt x="30259" y="152536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4" name="Shape 24"/>
          <p:cNvSpPr/>
          <p:nvPr/>
        </p:nvSpPr>
        <p:spPr>
          <a:xfrm>
            <a:off x="697082" y="3678416"/>
            <a:ext cx="863350" cy="863350"/>
          </a:xfrm>
          <a:custGeom>
            <a:avLst/>
            <a:gdLst/>
            <a:rect l="0" t="0" r="863350" b="863350"/>
            <a:pathLst>
              <a:path w="863350" h="863350" fill="norm" stroke="0">
                <a:moveTo>
                  <a:pt x="732840" y="150384"/>
                </a:moveTo>
                <a:cubicBezTo>
                  <a:pt x="734923" y="150274"/>
                  <a:pt x="736873" y="149708"/>
                  <a:pt x="738691" y="148687"/>
                </a:cubicBezTo>
                <a:cubicBezTo>
                  <a:pt x="740509" y="147665"/>
                  <a:pt x="742006" y="146295"/>
                  <a:pt x="743183" y="144573"/>
                </a:cubicBezTo>
                <a:cubicBezTo>
                  <a:pt x="744360" y="142853"/>
                  <a:pt x="745095" y="140960"/>
                  <a:pt x="745388" y="138895"/>
                </a:cubicBezTo>
                <a:cubicBezTo>
                  <a:pt x="745681" y="136831"/>
                  <a:pt x="745501" y="134809"/>
                  <a:pt x="744849" y="132828"/>
                </a:cubicBezTo>
                <a:cubicBezTo>
                  <a:pt x="744197" y="130848"/>
                  <a:pt x="743139" y="129114"/>
                  <a:pt x="741677" y="127628"/>
                </a:cubicBezTo>
                <a:cubicBezTo>
                  <a:pt x="740215" y="126141"/>
                  <a:pt x="738499" y="125056"/>
                  <a:pt x="736530" y="124371"/>
                </a:cubicBezTo>
                <a:cubicBezTo>
                  <a:pt x="734560" y="123686"/>
                  <a:pt x="732541" y="123474"/>
                  <a:pt x="730472" y="123733"/>
                </a:cubicBezTo>
                <a:cubicBezTo>
                  <a:pt x="728403" y="123992"/>
                  <a:pt x="726498" y="124695"/>
                  <a:pt x="724758" y="125844"/>
                </a:cubicBezTo>
                <a:lnTo>
                  <a:pt x="653045" y="149463"/>
                </a:lnTo>
                <a:lnTo>
                  <a:pt x="625783" y="66687"/>
                </a:lnTo>
                <a:cubicBezTo>
                  <a:pt x="625228" y="65001"/>
                  <a:pt x="624371" y="63486"/>
                  <a:pt x="623213" y="62140"/>
                </a:cubicBezTo>
                <a:cubicBezTo>
                  <a:pt x="622054" y="60796"/>
                  <a:pt x="620683" y="59723"/>
                  <a:pt x="619098" y="58924"/>
                </a:cubicBezTo>
                <a:cubicBezTo>
                  <a:pt x="617513" y="58124"/>
                  <a:pt x="615835" y="57658"/>
                  <a:pt x="614065" y="57526"/>
                </a:cubicBezTo>
                <a:cubicBezTo>
                  <a:pt x="612295" y="57393"/>
                  <a:pt x="610566" y="57605"/>
                  <a:pt x="608880" y="58160"/>
                </a:cubicBezTo>
                <a:lnTo>
                  <a:pt x="526487" y="85296"/>
                </a:lnTo>
                <a:lnTo>
                  <a:pt x="502994" y="13965"/>
                </a:lnTo>
                <a:cubicBezTo>
                  <a:pt x="503059" y="11784"/>
                  <a:pt x="502618" y="9709"/>
                  <a:pt x="501669" y="7744"/>
                </a:cubicBezTo>
                <a:cubicBezTo>
                  <a:pt x="500720" y="5778"/>
                  <a:pt x="499371" y="4142"/>
                  <a:pt x="497622" y="2836"/>
                </a:cubicBezTo>
                <a:cubicBezTo>
                  <a:pt x="495873" y="1531"/>
                  <a:pt x="493921" y="702"/>
                  <a:pt x="491767" y="351"/>
                </a:cubicBezTo>
                <a:cubicBezTo>
                  <a:pt x="489612" y="0"/>
                  <a:pt x="487498" y="166"/>
                  <a:pt x="485425" y="849"/>
                </a:cubicBezTo>
                <a:cubicBezTo>
                  <a:pt x="483352" y="1532"/>
                  <a:pt x="481553" y="2654"/>
                  <a:pt x="480029" y="4217"/>
                </a:cubicBezTo>
                <a:cubicBezTo>
                  <a:pt x="478505" y="5779"/>
                  <a:pt x="477428" y="7606"/>
                  <a:pt x="476797" y="9696"/>
                </a:cubicBezTo>
                <a:cubicBezTo>
                  <a:pt x="476166" y="11785"/>
                  <a:pt x="476053" y="13902"/>
                  <a:pt x="476458" y="16047"/>
                </a:cubicBezTo>
                <a:cubicBezTo>
                  <a:pt x="476863" y="18192"/>
                  <a:pt x="477740" y="20122"/>
                  <a:pt x="479089" y="21838"/>
                </a:cubicBezTo>
                <a:lnTo>
                  <a:pt x="502708" y="93551"/>
                </a:lnTo>
                <a:lnTo>
                  <a:pt x="439133" y="114490"/>
                </a:lnTo>
                <a:lnTo>
                  <a:pt x="415514" y="42776"/>
                </a:lnTo>
                <a:cubicBezTo>
                  <a:pt x="414959" y="41091"/>
                  <a:pt x="414102" y="39575"/>
                  <a:pt x="412944" y="38229"/>
                </a:cubicBezTo>
                <a:cubicBezTo>
                  <a:pt x="411785" y="36885"/>
                  <a:pt x="410414" y="35812"/>
                  <a:pt x="408829" y="35013"/>
                </a:cubicBezTo>
                <a:cubicBezTo>
                  <a:pt x="407244" y="34213"/>
                  <a:pt x="405566" y="33747"/>
                  <a:pt x="403796" y="33615"/>
                </a:cubicBezTo>
                <a:cubicBezTo>
                  <a:pt x="402026" y="33482"/>
                  <a:pt x="400297" y="33694"/>
                  <a:pt x="398611" y="34249"/>
                </a:cubicBezTo>
                <a:cubicBezTo>
                  <a:pt x="396925" y="34805"/>
                  <a:pt x="395409" y="35661"/>
                  <a:pt x="394064" y="36819"/>
                </a:cubicBezTo>
                <a:cubicBezTo>
                  <a:pt x="392719" y="37978"/>
                  <a:pt x="391647" y="39350"/>
                  <a:pt x="390847" y="40935"/>
                </a:cubicBezTo>
                <a:cubicBezTo>
                  <a:pt x="390047" y="42520"/>
                  <a:pt x="389581" y="44197"/>
                  <a:pt x="389449" y="45968"/>
                </a:cubicBezTo>
                <a:cubicBezTo>
                  <a:pt x="389317" y="47738"/>
                  <a:pt x="389529" y="49466"/>
                  <a:pt x="390084" y="51152"/>
                </a:cubicBezTo>
                <a:lnTo>
                  <a:pt x="413703" y="122865"/>
                </a:lnTo>
                <a:lnTo>
                  <a:pt x="350127" y="143804"/>
                </a:lnTo>
                <a:lnTo>
                  <a:pt x="326509" y="72091"/>
                </a:lnTo>
                <a:cubicBezTo>
                  <a:pt x="325953" y="70404"/>
                  <a:pt x="325097" y="68889"/>
                  <a:pt x="323938" y="67544"/>
                </a:cubicBezTo>
                <a:cubicBezTo>
                  <a:pt x="322780" y="66198"/>
                  <a:pt x="321408" y="65126"/>
                  <a:pt x="319823" y="64326"/>
                </a:cubicBezTo>
                <a:cubicBezTo>
                  <a:pt x="318238" y="63527"/>
                  <a:pt x="316561" y="63061"/>
                  <a:pt x="314791" y="62929"/>
                </a:cubicBezTo>
                <a:cubicBezTo>
                  <a:pt x="313020" y="62796"/>
                  <a:pt x="311292" y="63008"/>
                  <a:pt x="309606" y="63564"/>
                </a:cubicBezTo>
                <a:cubicBezTo>
                  <a:pt x="307920" y="64119"/>
                  <a:pt x="306404" y="64976"/>
                  <a:pt x="305059" y="66134"/>
                </a:cubicBezTo>
                <a:cubicBezTo>
                  <a:pt x="303714" y="67292"/>
                  <a:pt x="302641" y="68664"/>
                  <a:pt x="301842" y="70248"/>
                </a:cubicBezTo>
                <a:cubicBezTo>
                  <a:pt x="301042" y="71834"/>
                  <a:pt x="300576" y="73511"/>
                  <a:pt x="300444" y="75281"/>
                </a:cubicBezTo>
                <a:cubicBezTo>
                  <a:pt x="300312" y="77052"/>
                  <a:pt x="300523" y="78780"/>
                  <a:pt x="301079" y="80466"/>
                </a:cubicBezTo>
                <a:lnTo>
                  <a:pt x="324697" y="152179"/>
                </a:lnTo>
                <a:lnTo>
                  <a:pt x="261122" y="173117"/>
                </a:lnTo>
                <a:lnTo>
                  <a:pt x="237503" y="101405"/>
                </a:lnTo>
                <a:cubicBezTo>
                  <a:pt x="237393" y="99323"/>
                  <a:pt x="236828" y="97372"/>
                  <a:pt x="235806" y="95555"/>
                </a:cubicBezTo>
                <a:cubicBezTo>
                  <a:pt x="234785" y="93737"/>
                  <a:pt x="233414" y="92239"/>
                  <a:pt x="231693" y="91062"/>
                </a:cubicBezTo>
                <a:cubicBezTo>
                  <a:pt x="229972" y="89884"/>
                  <a:pt x="228079" y="89150"/>
                  <a:pt x="226015" y="88857"/>
                </a:cubicBezTo>
                <a:cubicBezTo>
                  <a:pt x="223950" y="88564"/>
                  <a:pt x="221928" y="88744"/>
                  <a:pt x="219947" y="89396"/>
                </a:cubicBezTo>
                <a:cubicBezTo>
                  <a:pt x="217967" y="90049"/>
                  <a:pt x="216233" y="91106"/>
                  <a:pt x="214747" y="92568"/>
                </a:cubicBezTo>
                <a:cubicBezTo>
                  <a:pt x="213260" y="94031"/>
                  <a:pt x="212175" y="95746"/>
                  <a:pt x="211490" y="97716"/>
                </a:cubicBezTo>
                <a:cubicBezTo>
                  <a:pt x="210806" y="99685"/>
                  <a:pt x="210593" y="101705"/>
                  <a:pt x="210852" y="103774"/>
                </a:cubicBezTo>
                <a:cubicBezTo>
                  <a:pt x="211111" y="105842"/>
                  <a:pt x="211814" y="107747"/>
                  <a:pt x="212963" y="109487"/>
                </a:cubicBezTo>
                <a:lnTo>
                  <a:pt x="236582" y="181200"/>
                </a:lnTo>
                <a:lnTo>
                  <a:pt x="173007" y="202139"/>
                </a:lnTo>
                <a:lnTo>
                  <a:pt x="149388" y="130425"/>
                </a:lnTo>
                <a:cubicBezTo>
                  <a:pt x="149278" y="128343"/>
                  <a:pt x="148712" y="126393"/>
                  <a:pt x="147691" y="124575"/>
                </a:cubicBezTo>
                <a:cubicBezTo>
                  <a:pt x="146670" y="122758"/>
                  <a:pt x="145299" y="121260"/>
                  <a:pt x="143577" y="120083"/>
                </a:cubicBezTo>
                <a:cubicBezTo>
                  <a:pt x="141857" y="118906"/>
                  <a:pt x="139964" y="118171"/>
                  <a:pt x="137899" y="117878"/>
                </a:cubicBezTo>
                <a:cubicBezTo>
                  <a:pt x="135835" y="117585"/>
                  <a:pt x="133812" y="117765"/>
                  <a:pt x="131832" y="118418"/>
                </a:cubicBezTo>
                <a:cubicBezTo>
                  <a:pt x="129852" y="119069"/>
                  <a:pt x="128118" y="120127"/>
                  <a:pt x="126632" y="121589"/>
                </a:cubicBezTo>
                <a:cubicBezTo>
                  <a:pt x="125145" y="123051"/>
                  <a:pt x="124060" y="124767"/>
                  <a:pt x="123375" y="126736"/>
                </a:cubicBezTo>
                <a:cubicBezTo>
                  <a:pt x="122690" y="128706"/>
                  <a:pt x="122477" y="130725"/>
                  <a:pt x="122736" y="132794"/>
                </a:cubicBezTo>
                <a:cubicBezTo>
                  <a:pt x="122995" y="134863"/>
                  <a:pt x="123699" y="136768"/>
                  <a:pt x="124848" y="138508"/>
                </a:cubicBezTo>
                <a:lnTo>
                  <a:pt x="148467" y="210221"/>
                </a:lnTo>
                <a:lnTo>
                  <a:pt x="65437" y="237567"/>
                </a:lnTo>
                <a:cubicBezTo>
                  <a:pt x="63751" y="238122"/>
                  <a:pt x="62235" y="238979"/>
                  <a:pt x="60890" y="240137"/>
                </a:cubicBezTo>
                <a:cubicBezTo>
                  <a:pt x="59545" y="241295"/>
                  <a:pt x="58472" y="242667"/>
                  <a:pt x="57673" y="244252"/>
                </a:cubicBezTo>
                <a:cubicBezTo>
                  <a:pt x="56873" y="245837"/>
                  <a:pt x="56407" y="247514"/>
                  <a:pt x="56275" y="249285"/>
                </a:cubicBezTo>
                <a:cubicBezTo>
                  <a:pt x="56143" y="251055"/>
                  <a:pt x="56355" y="252783"/>
                  <a:pt x="56910" y="254469"/>
                </a:cubicBezTo>
                <a:lnTo>
                  <a:pt x="84172" y="337245"/>
                </a:lnTo>
                <a:lnTo>
                  <a:pt x="12840" y="360738"/>
                </a:lnTo>
                <a:cubicBezTo>
                  <a:pt x="10758" y="360848"/>
                  <a:pt x="8808" y="361413"/>
                  <a:pt x="6990" y="362434"/>
                </a:cubicBezTo>
                <a:cubicBezTo>
                  <a:pt x="5172" y="363456"/>
                  <a:pt x="3675" y="364827"/>
                  <a:pt x="2498" y="366548"/>
                </a:cubicBezTo>
                <a:cubicBezTo>
                  <a:pt x="1321" y="368269"/>
                  <a:pt x="586" y="370162"/>
                  <a:pt x="293" y="372226"/>
                </a:cubicBezTo>
                <a:cubicBezTo>
                  <a:pt x="0" y="374291"/>
                  <a:pt x="180" y="376313"/>
                  <a:pt x="832" y="378294"/>
                </a:cubicBezTo>
                <a:cubicBezTo>
                  <a:pt x="1484" y="380274"/>
                  <a:pt x="2542" y="382007"/>
                  <a:pt x="4004" y="383494"/>
                </a:cubicBezTo>
                <a:cubicBezTo>
                  <a:pt x="5466" y="384980"/>
                  <a:pt x="7182" y="386066"/>
                  <a:pt x="9151" y="386750"/>
                </a:cubicBezTo>
                <a:cubicBezTo>
                  <a:pt x="11121" y="387435"/>
                  <a:pt x="13140" y="387648"/>
                  <a:pt x="15209" y="387389"/>
                </a:cubicBezTo>
                <a:cubicBezTo>
                  <a:pt x="17278" y="387130"/>
                  <a:pt x="19183" y="386426"/>
                  <a:pt x="20923" y="385278"/>
                </a:cubicBezTo>
                <a:lnTo>
                  <a:pt x="92636" y="361659"/>
                </a:lnTo>
                <a:lnTo>
                  <a:pt x="113574" y="425234"/>
                </a:lnTo>
                <a:lnTo>
                  <a:pt x="41861" y="448853"/>
                </a:lnTo>
                <a:cubicBezTo>
                  <a:pt x="39756" y="448925"/>
                  <a:pt x="37777" y="449465"/>
                  <a:pt x="35927" y="450471"/>
                </a:cubicBezTo>
                <a:cubicBezTo>
                  <a:pt x="34076" y="451477"/>
                  <a:pt x="32547" y="452844"/>
                  <a:pt x="31342" y="454573"/>
                </a:cubicBezTo>
                <a:cubicBezTo>
                  <a:pt x="30137" y="456300"/>
                  <a:pt x="29381" y="458207"/>
                  <a:pt x="29076" y="460291"/>
                </a:cubicBezTo>
                <a:cubicBezTo>
                  <a:pt x="28770" y="462376"/>
                  <a:pt x="28947" y="464419"/>
                  <a:pt x="29606" y="466420"/>
                </a:cubicBezTo>
                <a:cubicBezTo>
                  <a:pt x="30265" y="468421"/>
                  <a:pt x="31337" y="470169"/>
                  <a:pt x="32821" y="471664"/>
                </a:cubicBezTo>
                <a:cubicBezTo>
                  <a:pt x="34306" y="473159"/>
                  <a:pt x="36046" y="474243"/>
                  <a:pt x="38042" y="474917"/>
                </a:cubicBezTo>
                <a:cubicBezTo>
                  <a:pt x="40039" y="475590"/>
                  <a:pt x="42080" y="475781"/>
                  <a:pt x="44167" y="475491"/>
                </a:cubicBezTo>
                <a:cubicBezTo>
                  <a:pt x="46254" y="475200"/>
                  <a:pt x="48165" y="474459"/>
                  <a:pt x="49902" y="473266"/>
                </a:cubicBezTo>
                <a:lnTo>
                  <a:pt x="121615" y="449647"/>
                </a:lnTo>
                <a:lnTo>
                  <a:pt x="142553" y="513223"/>
                </a:lnTo>
                <a:lnTo>
                  <a:pt x="70840" y="536841"/>
                </a:lnTo>
                <a:cubicBezTo>
                  <a:pt x="69154" y="537397"/>
                  <a:pt x="67639" y="538253"/>
                  <a:pt x="66293" y="539412"/>
                </a:cubicBezTo>
                <a:cubicBezTo>
                  <a:pt x="64948" y="540570"/>
                  <a:pt x="63876" y="541941"/>
                  <a:pt x="63076" y="543527"/>
                </a:cubicBezTo>
                <a:cubicBezTo>
                  <a:pt x="62276" y="545111"/>
                  <a:pt x="61810" y="546789"/>
                  <a:pt x="61678" y="548559"/>
                </a:cubicBezTo>
                <a:cubicBezTo>
                  <a:pt x="61546" y="550330"/>
                  <a:pt x="61758" y="552058"/>
                  <a:pt x="62313" y="553744"/>
                </a:cubicBezTo>
                <a:cubicBezTo>
                  <a:pt x="62868" y="555430"/>
                  <a:pt x="63725" y="556946"/>
                  <a:pt x="64883" y="558291"/>
                </a:cubicBezTo>
                <a:cubicBezTo>
                  <a:pt x="66042" y="559636"/>
                  <a:pt x="67413" y="560709"/>
                  <a:pt x="68998" y="561508"/>
                </a:cubicBezTo>
                <a:cubicBezTo>
                  <a:pt x="70583" y="562308"/>
                  <a:pt x="72261" y="562774"/>
                  <a:pt x="74031" y="562906"/>
                </a:cubicBezTo>
                <a:cubicBezTo>
                  <a:pt x="75801" y="563038"/>
                  <a:pt x="77530" y="562826"/>
                  <a:pt x="79216" y="562271"/>
                </a:cubicBezTo>
                <a:lnTo>
                  <a:pt x="150929" y="538652"/>
                </a:lnTo>
                <a:lnTo>
                  <a:pt x="171867" y="602228"/>
                </a:lnTo>
                <a:lnTo>
                  <a:pt x="100154" y="625847"/>
                </a:lnTo>
                <a:cubicBezTo>
                  <a:pt x="98072" y="625957"/>
                  <a:pt x="96122" y="626522"/>
                  <a:pt x="94304" y="627543"/>
                </a:cubicBezTo>
                <a:cubicBezTo>
                  <a:pt x="92486" y="628565"/>
                  <a:pt x="90989" y="629936"/>
                  <a:pt x="89812" y="631657"/>
                </a:cubicBezTo>
                <a:cubicBezTo>
                  <a:pt x="88634" y="633378"/>
                  <a:pt x="87899" y="635271"/>
                  <a:pt x="87607" y="637335"/>
                </a:cubicBezTo>
                <a:cubicBezTo>
                  <a:pt x="87314" y="639400"/>
                  <a:pt x="87494" y="641422"/>
                  <a:pt x="88146" y="643403"/>
                </a:cubicBezTo>
                <a:cubicBezTo>
                  <a:pt x="88798" y="645383"/>
                  <a:pt x="89855" y="647116"/>
                  <a:pt x="91318" y="648603"/>
                </a:cubicBezTo>
                <a:cubicBezTo>
                  <a:pt x="92780" y="650089"/>
                  <a:pt x="94496" y="651175"/>
                  <a:pt x="96465" y="651859"/>
                </a:cubicBezTo>
                <a:cubicBezTo>
                  <a:pt x="98435" y="652544"/>
                  <a:pt x="100454" y="652757"/>
                  <a:pt x="102523" y="652498"/>
                </a:cubicBezTo>
                <a:cubicBezTo>
                  <a:pt x="104592" y="652239"/>
                  <a:pt x="106497" y="651535"/>
                  <a:pt x="108237" y="650387"/>
                </a:cubicBezTo>
                <a:lnTo>
                  <a:pt x="179950" y="626768"/>
                </a:lnTo>
                <a:lnTo>
                  <a:pt x="200888" y="690343"/>
                </a:lnTo>
                <a:lnTo>
                  <a:pt x="129175" y="713962"/>
                </a:lnTo>
                <a:cubicBezTo>
                  <a:pt x="127093" y="714072"/>
                  <a:pt x="125143" y="714638"/>
                  <a:pt x="123325" y="715659"/>
                </a:cubicBezTo>
                <a:cubicBezTo>
                  <a:pt x="121507" y="716680"/>
                  <a:pt x="120010" y="718052"/>
                  <a:pt x="118833" y="719772"/>
                </a:cubicBezTo>
                <a:cubicBezTo>
                  <a:pt x="117655" y="721493"/>
                  <a:pt x="116920" y="723386"/>
                  <a:pt x="116628" y="725451"/>
                </a:cubicBezTo>
                <a:cubicBezTo>
                  <a:pt x="116335" y="727515"/>
                  <a:pt x="116515" y="729538"/>
                  <a:pt x="117167" y="731518"/>
                </a:cubicBezTo>
                <a:cubicBezTo>
                  <a:pt x="117819" y="733498"/>
                  <a:pt x="118876" y="735232"/>
                  <a:pt x="120339" y="736718"/>
                </a:cubicBezTo>
                <a:cubicBezTo>
                  <a:pt x="121801" y="738205"/>
                  <a:pt x="123517" y="739290"/>
                  <a:pt x="125486" y="739975"/>
                </a:cubicBezTo>
                <a:cubicBezTo>
                  <a:pt x="127456" y="740659"/>
                  <a:pt x="129475" y="740872"/>
                  <a:pt x="131544" y="740613"/>
                </a:cubicBezTo>
                <a:cubicBezTo>
                  <a:pt x="133613" y="740355"/>
                  <a:pt x="135517" y="739651"/>
                  <a:pt x="137257" y="738502"/>
                </a:cubicBezTo>
                <a:lnTo>
                  <a:pt x="208970" y="714883"/>
                </a:lnTo>
                <a:lnTo>
                  <a:pt x="236233" y="797658"/>
                </a:lnTo>
                <a:cubicBezTo>
                  <a:pt x="236788" y="799345"/>
                  <a:pt x="237645" y="800860"/>
                  <a:pt x="238803" y="802205"/>
                </a:cubicBezTo>
                <a:cubicBezTo>
                  <a:pt x="239961" y="803551"/>
                  <a:pt x="241333" y="804623"/>
                  <a:pt x="242918" y="805423"/>
                </a:cubicBezTo>
                <a:cubicBezTo>
                  <a:pt x="244503" y="806222"/>
                  <a:pt x="246180" y="806688"/>
                  <a:pt x="247951" y="806820"/>
                </a:cubicBezTo>
                <a:cubicBezTo>
                  <a:pt x="249721" y="806953"/>
                  <a:pt x="251449" y="806741"/>
                  <a:pt x="253135" y="806186"/>
                </a:cubicBezTo>
                <a:lnTo>
                  <a:pt x="335910" y="778924"/>
                </a:lnTo>
                <a:lnTo>
                  <a:pt x="359487" y="850509"/>
                </a:lnTo>
                <a:cubicBezTo>
                  <a:pt x="359597" y="852592"/>
                  <a:pt x="360163" y="854542"/>
                  <a:pt x="361184" y="856360"/>
                </a:cubicBezTo>
                <a:cubicBezTo>
                  <a:pt x="362205" y="858177"/>
                  <a:pt x="363577" y="859675"/>
                  <a:pt x="365298" y="860852"/>
                </a:cubicBezTo>
                <a:cubicBezTo>
                  <a:pt x="367019" y="862030"/>
                  <a:pt x="368911" y="862764"/>
                  <a:pt x="370976" y="863057"/>
                </a:cubicBezTo>
                <a:cubicBezTo>
                  <a:pt x="373040" y="863350"/>
                  <a:pt x="375063" y="863170"/>
                  <a:pt x="377043" y="862518"/>
                </a:cubicBezTo>
                <a:cubicBezTo>
                  <a:pt x="379024" y="861866"/>
                  <a:pt x="380757" y="860808"/>
                  <a:pt x="382243" y="859346"/>
                </a:cubicBezTo>
                <a:cubicBezTo>
                  <a:pt x="383730" y="857884"/>
                  <a:pt x="384816" y="856168"/>
                  <a:pt x="385500" y="854199"/>
                </a:cubicBezTo>
                <a:cubicBezTo>
                  <a:pt x="386185" y="852229"/>
                  <a:pt x="386398" y="850210"/>
                  <a:pt x="386139" y="848141"/>
                </a:cubicBezTo>
                <a:cubicBezTo>
                  <a:pt x="385880" y="846072"/>
                  <a:pt x="385176" y="844167"/>
                  <a:pt x="384027" y="842427"/>
                </a:cubicBezTo>
                <a:lnTo>
                  <a:pt x="360409" y="770714"/>
                </a:lnTo>
                <a:lnTo>
                  <a:pt x="423984" y="749776"/>
                </a:lnTo>
                <a:lnTo>
                  <a:pt x="447603" y="821489"/>
                </a:lnTo>
                <a:cubicBezTo>
                  <a:pt x="447675" y="823594"/>
                  <a:pt x="448214" y="825572"/>
                  <a:pt x="449221" y="827423"/>
                </a:cubicBezTo>
                <a:cubicBezTo>
                  <a:pt x="450227" y="829274"/>
                  <a:pt x="451594" y="830802"/>
                  <a:pt x="453322" y="832008"/>
                </a:cubicBezTo>
                <a:cubicBezTo>
                  <a:pt x="455050" y="833213"/>
                  <a:pt x="456956" y="833968"/>
                  <a:pt x="459041" y="834274"/>
                </a:cubicBezTo>
                <a:cubicBezTo>
                  <a:pt x="461125" y="834580"/>
                  <a:pt x="463168" y="834403"/>
                  <a:pt x="465169" y="833744"/>
                </a:cubicBezTo>
                <a:cubicBezTo>
                  <a:pt x="467170" y="833084"/>
                  <a:pt x="468919" y="832013"/>
                  <a:pt x="470414" y="830528"/>
                </a:cubicBezTo>
                <a:cubicBezTo>
                  <a:pt x="471909" y="829044"/>
                  <a:pt x="472993" y="827304"/>
                  <a:pt x="473666" y="825307"/>
                </a:cubicBezTo>
                <a:cubicBezTo>
                  <a:pt x="474340" y="823311"/>
                  <a:pt x="474531" y="821270"/>
                  <a:pt x="474241" y="819183"/>
                </a:cubicBezTo>
                <a:cubicBezTo>
                  <a:pt x="473950" y="817096"/>
                  <a:pt x="473208" y="815185"/>
                  <a:pt x="472015" y="813448"/>
                </a:cubicBezTo>
                <a:lnTo>
                  <a:pt x="448397" y="741735"/>
                </a:lnTo>
                <a:lnTo>
                  <a:pt x="511972" y="720797"/>
                </a:lnTo>
                <a:lnTo>
                  <a:pt x="535591" y="792509"/>
                </a:lnTo>
                <a:cubicBezTo>
                  <a:pt x="536146" y="794196"/>
                  <a:pt x="537003" y="795712"/>
                  <a:pt x="538161" y="797057"/>
                </a:cubicBezTo>
                <a:cubicBezTo>
                  <a:pt x="539319" y="798402"/>
                  <a:pt x="540691" y="799474"/>
                  <a:pt x="542276" y="800274"/>
                </a:cubicBezTo>
                <a:cubicBezTo>
                  <a:pt x="543861" y="801074"/>
                  <a:pt x="545539" y="801539"/>
                  <a:pt x="547309" y="801672"/>
                </a:cubicBezTo>
                <a:cubicBezTo>
                  <a:pt x="549079" y="801804"/>
                  <a:pt x="550807" y="801592"/>
                  <a:pt x="552494" y="801037"/>
                </a:cubicBezTo>
                <a:cubicBezTo>
                  <a:pt x="554180" y="800481"/>
                  <a:pt x="555695" y="799625"/>
                  <a:pt x="557041" y="798466"/>
                </a:cubicBezTo>
                <a:cubicBezTo>
                  <a:pt x="558386" y="797308"/>
                  <a:pt x="559458" y="795936"/>
                  <a:pt x="560258" y="794352"/>
                </a:cubicBezTo>
                <a:cubicBezTo>
                  <a:pt x="561057" y="792767"/>
                  <a:pt x="561523" y="791089"/>
                  <a:pt x="561655" y="789318"/>
                </a:cubicBezTo>
                <a:cubicBezTo>
                  <a:pt x="561788" y="787548"/>
                  <a:pt x="561576" y="785820"/>
                  <a:pt x="561021" y="784134"/>
                </a:cubicBezTo>
                <a:lnTo>
                  <a:pt x="537402" y="712421"/>
                </a:lnTo>
                <a:lnTo>
                  <a:pt x="600977" y="691483"/>
                </a:lnTo>
                <a:lnTo>
                  <a:pt x="624596" y="763196"/>
                </a:lnTo>
                <a:cubicBezTo>
                  <a:pt x="624706" y="765278"/>
                  <a:pt x="625272" y="767228"/>
                  <a:pt x="626293" y="769046"/>
                </a:cubicBezTo>
                <a:cubicBezTo>
                  <a:pt x="627314" y="770863"/>
                  <a:pt x="628686" y="772361"/>
                  <a:pt x="630407" y="773538"/>
                </a:cubicBezTo>
                <a:cubicBezTo>
                  <a:pt x="632128" y="774716"/>
                  <a:pt x="634020" y="775450"/>
                  <a:pt x="636085" y="775743"/>
                </a:cubicBezTo>
                <a:cubicBezTo>
                  <a:pt x="638149" y="776036"/>
                  <a:pt x="640172" y="775856"/>
                  <a:pt x="642152" y="775204"/>
                </a:cubicBezTo>
                <a:cubicBezTo>
                  <a:pt x="644133" y="774552"/>
                  <a:pt x="645866" y="773494"/>
                  <a:pt x="647352" y="772032"/>
                </a:cubicBezTo>
                <a:cubicBezTo>
                  <a:pt x="648839" y="770570"/>
                  <a:pt x="649925" y="768854"/>
                  <a:pt x="650609" y="766885"/>
                </a:cubicBezTo>
                <a:cubicBezTo>
                  <a:pt x="651294" y="764915"/>
                  <a:pt x="651507" y="762896"/>
                  <a:pt x="651248" y="760827"/>
                </a:cubicBezTo>
                <a:cubicBezTo>
                  <a:pt x="650989" y="758758"/>
                  <a:pt x="650285" y="756853"/>
                  <a:pt x="649136" y="755113"/>
                </a:cubicBezTo>
                <a:lnTo>
                  <a:pt x="625517" y="683400"/>
                </a:lnTo>
                <a:lnTo>
                  <a:pt x="689093" y="662462"/>
                </a:lnTo>
                <a:lnTo>
                  <a:pt x="712712" y="734175"/>
                </a:lnTo>
                <a:cubicBezTo>
                  <a:pt x="712822" y="736257"/>
                  <a:pt x="713387" y="738207"/>
                  <a:pt x="714409" y="740025"/>
                </a:cubicBezTo>
                <a:cubicBezTo>
                  <a:pt x="715430" y="741843"/>
                  <a:pt x="716801" y="743340"/>
                  <a:pt x="718522" y="744517"/>
                </a:cubicBezTo>
                <a:cubicBezTo>
                  <a:pt x="720243" y="745695"/>
                  <a:pt x="722136" y="746430"/>
                  <a:pt x="724200" y="746722"/>
                </a:cubicBezTo>
                <a:cubicBezTo>
                  <a:pt x="726265" y="747015"/>
                  <a:pt x="728287" y="746835"/>
                  <a:pt x="730268" y="746183"/>
                </a:cubicBezTo>
                <a:cubicBezTo>
                  <a:pt x="732248" y="745531"/>
                  <a:pt x="733981" y="744474"/>
                  <a:pt x="735468" y="743011"/>
                </a:cubicBezTo>
                <a:cubicBezTo>
                  <a:pt x="736954" y="741549"/>
                  <a:pt x="738040" y="739833"/>
                  <a:pt x="738725" y="737863"/>
                </a:cubicBezTo>
                <a:cubicBezTo>
                  <a:pt x="739409" y="735894"/>
                  <a:pt x="739622" y="733875"/>
                  <a:pt x="739363" y="731806"/>
                </a:cubicBezTo>
                <a:cubicBezTo>
                  <a:pt x="739104" y="729737"/>
                  <a:pt x="738400" y="727832"/>
                  <a:pt x="737252" y="726093"/>
                </a:cubicBezTo>
                <a:lnTo>
                  <a:pt x="713633" y="654379"/>
                </a:lnTo>
                <a:lnTo>
                  <a:pt x="796408" y="627118"/>
                </a:lnTo>
                <a:cubicBezTo>
                  <a:pt x="798094" y="626562"/>
                  <a:pt x="799610" y="625705"/>
                  <a:pt x="800955" y="624547"/>
                </a:cubicBezTo>
                <a:cubicBezTo>
                  <a:pt x="802300" y="623389"/>
                  <a:pt x="803373" y="622017"/>
                  <a:pt x="804172" y="620432"/>
                </a:cubicBezTo>
                <a:cubicBezTo>
                  <a:pt x="804972" y="618847"/>
                  <a:pt x="805438" y="617169"/>
                  <a:pt x="805570" y="615399"/>
                </a:cubicBezTo>
                <a:cubicBezTo>
                  <a:pt x="805702" y="613629"/>
                  <a:pt x="805491" y="611901"/>
                  <a:pt x="804935" y="610215"/>
                </a:cubicBezTo>
                <a:lnTo>
                  <a:pt x="777799" y="527821"/>
                </a:lnTo>
                <a:lnTo>
                  <a:pt x="849385" y="504244"/>
                </a:lnTo>
                <a:cubicBezTo>
                  <a:pt x="851566" y="504310"/>
                  <a:pt x="853640" y="503868"/>
                  <a:pt x="855606" y="502919"/>
                </a:cubicBezTo>
                <a:cubicBezTo>
                  <a:pt x="857572" y="501970"/>
                  <a:pt x="859207" y="500621"/>
                  <a:pt x="860513" y="498872"/>
                </a:cubicBezTo>
                <a:cubicBezTo>
                  <a:pt x="861819" y="497123"/>
                  <a:pt x="862648" y="495171"/>
                  <a:pt x="862999" y="493017"/>
                </a:cubicBezTo>
                <a:cubicBezTo>
                  <a:pt x="863350" y="490863"/>
                  <a:pt x="863184" y="488749"/>
                  <a:pt x="862501" y="486676"/>
                </a:cubicBezTo>
                <a:cubicBezTo>
                  <a:pt x="861818" y="484603"/>
                  <a:pt x="860696" y="482804"/>
                  <a:pt x="859133" y="481280"/>
                </a:cubicBezTo>
                <a:cubicBezTo>
                  <a:pt x="857571" y="479756"/>
                  <a:pt x="855744" y="478678"/>
                  <a:pt x="853655" y="478048"/>
                </a:cubicBezTo>
                <a:cubicBezTo>
                  <a:pt x="851565" y="477417"/>
                  <a:pt x="849448" y="477304"/>
                  <a:pt x="847303" y="477709"/>
                </a:cubicBezTo>
                <a:cubicBezTo>
                  <a:pt x="845158" y="478114"/>
                  <a:pt x="843228" y="478991"/>
                  <a:pt x="841512" y="480340"/>
                </a:cubicBezTo>
                <a:lnTo>
                  <a:pt x="769799" y="503958"/>
                </a:lnTo>
                <a:lnTo>
                  <a:pt x="748860" y="440383"/>
                </a:lnTo>
                <a:lnTo>
                  <a:pt x="820573" y="416764"/>
                </a:lnTo>
                <a:cubicBezTo>
                  <a:pt x="822259" y="416209"/>
                  <a:pt x="823775" y="415352"/>
                  <a:pt x="825120" y="414194"/>
                </a:cubicBezTo>
                <a:cubicBezTo>
                  <a:pt x="826465" y="413036"/>
                  <a:pt x="827538" y="411664"/>
                  <a:pt x="828337" y="410079"/>
                </a:cubicBezTo>
                <a:cubicBezTo>
                  <a:pt x="829137" y="408494"/>
                  <a:pt x="829603" y="406817"/>
                  <a:pt x="829735" y="405046"/>
                </a:cubicBezTo>
                <a:cubicBezTo>
                  <a:pt x="829867" y="403276"/>
                  <a:pt x="829656" y="401548"/>
                  <a:pt x="829101" y="399862"/>
                </a:cubicBezTo>
                <a:cubicBezTo>
                  <a:pt x="828545" y="398176"/>
                  <a:pt x="827688" y="396660"/>
                  <a:pt x="826530" y="395315"/>
                </a:cubicBezTo>
                <a:cubicBezTo>
                  <a:pt x="825372" y="393969"/>
                  <a:pt x="824000" y="392897"/>
                  <a:pt x="822415" y="392097"/>
                </a:cubicBezTo>
                <a:cubicBezTo>
                  <a:pt x="820830" y="391298"/>
                  <a:pt x="819153" y="390832"/>
                  <a:pt x="817382" y="390700"/>
                </a:cubicBezTo>
                <a:cubicBezTo>
                  <a:pt x="815612" y="390568"/>
                  <a:pt x="813884" y="390779"/>
                  <a:pt x="812198" y="391334"/>
                </a:cubicBezTo>
                <a:lnTo>
                  <a:pt x="740485" y="414953"/>
                </a:lnTo>
                <a:lnTo>
                  <a:pt x="719546" y="351378"/>
                </a:lnTo>
                <a:lnTo>
                  <a:pt x="791259" y="327759"/>
                </a:lnTo>
                <a:cubicBezTo>
                  <a:pt x="792945" y="327204"/>
                  <a:pt x="794461" y="326347"/>
                  <a:pt x="795806" y="325189"/>
                </a:cubicBezTo>
                <a:cubicBezTo>
                  <a:pt x="797151" y="324030"/>
                  <a:pt x="798224" y="322659"/>
                  <a:pt x="799023" y="321074"/>
                </a:cubicBezTo>
                <a:cubicBezTo>
                  <a:pt x="799823" y="319489"/>
                  <a:pt x="800289" y="317811"/>
                  <a:pt x="800421" y="316041"/>
                </a:cubicBezTo>
                <a:cubicBezTo>
                  <a:pt x="800553" y="314271"/>
                  <a:pt x="800342" y="312543"/>
                  <a:pt x="799787" y="310856"/>
                </a:cubicBezTo>
                <a:cubicBezTo>
                  <a:pt x="799231" y="309170"/>
                  <a:pt x="798374" y="307654"/>
                  <a:pt x="797216" y="306309"/>
                </a:cubicBezTo>
                <a:cubicBezTo>
                  <a:pt x="796058" y="304964"/>
                  <a:pt x="794686" y="303892"/>
                  <a:pt x="793101" y="303092"/>
                </a:cubicBezTo>
                <a:cubicBezTo>
                  <a:pt x="791516" y="302292"/>
                  <a:pt x="789839" y="301827"/>
                  <a:pt x="788068" y="301694"/>
                </a:cubicBezTo>
                <a:cubicBezTo>
                  <a:pt x="786298" y="301562"/>
                  <a:pt x="784570" y="301774"/>
                  <a:pt x="782884" y="302329"/>
                </a:cubicBezTo>
                <a:lnTo>
                  <a:pt x="711171" y="325948"/>
                </a:lnTo>
                <a:lnTo>
                  <a:pt x="690232" y="262372"/>
                </a:lnTo>
                <a:lnTo>
                  <a:pt x="761945" y="238754"/>
                </a:lnTo>
                <a:cubicBezTo>
                  <a:pt x="764027" y="238644"/>
                  <a:pt x="765977" y="238078"/>
                  <a:pt x="767795" y="237057"/>
                </a:cubicBezTo>
                <a:cubicBezTo>
                  <a:pt x="769613" y="236036"/>
                  <a:pt x="771111" y="234664"/>
                  <a:pt x="772288" y="232943"/>
                </a:cubicBezTo>
                <a:cubicBezTo>
                  <a:pt x="773465" y="231222"/>
                  <a:pt x="774200" y="229329"/>
                  <a:pt x="774493" y="227265"/>
                </a:cubicBezTo>
                <a:cubicBezTo>
                  <a:pt x="774786" y="225201"/>
                  <a:pt x="774606" y="223178"/>
                  <a:pt x="773954" y="221198"/>
                </a:cubicBezTo>
                <a:cubicBezTo>
                  <a:pt x="773301" y="219217"/>
                  <a:pt x="772244" y="217484"/>
                  <a:pt x="770782" y="215997"/>
                </a:cubicBezTo>
                <a:cubicBezTo>
                  <a:pt x="769320" y="214511"/>
                  <a:pt x="767604" y="213425"/>
                  <a:pt x="765634" y="212741"/>
                </a:cubicBezTo>
                <a:cubicBezTo>
                  <a:pt x="763665" y="212056"/>
                  <a:pt x="761645" y="211843"/>
                  <a:pt x="759576" y="212102"/>
                </a:cubicBezTo>
                <a:cubicBezTo>
                  <a:pt x="757507" y="212361"/>
                  <a:pt x="755603" y="213065"/>
                  <a:pt x="753863" y="214214"/>
                </a:cubicBezTo>
                <a:lnTo>
                  <a:pt x="682150" y="237832"/>
                </a:lnTo>
                <a:lnTo>
                  <a:pt x="661211" y="174257"/>
                </a:lnTo>
                <a:lnTo>
                  <a:pt x="732840" y="150384"/>
                </a:lnTo>
                <a:close/>
                <a:moveTo>
                  <a:pt x="776204" y="606428"/>
                </a:moveTo>
                <a:lnTo>
                  <a:pt x="256921" y="777455"/>
                </a:lnTo>
                <a:lnTo>
                  <a:pt x="85895" y="258172"/>
                </a:lnTo>
                <a:lnTo>
                  <a:pt x="605178" y="87145"/>
                </a:lnTo>
                <a:lnTo>
                  <a:pt x="776204" y="606428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16572874" y="5347865"/>
            <a:ext cx="961734" cy="961734"/>
          </a:xfrm>
          <a:custGeom>
            <a:avLst/>
            <a:gdLst/>
            <a:rect l="0" t="0" r="961734" b="961734"/>
            <a:pathLst>
              <a:path w="961734" h="961734" fill="norm" stroke="0">
                <a:moveTo>
                  <a:pt x="559198" y="328664"/>
                </a:moveTo>
                <a:lnTo>
                  <a:pt x="538580" y="349283"/>
                </a:lnTo>
                <a:cubicBezTo>
                  <a:pt x="519162" y="340001"/>
                  <a:pt x="495199" y="343397"/>
                  <a:pt x="479109" y="359488"/>
                </a:cubicBezTo>
                <a:lnTo>
                  <a:pt x="468973" y="369623"/>
                </a:lnTo>
                <a:lnTo>
                  <a:pt x="443652" y="344320"/>
                </a:lnTo>
                <a:lnTo>
                  <a:pt x="444071" y="343902"/>
                </a:lnTo>
                <a:cubicBezTo>
                  <a:pt x="464480" y="323492"/>
                  <a:pt x="464480" y="290422"/>
                  <a:pt x="444071" y="270012"/>
                </a:cubicBezTo>
                <a:lnTo>
                  <a:pt x="194469" y="20410"/>
                </a:lnTo>
                <a:cubicBezTo>
                  <a:pt x="174059" y="0"/>
                  <a:pt x="140988" y="0"/>
                  <a:pt x="120579" y="20410"/>
                </a:cubicBezTo>
                <a:lnTo>
                  <a:pt x="20410" y="120578"/>
                </a:lnTo>
                <a:cubicBezTo>
                  <a:pt x="0" y="140988"/>
                  <a:pt x="0" y="174058"/>
                  <a:pt x="20410" y="194468"/>
                </a:cubicBezTo>
                <a:cubicBezTo>
                  <a:pt x="76608" y="250665"/>
                  <a:pt x="213798" y="387874"/>
                  <a:pt x="270013" y="444070"/>
                </a:cubicBezTo>
                <a:cubicBezTo>
                  <a:pt x="290423" y="464480"/>
                  <a:pt x="323492" y="464480"/>
                  <a:pt x="343901" y="444070"/>
                </a:cubicBezTo>
                <a:lnTo>
                  <a:pt x="344320" y="443652"/>
                </a:lnTo>
                <a:lnTo>
                  <a:pt x="369624" y="468973"/>
                </a:lnTo>
                <a:lnTo>
                  <a:pt x="350259" y="488338"/>
                </a:lnTo>
                <a:cubicBezTo>
                  <a:pt x="343467" y="495129"/>
                  <a:pt x="343467" y="506170"/>
                  <a:pt x="350259" y="512962"/>
                </a:cubicBezTo>
                <a:cubicBezTo>
                  <a:pt x="357050" y="519771"/>
                  <a:pt x="368091" y="519771"/>
                  <a:pt x="374883" y="512962"/>
                </a:cubicBezTo>
                <a:lnTo>
                  <a:pt x="394247" y="493597"/>
                </a:lnTo>
                <a:lnTo>
                  <a:pt x="467911" y="567260"/>
                </a:lnTo>
                <a:lnTo>
                  <a:pt x="395275" y="639896"/>
                </a:lnTo>
                <a:lnTo>
                  <a:pt x="321611" y="566233"/>
                </a:lnTo>
                <a:cubicBezTo>
                  <a:pt x="321611" y="566233"/>
                  <a:pt x="334290" y="553555"/>
                  <a:pt x="334290" y="553555"/>
                </a:cubicBezTo>
                <a:cubicBezTo>
                  <a:pt x="341099" y="546764"/>
                  <a:pt x="341099" y="535723"/>
                  <a:pt x="334290" y="528931"/>
                </a:cubicBezTo>
                <a:cubicBezTo>
                  <a:pt x="327498" y="522139"/>
                  <a:pt x="316457" y="522139"/>
                  <a:pt x="309665" y="528931"/>
                </a:cubicBezTo>
                <a:lnTo>
                  <a:pt x="296988" y="541609"/>
                </a:lnTo>
                <a:lnTo>
                  <a:pt x="280826" y="525431"/>
                </a:lnTo>
                <a:cubicBezTo>
                  <a:pt x="271022" y="515644"/>
                  <a:pt x="257735" y="510123"/>
                  <a:pt x="243873" y="510123"/>
                </a:cubicBezTo>
                <a:cubicBezTo>
                  <a:pt x="230029" y="510123"/>
                  <a:pt x="216725" y="515626"/>
                  <a:pt x="206938" y="525431"/>
                </a:cubicBezTo>
                <a:lnTo>
                  <a:pt x="182313" y="550055"/>
                </a:lnTo>
                <a:cubicBezTo>
                  <a:pt x="172509" y="559859"/>
                  <a:pt x="167005" y="573146"/>
                  <a:pt x="167005" y="587008"/>
                </a:cubicBezTo>
                <a:cubicBezTo>
                  <a:pt x="167005" y="599878"/>
                  <a:pt x="171760" y="612260"/>
                  <a:pt x="180293" y="621820"/>
                </a:cubicBezTo>
                <a:cubicBezTo>
                  <a:pt x="142086" y="666262"/>
                  <a:pt x="144036" y="733447"/>
                  <a:pt x="186162" y="775573"/>
                </a:cubicBezTo>
                <a:cubicBezTo>
                  <a:pt x="228462" y="817873"/>
                  <a:pt x="296030" y="819666"/>
                  <a:pt x="340489" y="780954"/>
                </a:cubicBezTo>
                <a:cubicBezTo>
                  <a:pt x="349179" y="786962"/>
                  <a:pt x="359541" y="790253"/>
                  <a:pt x="370267" y="790253"/>
                </a:cubicBezTo>
                <a:cubicBezTo>
                  <a:pt x="384113" y="790253"/>
                  <a:pt x="397399" y="784750"/>
                  <a:pt x="407205" y="774963"/>
                </a:cubicBezTo>
                <a:lnTo>
                  <a:pt x="431828" y="750322"/>
                </a:lnTo>
                <a:cubicBezTo>
                  <a:pt x="441632" y="740535"/>
                  <a:pt x="447135" y="727247"/>
                  <a:pt x="447135" y="713386"/>
                </a:cubicBezTo>
                <a:cubicBezTo>
                  <a:pt x="447135" y="699524"/>
                  <a:pt x="441632" y="686236"/>
                  <a:pt x="431828" y="676449"/>
                </a:cubicBezTo>
                <a:lnTo>
                  <a:pt x="419900" y="664520"/>
                </a:lnTo>
                <a:lnTo>
                  <a:pt x="492536" y="591884"/>
                </a:lnTo>
                <a:lnTo>
                  <a:pt x="518082" y="617432"/>
                </a:lnTo>
                <a:lnTo>
                  <a:pt x="517665" y="617849"/>
                </a:lnTo>
                <a:cubicBezTo>
                  <a:pt x="497255" y="638242"/>
                  <a:pt x="497255" y="671330"/>
                  <a:pt x="517665" y="691722"/>
                </a:cubicBezTo>
                <a:cubicBezTo>
                  <a:pt x="573861" y="747936"/>
                  <a:pt x="711070" y="885127"/>
                  <a:pt x="767266" y="941341"/>
                </a:cubicBezTo>
                <a:cubicBezTo>
                  <a:pt x="787676" y="961734"/>
                  <a:pt x="820747" y="961734"/>
                  <a:pt x="841156" y="941341"/>
                </a:cubicBezTo>
                <a:lnTo>
                  <a:pt x="941324" y="841156"/>
                </a:lnTo>
                <a:cubicBezTo>
                  <a:pt x="961734" y="820746"/>
                  <a:pt x="961734" y="787676"/>
                  <a:pt x="941324" y="767266"/>
                </a:cubicBezTo>
                <a:lnTo>
                  <a:pt x="691722" y="517664"/>
                </a:lnTo>
                <a:cubicBezTo>
                  <a:pt x="671313" y="497254"/>
                  <a:pt x="638242" y="497254"/>
                  <a:pt x="617832" y="517664"/>
                </a:cubicBezTo>
                <a:lnTo>
                  <a:pt x="617415" y="518082"/>
                </a:lnTo>
                <a:lnTo>
                  <a:pt x="591885" y="492552"/>
                </a:lnTo>
                <a:lnTo>
                  <a:pt x="602021" y="482400"/>
                </a:lnTo>
                <a:cubicBezTo>
                  <a:pt x="618215" y="466222"/>
                  <a:pt x="621559" y="442050"/>
                  <a:pt x="612051" y="422563"/>
                </a:cubicBezTo>
                <a:lnTo>
                  <a:pt x="633036" y="401596"/>
                </a:lnTo>
                <a:lnTo>
                  <a:pt x="640541" y="406176"/>
                </a:lnTo>
                <a:cubicBezTo>
                  <a:pt x="730574" y="461154"/>
                  <a:pt x="846415" y="457514"/>
                  <a:pt x="933244" y="395553"/>
                </a:cubicBezTo>
                <a:cubicBezTo>
                  <a:pt x="933297" y="395518"/>
                  <a:pt x="933349" y="395501"/>
                  <a:pt x="933383" y="395466"/>
                </a:cubicBezTo>
                <a:cubicBezTo>
                  <a:pt x="945730" y="386463"/>
                  <a:pt x="953532" y="372532"/>
                  <a:pt x="954717" y="357294"/>
                </a:cubicBezTo>
                <a:cubicBezTo>
                  <a:pt x="955918" y="342056"/>
                  <a:pt x="950381" y="327080"/>
                  <a:pt x="939566" y="316265"/>
                </a:cubicBezTo>
                <a:cubicBezTo>
                  <a:pt x="909351" y="286068"/>
                  <a:pt x="857056" y="233755"/>
                  <a:pt x="803176" y="179927"/>
                </a:cubicBezTo>
                <a:lnTo>
                  <a:pt x="820015" y="163087"/>
                </a:lnTo>
                <a:cubicBezTo>
                  <a:pt x="841226" y="173936"/>
                  <a:pt x="867905" y="170471"/>
                  <a:pt x="885668" y="152726"/>
                </a:cubicBezTo>
                <a:cubicBezTo>
                  <a:pt x="907715" y="130661"/>
                  <a:pt x="907715" y="94874"/>
                  <a:pt x="885668" y="72810"/>
                </a:cubicBezTo>
                <a:cubicBezTo>
                  <a:pt x="863603" y="50764"/>
                  <a:pt x="827799" y="50764"/>
                  <a:pt x="805752" y="72810"/>
                </a:cubicBezTo>
                <a:cubicBezTo>
                  <a:pt x="788008" y="90573"/>
                  <a:pt x="784541" y="117235"/>
                  <a:pt x="795373" y="138463"/>
                </a:cubicBezTo>
                <a:lnTo>
                  <a:pt x="778534" y="155320"/>
                </a:lnTo>
                <a:cubicBezTo>
                  <a:pt x="724601" y="101457"/>
                  <a:pt x="672218" y="49196"/>
                  <a:pt x="641899" y="19104"/>
                </a:cubicBezTo>
                <a:cubicBezTo>
                  <a:pt x="631225" y="8429"/>
                  <a:pt x="616334" y="2926"/>
                  <a:pt x="601219" y="4110"/>
                </a:cubicBezTo>
                <a:cubicBezTo>
                  <a:pt x="586104" y="5277"/>
                  <a:pt x="572258" y="13009"/>
                  <a:pt x="563325" y="25269"/>
                </a:cubicBezTo>
                <a:cubicBezTo>
                  <a:pt x="563308" y="25286"/>
                  <a:pt x="563273" y="25321"/>
                  <a:pt x="563256" y="25356"/>
                </a:cubicBezTo>
                <a:cubicBezTo>
                  <a:pt x="498892" y="114866"/>
                  <a:pt x="497132" y="235601"/>
                  <a:pt x="557978" y="326818"/>
                </a:cubicBezTo>
                <a:lnTo>
                  <a:pt x="559198" y="328664"/>
                </a:lnTo>
                <a:lnTo>
                  <a:pt x="559198" y="328664"/>
                </a:lnTo>
                <a:close/>
                <a:moveTo>
                  <a:pt x="854304" y="878928"/>
                </a:moveTo>
                <a:lnTo>
                  <a:pt x="816532" y="916700"/>
                </a:lnTo>
                <a:cubicBezTo>
                  <a:pt x="809723" y="923509"/>
                  <a:pt x="798700" y="923509"/>
                  <a:pt x="791908" y="916700"/>
                </a:cubicBezTo>
                <a:lnTo>
                  <a:pt x="746474" y="871265"/>
                </a:lnTo>
                <a:lnTo>
                  <a:pt x="796558" y="821181"/>
                </a:lnTo>
                <a:lnTo>
                  <a:pt x="854304" y="878928"/>
                </a:lnTo>
                <a:close/>
                <a:moveTo>
                  <a:pt x="871266" y="746473"/>
                </a:moveTo>
                <a:lnTo>
                  <a:pt x="916701" y="791907"/>
                </a:lnTo>
                <a:cubicBezTo>
                  <a:pt x="923510" y="798699"/>
                  <a:pt x="923510" y="809722"/>
                  <a:pt x="916701" y="816532"/>
                </a:cubicBezTo>
                <a:lnTo>
                  <a:pt x="878928" y="854304"/>
                </a:lnTo>
                <a:lnTo>
                  <a:pt x="821181" y="796557"/>
                </a:lnTo>
                <a:lnTo>
                  <a:pt x="871266" y="746473"/>
                </a:lnTo>
                <a:lnTo>
                  <a:pt x="871266" y="746473"/>
                </a:lnTo>
                <a:close/>
                <a:moveTo>
                  <a:pt x="610570" y="735362"/>
                </a:moveTo>
                <a:lnTo>
                  <a:pt x="721832" y="846641"/>
                </a:lnTo>
                <a:lnTo>
                  <a:pt x="771933" y="796557"/>
                </a:lnTo>
                <a:lnTo>
                  <a:pt x="660654" y="685278"/>
                </a:lnTo>
                <a:lnTo>
                  <a:pt x="610570" y="735362"/>
                </a:lnTo>
                <a:close/>
                <a:moveTo>
                  <a:pt x="204969" y="646618"/>
                </a:moveTo>
                <a:cubicBezTo>
                  <a:pt x="180346" y="677372"/>
                  <a:pt x="182296" y="722441"/>
                  <a:pt x="210786" y="750948"/>
                </a:cubicBezTo>
                <a:cubicBezTo>
                  <a:pt x="239294" y="779438"/>
                  <a:pt x="284362" y="781389"/>
                  <a:pt x="315116" y="756765"/>
                </a:cubicBezTo>
                <a:lnTo>
                  <a:pt x="204969" y="646618"/>
                </a:lnTo>
                <a:close/>
                <a:moveTo>
                  <a:pt x="685279" y="660654"/>
                </a:moveTo>
                <a:lnTo>
                  <a:pt x="796558" y="771933"/>
                </a:lnTo>
                <a:lnTo>
                  <a:pt x="846641" y="721849"/>
                </a:lnTo>
                <a:lnTo>
                  <a:pt x="735363" y="610570"/>
                </a:lnTo>
                <a:lnTo>
                  <a:pt x="685279" y="660654"/>
                </a:lnTo>
                <a:close/>
                <a:moveTo>
                  <a:pt x="407205" y="701073"/>
                </a:moveTo>
                <a:lnTo>
                  <a:pt x="256186" y="550055"/>
                </a:lnTo>
                <a:cubicBezTo>
                  <a:pt x="252929" y="546798"/>
                  <a:pt x="248489" y="544952"/>
                  <a:pt x="243873" y="544952"/>
                </a:cubicBezTo>
                <a:cubicBezTo>
                  <a:pt x="239258" y="544952"/>
                  <a:pt x="234835" y="546798"/>
                  <a:pt x="231561" y="550055"/>
                </a:cubicBezTo>
                <a:cubicBezTo>
                  <a:pt x="231561" y="550055"/>
                  <a:pt x="206938" y="574696"/>
                  <a:pt x="206938" y="574696"/>
                </a:cubicBezTo>
                <a:cubicBezTo>
                  <a:pt x="203664" y="577953"/>
                  <a:pt x="201834" y="582376"/>
                  <a:pt x="201834" y="587008"/>
                </a:cubicBezTo>
                <a:cubicBezTo>
                  <a:pt x="201834" y="591623"/>
                  <a:pt x="203664" y="596047"/>
                  <a:pt x="206938" y="599320"/>
                </a:cubicBezTo>
                <a:lnTo>
                  <a:pt x="357938" y="750322"/>
                </a:lnTo>
                <a:cubicBezTo>
                  <a:pt x="361212" y="753595"/>
                  <a:pt x="365635" y="755424"/>
                  <a:pt x="370267" y="755424"/>
                </a:cubicBezTo>
                <a:cubicBezTo>
                  <a:pt x="374883" y="755424"/>
                  <a:pt x="379306" y="753595"/>
                  <a:pt x="382580" y="750322"/>
                </a:cubicBezTo>
                <a:lnTo>
                  <a:pt x="407205" y="725697"/>
                </a:lnTo>
                <a:cubicBezTo>
                  <a:pt x="410460" y="722441"/>
                  <a:pt x="412307" y="718000"/>
                  <a:pt x="412307" y="713385"/>
                </a:cubicBezTo>
                <a:cubicBezTo>
                  <a:pt x="412307" y="708770"/>
                  <a:pt x="410460" y="704330"/>
                  <a:pt x="407205" y="701073"/>
                </a:cubicBezTo>
                <a:lnTo>
                  <a:pt x="407205" y="701073"/>
                </a:lnTo>
                <a:close/>
                <a:moveTo>
                  <a:pt x="580061" y="604701"/>
                </a:moveTo>
                <a:lnTo>
                  <a:pt x="636031" y="660654"/>
                </a:lnTo>
                <a:lnTo>
                  <a:pt x="585929" y="710738"/>
                </a:lnTo>
                <a:lnTo>
                  <a:pt x="542288" y="667098"/>
                </a:lnTo>
                <a:cubicBezTo>
                  <a:pt x="535496" y="660288"/>
                  <a:pt x="535496" y="649265"/>
                  <a:pt x="542288" y="642474"/>
                </a:cubicBezTo>
                <a:lnTo>
                  <a:pt x="580061" y="604701"/>
                </a:lnTo>
                <a:close/>
                <a:moveTo>
                  <a:pt x="710740" y="585946"/>
                </a:moveTo>
                <a:lnTo>
                  <a:pt x="660654" y="636030"/>
                </a:lnTo>
                <a:lnTo>
                  <a:pt x="604684" y="580060"/>
                </a:lnTo>
                <a:lnTo>
                  <a:pt x="642474" y="542288"/>
                </a:lnTo>
                <a:cubicBezTo>
                  <a:pt x="649266" y="535496"/>
                  <a:pt x="660288" y="535496"/>
                  <a:pt x="667097" y="542288"/>
                </a:cubicBezTo>
                <a:lnTo>
                  <a:pt x="710740" y="585946"/>
                </a:lnTo>
                <a:close/>
                <a:moveTo>
                  <a:pt x="542706" y="592790"/>
                </a:moveTo>
                <a:lnTo>
                  <a:pt x="592790" y="542706"/>
                </a:lnTo>
                <a:lnTo>
                  <a:pt x="567260" y="517176"/>
                </a:lnTo>
                <a:lnTo>
                  <a:pt x="517176" y="567260"/>
                </a:lnTo>
                <a:lnTo>
                  <a:pt x="542706" y="592790"/>
                </a:lnTo>
                <a:close/>
                <a:moveTo>
                  <a:pt x="492536" y="542636"/>
                </a:moveTo>
                <a:lnTo>
                  <a:pt x="577396" y="457775"/>
                </a:lnTo>
                <a:cubicBezTo>
                  <a:pt x="584205" y="450984"/>
                  <a:pt x="584205" y="439943"/>
                  <a:pt x="577396" y="433151"/>
                </a:cubicBezTo>
                <a:cubicBezTo>
                  <a:pt x="562420" y="418174"/>
                  <a:pt x="543351" y="399106"/>
                  <a:pt x="528357" y="384112"/>
                </a:cubicBezTo>
                <a:cubicBezTo>
                  <a:pt x="521565" y="377320"/>
                  <a:pt x="510542" y="377320"/>
                  <a:pt x="503732" y="384112"/>
                </a:cubicBezTo>
                <a:lnTo>
                  <a:pt x="418889" y="468973"/>
                </a:lnTo>
                <a:lnTo>
                  <a:pt x="492536" y="542636"/>
                </a:lnTo>
                <a:lnTo>
                  <a:pt x="492536" y="542636"/>
                </a:lnTo>
                <a:close/>
                <a:moveTo>
                  <a:pt x="419029" y="368944"/>
                </a:moveTo>
                <a:lnTo>
                  <a:pt x="368945" y="419028"/>
                </a:lnTo>
                <a:lnTo>
                  <a:pt x="394247" y="444348"/>
                </a:lnTo>
                <a:lnTo>
                  <a:pt x="444350" y="394247"/>
                </a:lnTo>
                <a:lnTo>
                  <a:pt x="419029" y="368944"/>
                </a:lnTo>
                <a:close/>
                <a:moveTo>
                  <a:pt x="357050" y="381674"/>
                </a:moveTo>
                <a:lnTo>
                  <a:pt x="319261" y="419446"/>
                </a:lnTo>
                <a:cubicBezTo>
                  <a:pt x="312469" y="426255"/>
                  <a:pt x="301445" y="426238"/>
                  <a:pt x="294636" y="419446"/>
                </a:cubicBezTo>
                <a:lnTo>
                  <a:pt x="244413" y="369222"/>
                </a:lnTo>
                <a:lnTo>
                  <a:pt x="294497" y="319138"/>
                </a:lnTo>
                <a:lnTo>
                  <a:pt x="357050" y="381674"/>
                </a:lnTo>
                <a:lnTo>
                  <a:pt x="357050" y="381674"/>
                </a:lnTo>
                <a:close/>
                <a:moveTo>
                  <a:pt x="658374" y="376258"/>
                </a:moveTo>
                <a:lnTo>
                  <a:pt x="658704" y="376450"/>
                </a:lnTo>
                <a:cubicBezTo>
                  <a:pt x="736896" y="424200"/>
                  <a:pt x="837499" y="421048"/>
                  <a:pt x="912991" y="367220"/>
                </a:cubicBezTo>
                <a:cubicBezTo>
                  <a:pt x="917048" y="364225"/>
                  <a:pt x="919609" y="359610"/>
                  <a:pt x="919992" y="354577"/>
                </a:cubicBezTo>
                <a:cubicBezTo>
                  <a:pt x="920392" y="349509"/>
                  <a:pt x="918545" y="344511"/>
                  <a:pt x="914941" y="340906"/>
                </a:cubicBezTo>
                <a:cubicBezTo>
                  <a:pt x="849933" y="275898"/>
                  <a:pt x="682614" y="108579"/>
                  <a:pt x="617362" y="43815"/>
                </a:cubicBezTo>
                <a:cubicBezTo>
                  <a:pt x="617345" y="43815"/>
                  <a:pt x="617328" y="43798"/>
                  <a:pt x="617310" y="43780"/>
                </a:cubicBezTo>
                <a:cubicBezTo>
                  <a:pt x="613792" y="40245"/>
                  <a:pt x="608899" y="38452"/>
                  <a:pt x="603918" y="38834"/>
                </a:cubicBezTo>
                <a:cubicBezTo>
                  <a:pt x="598973" y="39218"/>
                  <a:pt x="594427" y="41743"/>
                  <a:pt x="591485" y="45748"/>
                </a:cubicBezTo>
                <a:cubicBezTo>
                  <a:pt x="536577" y="122180"/>
                  <a:pt x="534191" y="224804"/>
                  <a:pt x="584344" y="303500"/>
                </a:cubicBezTo>
                <a:lnTo>
                  <a:pt x="632949" y="254914"/>
                </a:lnTo>
                <a:cubicBezTo>
                  <a:pt x="639479" y="248383"/>
                  <a:pt x="648343" y="244709"/>
                  <a:pt x="657572" y="244709"/>
                </a:cubicBezTo>
                <a:cubicBezTo>
                  <a:pt x="666803" y="244709"/>
                  <a:pt x="675666" y="248383"/>
                  <a:pt x="682197" y="254914"/>
                </a:cubicBezTo>
                <a:lnTo>
                  <a:pt x="706334" y="279033"/>
                </a:lnTo>
                <a:cubicBezTo>
                  <a:pt x="712863" y="285563"/>
                  <a:pt x="716538" y="294427"/>
                  <a:pt x="716538" y="303657"/>
                </a:cubicBezTo>
                <a:cubicBezTo>
                  <a:pt x="716538" y="312904"/>
                  <a:pt x="712863" y="321751"/>
                  <a:pt x="706334" y="328299"/>
                </a:cubicBezTo>
                <a:lnTo>
                  <a:pt x="658374" y="376258"/>
                </a:lnTo>
                <a:lnTo>
                  <a:pt x="658374" y="376258"/>
                </a:lnTo>
                <a:close/>
                <a:moveTo>
                  <a:pt x="657572" y="279538"/>
                </a:moveTo>
                <a:cubicBezTo>
                  <a:pt x="657572" y="279538"/>
                  <a:pt x="681709" y="303657"/>
                  <a:pt x="681709" y="303657"/>
                </a:cubicBezTo>
                <a:cubicBezTo>
                  <a:pt x="681709" y="303657"/>
                  <a:pt x="590579" y="394787"/>
                  <a:pt x="590579" y="394787"/>
                </a:cubicBezTo>
                <a:cubicBezTo>
                  <a:pt x="590579" y="394787"/>
                  <a:pt x="566443" y="370668"/>
                  <a:pt x="566443" y="370668"/>
                </a:cubicBezTo>
                <a:lnTo>
                  <a:pt x="657572" y="279538"/>
                </a:lnTo>
                <a:lnTo>
                  <a:pt x="657572" y="279538"/>
                </a:lnTo>
                <a:close/>
                <a:moveTo>
                  <a:pt x="369222" y="244413"/>
                </a:moveTo>
                <a:lnTo>
                  <a:pt x="419446" y="294636"/>
                </a:lnTo>
                <a:cubicBezTo>
                  <a:pt x="426238" y="301445"/>
                  <a:pt x="426238" y="312469"/>
                  <a:pt x="419446" y="319260"/>
                </a:cubicBezTo>
                <a:lnTo>
                  <a:pt x="381674" y="357050"/>
                </a:lnTo>
                <a:lnTo>
                  <a:pt x="319122" y="294497"/>
                </a:lnTo>
                <a:lnTo>
                  <a:pt x="369222" y="244413"/>
                </a:lnTo>
                <a:lnTo>
                  <a:pt x="369222" y="244413"/>
                </a:lnTo>
                <a:close/>
                <a:moveTo>
                  <a:pt x="131254" y="256063"/>
                </a:moveTo>
                <a:lnTo>
                  <a:pt x="219790" y="344598"/>
                </a:lnTo>
                <a:lnTo>
                  <a:pt x="269873" y="294497"/>
                </a:lnTo>
                <a:lnTo>
                  <a:pt x="181355" y="205979"/>
                </a:lnTo>
                <a:lnTo>
                  <a:pt x="131254" y="256063"/>
                </a:lnTo>
                <a:lnTo>
                  <a:pt x="131254" y="256063"/>
                </a:lnTo>
                <a:close/>
                <a:moveTo>
                  <a:pt x="205980" y="181355"/>
                </a:moveTo>
                <a:lnTo>
                  <a:pt x="294497" y="269873"/>
                </a:lnTo>
                <a:lnTo>
                  <a:pt x="344582" y="219789"/>
                </a:lnTo>
                <a:lnTo>
                  <a:pt x="256063" y="131271"/>
                </a:lnTo>
                <a:lnTo>
                  <a:pt x="205980" y="181355"/>
                </a:lnTo>
                <a:lnTo>
                  <a:pt x="205980" y="181355"/>
                </a:lnTo>
                <a:close/>
                <a:moveTo>
                  <a:pt x="82806" y="107430"/>
                </a:moveTo>
                <a:lnTo>
                  <a:pt x="156713" y="181355"/>
                </a:lnTo>
                <a:lnTo>
                  <a:pt x="106629" y="231439"/>
                </a:lnTo>
                <a:lnTo>
                  <a:pt x="45034" y="169844"/>
                </a:lnTo>
                <a:cubicBezTo>
                  <a:pt x="38226" y="163035"/>
                  <a:pt x="38226" y="152011"/>
                  <a:pt x="45034" y="145202"/>
                </a:cubicBezTo>
                <a:lnTo>
                  <a:pt x="82806" y="107430"/>
                </a:lnTo>
                <a:lnTo>
                  <a:pt x="82806" y="107430"/>
                </a:lnTo>
                <a:close/>
                <a:moveTo>
                  <a:pt x="231439" y="106629"/>
                </a:moveTo>
                <a:lnTo>
                  <a:pt x="181355" y="156731"/>
                </a:lnTo>
                <a:lnTo>
                  <a:pt x="107431" y="82806"/>
                </a:lnTo>
                <a:lnTo>
                  <a:pt x="145202" y="45034"/>
                </a:lnTo>
                <a:cubicBezTo>
                  <a:pt x="152012" y="38225"/>
                  <a:pt x="163035" y="38225"/>
                  <a:pt x="169827" y="45034"/>
                </a:cubicBezTo>
                <a:lnTo>
                  <a:pt x="231439" y="106629"/>
                </a:lnTo>
                <a:close/>
                <a:moveTo>
                  <a:pt x="861027" y="97452"/>
                </a:moveTo>
                <a:cubicBezTo>
                  <a:pt x="869490" y="105898"/>
                  <a:pt x="869490" y="119638"/>
                  <a:pt x="861027" y="128084"/>
                </a:cubicBezTo>
                <a:cubicBezTo>
                  <a:pt x="852581" y="136547"/>
                  <a:pt x="838840" y="136547"/>
                  <a:pt x="830394" y="128084"/>
                </a:cubicBezTo>
                <a:cubicBezTo>
                  <a:pt x="821930" y="119638"/>
                  <a:pt x="821930" y="105898"/>
                  <a:pt x="830394" y="97452"/>
                </a:cubicBezTo>
                <a:cubicBezTo>
                  <a:pt x="838840" y="88988"/>
                  <a:pt x="852581" y="88988"/>
                  <a:pt x="861027" y="97452"/>
                </a:cubicBez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-1177077" y="5862504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14037886" y="-1002692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pic>
        <p:nvPicPr>
          <p:cNvPr id="28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670" y="1488281"/>
            <a:ext cx="12087225" cy="680085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3379125" y="9127146"/>
            <a:ext cx="349237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21"/>
                <a:cs typeface="Space Mono 21"/>
              </a:rPr>
              <a:t>3</a:t>
            </a:r>
          </a:p>
        </p:txBody>
      </p:sp>
      <p:sp>
        <p:nvSpPr>
          <p:cNvPr id="30" name="Shape 30"/>
          <p:cNvSpPr/>
          <p:nvPr/>
        </p:nvSpPr>
        <p:spPr>
          <a:xfrm>
            <a:off x="14037887" y="-1002693"/>
            <a:ext cx="5427188" cy="542718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32448" y="566362"/>
            <a:ext cx="1843838" cy="184383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2" name="Shape 32"/>
          <p:cNvSpPr/>
          <p:nvPr/>
        </p:nvSpPr>
        <p:spPr>
          <a:xfrm>
            <a:off x="632448" y="3613761"/>
            <a:ext cx="992322" cy="99232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16573100" y="5347517"/>
            <a:ext cx="961386" cy="96138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4" name="Shape 34"/>
          <p:cNvSpPr/>
          <p:nvPr/>
        </p:nvSpPr>
        <p:spPr>
          <a:xfrm>
            <a:off x="-1177077" y="5862504"/>
            <a:ext cx="5427188" cy="542718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5" name="Shape 35"/>
          <p:cNvSpPr/>
          <p:nvPr/>
        </p:nvSpPr>
        <p:spPr>
          <a:xfrm>
            <a:off x="15295545" y="7676284"/>
            <a:ext cx="1963755" cy="208204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EFEFE"/>
          </a:solidFill>
        </p:spPr>
        <p:txBody>
          <a:bodyPr/>
          <a:lstStyle/>
          <a:p/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52500"/>
            <a:ext cx="18288002" cy="1219200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1962066" y="4111636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9"/>
                </a:cubicBezTo>
                <a:cubicBezTo>
                  <a:pt x="30738" y="46835"/>
                  <a:pt x="33631" y="45766"/>
                  <a:pt x="36311" y="44122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20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3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869591" y="4455215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6" y="47702"/>
                  <a:pt x="24527" y="47821"/>
                  <a:pt x="27633" y="47328"/>
                </a:cubicBezTo>
                <a:cubicBezTo>
                  <a:pt x="30738" y="46835"/>
                  <a:pt x="33631" y="45766"/>
                  <a:pt x="36311" y="44121"/>
                </a:cubicBezTo>
                <a:cubicBezTo>
                  <a:pt x="38991" y="42477"/>
                  <a:pt x="41254" y="40382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4"/>
                  <a:pt x="45766" y="14191"/>
                  <a:pt x="44122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4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868706" y="4269861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4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4" y="38991"/>
                  <a:pt x="7439" y="41254"/>
                  <a:pt x="9984" y="43101"/>
                </a:cubicBezTo>
                <a:cubicBezTo>
                  <a:pt x="12528" y="44948"/>
                  <a:pt x="15330" y="46237"/>
                  <a:pt x="18388" y="46970"/>
                </a:cubicBezTo>
                <a:cubicBezTo>
                  <a:pt x="21446" y="47702"/>
                  <a:pt x="24527" y="47821"/>
                  <a:pt x="27632" y="47328"/>
                </a:cubicBezTo>
                <a:cubicBezTo>
                  <a:pt x="30738" y="46835"/>
                  <a:pt x="33631" y="45766"/>
                  <a:pt x="36311" y="44121"/>
                </a:cubicBezTo>
                <a:cubicBezTo>
                  <a:pt x="38991" y="42477"/>
                  <a:pt x="41254" y="40382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4"/>
                  <a:pt x="45766" y="14191"/>
                  <a:pt x="44121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843849" y="3967574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5"/>
                  <a:pt x="33631" y="45766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1687145" y="4411516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2" y="47329"/>
                </a:cubicBezTo>
                <a:cubicBezTo>
                  <a:pt x="30738" y="46835"/>
                  <a:pt x="33631" y="45766"/>
                  <a:pt x="36311" y="44122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1"/>
                </a:cubicBezTo>
                <a:cubicBezTo>
                  <a:pt x="42477" y="8831"/>
                  <a:pt x="40382" y="6567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20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20" y="21446"/>
                  <a:pt x="0" y="24528"/>
                  <a:pt x="494" y="27633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1633531" y="3917198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2"/>
                  <a:pt x="24527" y="47821"/>
                  <a:pt x="27632" y="47328"/>
                </a:cubicBezTo>
                <a:cubicBezTo>
                  <a:pt x="30738" y="46835"/>
                  <a:pt x="33631" y="45766"/>
                  <a:pt x="36311" y="44121"/>
                </a:cubicBezTo>
                <a:cubicBezTo>
                  <a:pt x="38991" y="42477"/>
                  <a:pt x="41254" y="40382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4"/>
                  <a:pt x="45766" y="14191"/>
                  <a:pt x="44122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1492713" y="4440235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5"/>
                  <a:pt x="33631" y="45766"/>
                  <a:pt x="36311" y="44121"/>
                </a:cubicBezTo>
                <a:cubicBezTo>
                  <a:pt x="38991" y="42477"/>
                  <a:pt x="41254" y="40382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4"/>
                  <a:pt x="45766" y="14191"/>
                  <a:pt x="44122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439159" y="3945664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2"/>
                  <a:pt x="24527" y="47822"/>
                  <a:pt x="27633" y="47328"/>
                </a:cubicBezTo>
                <a:cubicBezTo>
                  <a:pt x="30738" y="46835"/>
                  <a:pt x="33631" y="45766"/>
                  <a:pt x="36311" y="44121"/>
                </a:cubicBezTo>
                <a:cubicBezTo>
                  <a:pt x="38991" y="42477"/>
                  <a:pt x="41254" y="40382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1354380" y="4185068"/>
            <a:ext cx="48400" cy="48353"/>
          </a:xfrm>
          <a:custGeom>
            <a:avLst/>
            <a:gdLst/>
            <a:rect l="0" t="0" r="48400" b="48353"/>
            <a:pathLst>
              <a:path w="48400" h="48353" fill="norm" stroke="0">
                <a:moveTo>
                  <a:pt x="18388" y="47423"/>
                </a:moveTo>
                <a:cubicBezTo>
                  <a:pt x="21486" y="48201"/>
                  <a:pt x="24614" y="48353"/>
                  <a:pt x="27772" y="47880"/>
                </a:cubicBezTo>
                <a:cubicBezTo>
                  <a:pt x="30931" y="47407"/>
                  <a:pt x="33877" y="46346"/>
                  <a:pt x="36612" y="44695"/>
                </a:cubicBezTo>
                <a:cubicBezTo>
                  <a:pt x="39346" y="43044"/>
                  <a:pt x="41658" y="40932"/>
                  <a:pt x="43548" y="38357"/>
                </a:cubicBezTo>
                <a:cubicBezTo>
                  <a:pt x="45438" y="35782"/>
                  <a:pt x="46760" y="32943"/>
                  <a:pt x="47516" y="29840"/>
                </a:cubicBezTo>
                <a:cubicBezTo>
                  <a:pt x="48271" y="26737"/>
                  <a:pt x="48400" y="23608"/>
                  <a:pt x="47905" y="20453"/>
                </a:cubicBezTo>
                <a:cubicBezTo>
                  <a:pt x="47409" y="17297"/>
                  <a:pt x="46326" y="14359"/>
                  <a:pt x="44656" y="11636"/>
                </a:cubicBezTo>
                <a:cubicBezTo>
                  <a:pt x="42986" y="8914"/>
                  <a:pt x="40857" y="6617"/>
                  <a:pt x="38268" y="4746"/>
                </a:cubicBezTo>
                <a:cubicBezTo>
                  <a:pt x="35680" y="2875"/>
                  <a:pt x="32832" y="1573"/>
                  <a:pt x="29723" y="840"/>
                </a:cubicBezTo>
                <a:cubicBezTo>
                  <a:pt x="26614" y="107"/>
                  <a:pt x="23484" y="0"/>
                  <a:pt x="20333" y="519"/>
                </a:cubicBezTo>
                <a:cubicBezTo>
                  <a:pt x="17181" y="1037"/>
                  <a:pt x="14251" y="2141"/>
                  <a:pt x="11540" y="3831"/>
                </a:cubicBezTo>
                <a:cubicBezTo>
                  <a:pt x="8830" y="5520"/>
                  <a:pt x="6549" y="7666"/>
                  <a:pt x="4696" y="10268"/>
                </a:cubicBezTo>
                <a:cubicBezTo>
                  <a:pt x="2844" y="12869"/>
                  <a:pt x="1562" y="15727"/>
                  <a:pt x="852" y="18841"/>
                </a:cubicBezTo>
                <a:cubicBezTo>
                  <a:pt x="119" y="21899"/>
                  <a:pt x="0" y="24980"/>
                  <a:pt x="493" y="28086"/>
                </a:cubicBezTo>
                <a:cubicBezTo>
                  <a:pt x="987" y="31191"/>
                  <a:pt x="2056" y="34084"/>
                  <a:pt x="3700" y="36764"/>
                </a:cubicBezTo>
                <a:cubicBezTo>
                  <a:pt x="5345" y="39444"/>
                  <a:pt x="7439" y="41708"/>
                  <a:pt x="9984" y="43554"/>
                </a:cubicBezTo>
                <a:cubicBezTo>
                  <a:pt x="12529" y="45401"/>
                  <a:pt x="15330" y="46691"/>
                  <a:pt x="18388" y="4742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1282455" y="4389606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4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2" y="47328"/>
                </a:cubicBezTo>
                <a:cubicBezTo>
                  <a:pt x="30738" y="46835"/>
                  <a:pt x="33631" y="45766"/>
                  <a:pt x="36311" y="44121"/>
                </a:cubicBezTo>
                <a:cubicBezTo>
                  <a:pt x="38991" y="42477"/>
                  <a:pt x="41254" y="40382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4"/>
                  <a:pt x="45766" y="14191"/>
                  <a:pt x="44121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1254403" y="3968663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5"/>
                  <a:pt x="33631" y="45766"/>
                  <a:pt x="36311" y="44122"/>
                </a:cubicBezTo>
                <a:cubicBezTo>
                  <a:pt x="38991" y="42477"/>
                  <a:pt x="41254" y="40382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2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809844" y="3395935"/>
            <a:ext cx="1653231" cy="1653109"/>
          </a:xfrm>
          <a:custGeom>
            <a:avLst/>
            <a:gdLst/>
            <a:rect l="0" t="0" r="1653231" b="1653109"/>
            <a:pathLst>
              <a:path w="1653231" h="1653109" fill="norm" stroke="0">
                <a:moveTo>
                  <a:pt x="1614661" y="668348"/>
                </a:moveTo>
                <a:cubicBezTo>
                  <a:pt x="1616418" y="669308"/>
                  <a:pt x="1618261" y="670057"/>
                  <a:pt x="1620190" y="670592"/>
                </a:cubicBezTo>
                <a:cubicBezTo>
                  <a:pt x="1622119" y="671128"/>
                  <a:pt x="1624084" y="671438"/>
                  <a:pt x="1626085" y="671521"/>
                </a:cubicBezTo>
                <a:cubicBezTo>
                  <a:pt x="1628086" y="671604"/>
                  <a:pt x="1630069" y="671457"/>
                  <a:pt x="1632036" y="671083"/>
                </a:cubicBezTo>
                <a:cubicBezTo>
                  <a:pt x="1634003" y="670709"/>
                  <a:pt x="1635902" y="670116"/>
                  <a:pt x="1637732" y="669303"/>
                </a:cubicBezTo>
                <a:cubicBezTo>
                  <a:pt x="1639562" y="668491"/>
                  <a:pt x="1641276" y="667482"/>
                  <a:pt x="1642873" y="666274"/>
                </a:cubicBezTo>
                <a:cubicBezTo>
                  <a:pt x="1644471" y="665067"/>
                  <a:pt x="1645910" y="663694"/>
                  <a:pt x="1647191" y="662155"/>
                </a:cubicBezTo>
                <a:cubicBezTo>
                  <a:pt x="1648472" y="660616"/>
                  <a:pt x="1649561" y="658952"/>
                  <a:pt x="1650458" y="657162"/>
                </a:cubicBezTo>
                <a:cubicBezTo>
                  <a:pt x="1651355" y="655372"/>
                  <a:pt x="1652037" y="653503"/>
                  <a:pt x="1652503" y="651556"/>
                </a:cubicBezTo>
                <a:cubicBezTo>
                  <a:pt x="1652970" y="649609"/>
                  <a:pt x="1653208" y="647634"/>
                  <a:pt x="1653219" y="645632"/>
                </a:cubicBezTo>
                <a:cubicBezTo>
                  <a:pt x="1653231" y="643630"/>
                  <a:pt x="1653014" y="641652"/>
                  <a:pt x="1652569" y="639700"/>
                </a:cubicBezTo>
                <a:cubicBezTo>
                  <a:pt x="1652125" y="637748"/>
                  <a:pt x="1651464" y="635872"/>
                  <a:pt x="1650586" y="634072"/>
                </a:cubicBezTo>
                <a:cubicBezTo>
                  <a:pt x="1649709" y="632272"/>
                  <a:pt x="1648639" y="630595"/>
                  <a:pt x="1647375" y="629042"/>
                </a:cubicBezTo>
                <a:cubicBezTo>
                  <a:pt x="1646112" y="627489"/>
                  <a:pt x="1644688" y="626100"/>
                  <a:pt x="1643104" y="624875"/>
                </a:cubicBezTo>
                <a:cubicBezTo>
                  <a:pt x="1641520" y="623650"/>
                  <a:pt x="1639818" y="622621"/>
                  <a:pt x="1637997" y="621789"/>
                </a:cubicBezTo>
                <a:cubicBezTo>
                  <a:pt x="1636176" y="620957"/>
                  <a:pt x="1634284" y="620342"/>
                  <a:pt x="1632321" y="619946"/>
                </a:cubicBezTo>
                <a:cubicBezTo>
                  <a:pt x="1630358" y="619549"/>
                  <a:pt x="1628376" y="619382"/>
                  <a:pt x="1626375" y="619442"/>
                </a:cubicBezTo>
                <a:lnTo>
                  <a:pt x="1483460" y="585211"/>
                </a:lnTo>
                <a:lnTo>
                  <a:pt x="1522971" y="420250"/>
                </a:lnTo>
                <a:cubicBezTo>
                  <a:pt x="1523776" y="416890"/>
                  <a:pt x="1523907" y="413503"/>
                  <a:pt x="1523365" y="410091"/>
                </a:cubicBezTo>
                <a:cubicBezTo>
                  <a:pt x="1522822" y="406679"/>
                  <a:pt x="1521648" y="403500"/>
                  <a:pt x="1519841" y="400555"/>
                </a:cubicBezTo>
                <a:cubicBezTo>
                  <a:pt x="1518034" y="397610"/>
                  <a:pt x="1515732" y="395122"/>
                  <a:pt x="1512936" y="393093"/>
                </a:cubicBezTo>
                <a:cubicBezTo>
                  <a:pt x="1510139" y="391064"/>
                  <a:pt x="1507061" y="389646"/>
                  <a:pt x="1503701" y="388841"/>
                </a:cubicBezTo>
                <a:lnTo>
                  <a:pt x="1339500" y="349512"/>
                </a:lnTo>
                <a:lnTo>
                  <a:pt x="1373549" y="207357"/>
                </a:lnTo>
                <a:cubicBezTo>
                  <a:pt x="1374702" y="205610"/>
                  <a:pt x="1375631" y="203750"/>
                  <a:pt x="1376336" y="201779"/>
                </a:cubicBezTo>
                <a:cubicBezTo>
                  <a:pt x="1377040" y="199808"/>
                  <a:pt x="1377501" y="197782"/>
                  <a:pt x="1377717" y="195699"/>
                </a:cubicBezTo>
                <a:cubicBezTo>
                  <a:pt x="1377934" y="193617"/>
                  <a:pt x="1377899" y="191539"/>
                  <a:pt x="1377615" y="189465"/>
                </a:cubicBezTo>
                <a:cubicBezTo>
                  <a:pt x="1377330" y="187391"/>
                  <a:pt x="1376803" y="185380"/>
                  <a:pt x="1376034" y="183433"/>
                </a:cubicBezTo>
                <a:cubicBezTo>
                  <a:pt x="1375265" y="181487"/>
                  <a:pt x="1374276" y="179659"/>
                  <a:pt x="1373066" y="177950"/>
                </a:cubicBezTo>
                <a:cubicBezTo>
                  <a:pt x="1371856" y="176241"/>
                  <a:pt x="1370461" y="174701"/>
                  <a:pt x="1368880" y="173329"/>
                </a:cubicBezTo>
                <a:cubicBezTo>
                  <a:pt x="1367299" y="171957"/>
                  <a:pt x="1365578" y="170792"/>
                  <a:pt x="1363716" y="169835"/>
                </a:cubicBezTo>
                <a:cubicBezTo>
                  <a:pt x="1361854" y="168877"/>
                  <a:pt x="1359906" y="168155"/>
                  <a:pt x="1357870" y="167667"/>
                </a:cubicBezTo>
                <a:cubicBezTo>
                  <a:pt x="1355834" y="167180"/>
                  <a:pt x="1353769" y="166941"/>
                  <a:pt x="1351676" y="166951"/>
                </a:cubicBezTo>
                <a:cubicBezTo>
                  <a:pt x="1349583" y="166961"/>
                  <a:pt x="1347520" y="167219"/>
                  <a:pt x="1345489" y="167726"/>
                </a:cubicBezTo>
                <a:cubicBezTo>
                  <a:pt x="1343458" y="168233"/>
                  <a:pt x="1341516" y="168974"/>
                  <a:pt x="1339664" y="169949"/>
                </a:cubicBezTo>
                <a:cubicBezTo>
                  <a:pt x="1337811" y="170924"/>
                  <a:pt x="1336101" y="172106"/>
                  <a:pt x="1334534" y="173493"/>
                </a:cubicBezTo>
                <a:cubicBezTo>
                  <a:pt x="1332966" y="174880"/>
                  <a:pt x="1331585" y="176434"/>
                  <a:pt x="1330392" y="178154"/>
                </a:cubicBezTo>
                <a:cubicBezTo>
                  <a:pt x="1329198" y="179874"/>
                  <a:pt x="1328227" y="181711"/>
                  <a:pt x="1327476" y="183666"/>
                </a:cubicBezTo>
                <a:cubicBezTo>
                  <a:pt x="1326726" y="185620"/>
                  <a:pt x="1326218" y="187635"/>
                  <a:pt x="1325953" y="189712"/>
                </a:cubicBezTo>
                <a:cubicBezTo>
                  <a:pt x="1325689" y="191788"/>
                  <a:pt x="1325674" y="193866"/>
                  <a:pt x="1325910" y="195947"/>
                </a:cubicBezTo>
                <a:lnTo>
                  <a:pt x="1291680" y="338862"/>
                </a:lnTo>
                <a:lnTo>
                  <a:pt x="1164981" y="308515"/>
                </a:lnTo>
                <a:lnTo>
                  <a:pt x="1199212" y="165600"/>
                </a:lnTo>
                <a:cubicBezTo>
                  <a:pt x="1200017" y="162240"/>
                  <a:pt x="1200148" y="158854"/>
                  <a:pt x="1199606" y="155441"/>
                </a:cubicBezTo>
                <a:cubicBezTo>
                  <a:pt x="1199064" y="152029"/>
                  <a:pt x="1197889" y="148850"/>
                  <a:pt x="1196082" y="145905"/>
                </a:cubicBezTo>
                <a:cubicBezTo>
                  <a:pt x="1194275" y="142959"/>
                  <a:pt x="1191974" y="140472"/>
                  <a:pt x="1189177" y="138443"/>
                </a:cubicBezTo>
                <a:cubicBezTo>
                  <a:pt x="1186381" y="136413"/>
                  <a:pt x="1183302" y="134996"/>
                  <a:pt x="1179942" y="134191"/>
                </a:cubicBezTo>
                <a:cubicBezTo>
                  <a:pt x="1176582" y="133386"/>
                  <a:pt x="1173195" y="133255"/>
                  <a:pt x="1169783" y="133797"/>
                </a:cubicBezTo>
                <a:cubicBezTo>
                  <a:pt x="1166371" y="134340"/>
                  <a:pt x="1163192" y="135514"/>
                  <a:pt x="1160246" y="137321"/>
                </a:cubicBezTo>
                <a:cubicBezTo>
                  <a:pt x="1157301" y="139128"/>
                  <a:pt x="1154814" y="141430"/>
                  <a:pt x="1152785" y="144227"/>
                </a:cubicBezTo>
                <a:cubicBezTo>
                  <a:pt x="1150755" y="147023"/>
                  <a:pt x="1149338" y="150102"/>
                  <a:pt x="1148533" y="153462"/>
                </a:cubicBezTo>
                <a:lnTo>
                  <a:pt x="1114302" y="296377"/>
                </a:lnTo>
                <a:lnTo>
                  <a:pt x="987604" y="266030"/>
                </a:lnTo>
                <a:lnTo>
                  <a:pt x="1021835" y="123115"/>
                </a:lnTo>
                <a:cubicBezTo>
                  <a:pt x="1022640" y="119755"/>
                  <a:pt x="1022771" y="116368"/>
                  <a:pt x="1022229" y="112956"/>
                </a:cubicBezTo>
                <a:cubicBezTo>
                  <a:pt x="1021687" y="109544"/>
                  <a:pt x="1020512" y="106365"/>
                  <a:pt x="1018705" y="103419"/>
                </a:cubicBezTo>
                <a:cubicBezTo>
                  <a:pt x="1016898" y="100474"/>
                  <a:pt x="1014596" y="97987"/>
                  <a:pt x="1011800" y="95958"/>
                </a:cubicBezTo>
                <a:cubicBezTo>
                  <a:pt x="1009003" y="93928"/>
                  <a:pt x="1005925" y="92511"/>
                  <a:pt x="1002565" y="91706"/>
                </a:cubicBezTo>
                <a:cubicBezTo>
                  <a:pt x="999205" y="90901"/>
                  <a:pt x="995818" y="90770"/>
                  <a:pt x="992406" y="91312"/>
                </a:cubicBezTo>
                <a:cubicBezTo>
                  <a:pt x="988993" y="91855"/>
                  <a:pt x="985814" y="93029"/>
                  <a:pt x="982869" y="94836"/>
                </a:cubicBezTo>
                <a:cubicBezTo>
                  <a:pt x="979924" y="96643"/>
                  <a:pt x="977437" y="98945"/>
                  <a:pt x="975407" y="101741"/>
                </a:cubicBezTo>
                <a:cubicBezTo>
                  <a:pt x="973378" y="104538"/>
                  <a:pt x="971961" y="107616"/>
                  <a:pt x="971156" y="110976"/>
                </a:cubicBezTo>
                <a:lnTo>
                  <a:pt x="936925" y="253891"/>
                </a:lnTo>
                <a:lnTo>
                  <a:pt x="810227" y="223545"/>
                </a:lnTo>
                <a:lnTo>
                  <a:pt x="844458" y="80630"/>
                </a:lnTo>
                <a:cubicBezTo>
                  <a:pt x="845419" y="78873"/>
                  <a:pt x="846167" y="77030"/>
                  <a:pt x="846703" y="75101"/>
                </a:cubicBezTo>
                <a:cubicBezTo>
                  <a:pt x="847238" y="73172"/>
                  <a:pt x="847548" y="71207"/>
                  <a:pt x="847631" y="69206"/>
                </a:cubicBezTo>
                <a:cubicBezTo>
                  <a:pt x="847714" y="67205"/>
                  <a:pt x="847568" y="65222"/>
                  <a:pt x="847193" y="63255"/>
                </a:cubicBezTo>
                <a:cubicBezTo>
                  <a:pt x="846819" y="61288"/>
                  <a:pt x="846226" y="59389"/>
                  <a:pt x="845414" y="57559"/>
                </a:cubicBezTo>
                <a:cubicBezTo>
                  <a:pt x="844601" y="55729"/>
                  <a:pt x="843592" y="54015"/>
                  <a:pt x="842385" y="52418"/>
                </a:cubicBezTo>
                <a:cubicBezTo>
                  <a:pt x="841177" y="50820"/>
                  <a:pt x="839804" y="49381"/>
                  <a:pt x="838265" y="48100"/>
                </a:cubicBezTo>
                <a:cubicBezTo>
                  <a:pt x="836726" y="46820"/>
                  <a:pt x="835062" y="45731"/>
                  <a:pt x="833272" y="44833"/>
                </a:cubicBezTo>
                <a:cubicBezTo>
                  <a:pt x="831482" y="43936"/>
                  <a:pt x="829613" y="43255"/>
                  <a:pt x="827666" y="42788"/>
                </a:cubicBezTo>
                <a:cubicBezTo>
                  <a:pt x="825719" y="42321"/>
                  <a:pt x="823744" y="42083"/>
                  <a:pt x="821742" y="42072"/>
                </a:cubicBezTo>
                <a:cubicBezTo>
                  <a:pt x="819740" y="42060"/>
                  <a:pt x="817762" y="42277"/>
                  <a:pt x="815810" y="42722"/>
                </a:cubicBezTo>
                <a:cubicBezTo>
                  <a:pt x="813858" y="43166"/>
                  <a:pt x="811982" y="43828"/>
                  <a:pt x="810182" y="44705"/>
                </a:cubicBezTo>
                <a:cubicBezTo>
                  <a:pt x="808382" y="45582"/>
                  <a:pt x="806705" y="46652"/>
                  <a:pt x="805152" y="47916"/>
                </a:cubicBezTo>
                <a:cubicBezTo>
                  <a:pt x="803599" y="49179"/>
                  <a:pt x="802210" y="50603"/>
                  <a:pt x="800985" y="52188"/>
                </a:cubicBezTo>
                <a:cubicBezTo>
                  <a:pt x="799760" y="53771"/>
                  <a:pt x="798732" y="55473"/>
                  <a:pt x="797899" y="57294"/>
                </a:cubicBezTo>
                <a:cubicBezTo>
                  <a:pt x="797067" y="59116"/>
                  <a:pt x="796452" y="61007"/>
                  <a:pt x="796056" y="62970"/>
                </a:cubicBezTo>
                <a:cubicBezTo>
                  <a:pt x="795660" y="64932"/>
                  <a:pt x="795492" y="66915"/>
                  <a:pt x="795552" y="68916"/>
                </a:cubicBezTo>
                <a:lnTo>
                  <a:pt x="761321" y="211831"/>
                </a:lnTo>
                <a:lnTo>
                  <a:pt x="634623" y="181485"/>
                </a:lnTo>
                <a:lnTo>
                  <a:pt x="668854" y="38570"/>
                </a:lnTo>
                <a:cubicBezTo>
                  <a:pt x="669815" y="36812"/>
                  <a:pt x="670563" y="34970"/>
                  <a:pt x="671099" y="33041"/>
                </a:cubicBezTo>
                <a:cubicBezTo>
                  <a:pt x="671635" y="31111"/>
                  <a:pt x="671944" y="29146"/>
                  <a:pt x="672027" y="27146"/>
                </a:cubicBezTo>
                <a:cubicBezTo>
                  <a:pt x="672110" y="25145"/>
                  <a:pt x="671964" y="23161"/>
                  <a:pt x="671590" y="21195"/>
                </a:cubicBezTo>
                <a:cubicBezTo>
                  <a:pt x="671215" y="19228"/>
                  <a:pt x="670622" y="17329"/>
                  <a:pt x="669810" y="15499"/>
                </a:cubicBezTo>
                <a:cubicBezTo>
                  <a:pt x="668998" y="13669"/>
                  <a:pt x="667988" y="11955"/>
                  <a:pt x="666781" y="10358"/>
                </a:cubicBezTo>
                <a:cubicBezTo>
                  <a:pt x="665574" y="8760"/>
                  <a:pt x="664201" y="7320"/>
                  <a:pt x="662662" y="6040"/>
                </a:cubicBezTo>
                <a:cubicBezTo>
                  <a:pt x="661123" y="4759"/>
                  <a:pt x="659458" y="3670"/>
                  <a:pt x="657668" y="2773"/>
                </a:cubicBezTo>
                <a:cubicBezTo>
                  <a:pt x="655878" y="1876"/>
                  <a:pt x="654010" y="1194"/>
                  <a:pt x="652063" y="728"/>
                </a:cubicBezTo>
                <a:cubicBezTo>
                  <a:pt x="650115" y="261"/>
                  <a:pt x="648141" y="22"/>
                  <a:pt x="646138" y="12"/>
                </a:cubicBezTo>
                <a:cubicBezTo>
                  <a:pt x="644136" y="0"/>
                  <a:pt x="642159" y="217"/>
                  <a:pt x="640207" y="661"/>
                </a:cubicBezTo>
                <a:cubicBezTo>
                  <a:pt x="638254" y="1106"/>
                  <a:pt x="636378" y="1767"/>
                  <a:pt x="634578" y="2644"/>
                </a:cubicBezTo>
                <a:cubicBezTo>
                  <a:pt x="632778" y="3521"/>
                  <a:pt x="631102" y="4592"/>
                  <a:pt x="629549" y="5855"/>
                </a:cubicBezTo>
                <a:cubicBezTo>
                  <a:pt x="627996" y="7119"/>
                  <a:pt x="626607" y="8543"/>
                  <a:pt x="625382" y="10127"/>
                </a:cubicBezTo>
                <a:cubicBezTo>
                  <a:pt x="624157" y="11711"/>
                  <a:pt x="623128" y="13413"/>
                  <a:pt x="622296" y="15234"/>
                </a:cubicBezTo>
                <a:cubicBezTo>
                  <a:pt x="621463" y="17055"/>
                  <a:pt x="620849" y="18947"/>
                  <a:pt x="620452" y="20910"/>
                </a:cubicBezTo>
                <a:cubicBezTo>
                  <a:pt x="620056" y="22872"/>
                  <a:pt x="619888" y="24854"/>
                  <a:pt x="619949" y="26856"/>
                </a:cubicBezTo>
                <a:lnTo>
                  <a:pt x="585718" y="169771"/>
                </a:lnTo>
                <a:lnTo>
                  <a:pt x="420250" y="130139"/>
                </a:lnTo>
                <a:cubicBezTo>
                  <a:pt x="416890" y="129333"/>
                  <a:pt x="413504" y="129202"/>
                  <a:pt x="410091" y="129745"/>
                </a:cubicBezTo>
                <a:cubicBezTo>
                  <a:pt x="406679" y="130287"/>
                  <a:pt x="403500" y="131462"/>
                  <a:pt x="400555" y="133269"/>
                </a:cubicBezTo>
                <a:cubicBezTo>
                  <a:pt x="397610" y="135075"/>
                  <a:pt x="395122" y="137377"/>
                  <a:pt x="393093" y="140174"/>
                </a:cubicBezTo>
                <a:cubicBezTo>
                  <a:pt x="391063" y="142970"/>
                  <a:pt x="389646" y="146048"/>
                  <a:pt x="388841" y="149409"/>
                </a:cubicBezTo>
                <a:lnTo>
                  <a:pt x="349330" y="314369"/>
                </a:lnTo>
                <a:lnTo>
                  <a:pt x="207175" y="280321"/>
                </a:lnTo>
                <a:cubicBezTo>
                  <a:pt x="205418" y="279360"/>
                  <a:pt x="203575" y="278612"/>
                  <a:pt x="201646" y="278076"/>
                </a:cubicBezTo>
                <a:cubicBezTo>
                  <a:pt x="199717" y="277540"/>
                  <a:pt x="197752" y="277230"/>
                  <a:pt x="195751" y="277147"/>
                </a:cubicBezTo>
                <a:cubicBezTo>
                  <a:pt x="193751" y="277064"/>
                  <a:pt x="191767" y="277210"/>
                  <a:pt x="189800" y="277585"/>
                </a:cubicBezTo>
                <a:cubicBezTo>
                  <a:pt x="187833" y="277960"/>
                  <a:pt x="185935" y="278553"/>
                  <a:pt x="184104" y="279365"/>
                </a:cubicBezTo>
                <a:cubicBezTo>
                  <a:pt x="182274" y="280177"/>
                  <a:pt x="180560" y="281187"/>
                  <a:pt x="178963" y="282394"/>
                </a:cubicBezTo>
                <a:cubicBezTo>
                  <a:pt x="177365" y="283601"/>
                  <a:pt x="175926" y="284974"/>
                  <a:pt x="174645" y="286513"/>
                </a:cubicBezTo>
                <a:cubicBezTo>
                  <a:pt x="173365" y="288052"/>
                  <a:pt x="172276" y="289716"/>
                  <a:pt x="171378" y="291506"/>
                </a:cubicBezTo>
                <a:cubicBezTo>
                  <a:pt x="170481" y="293297"/>
                  <a:pt x="169799" y="295165"/>
                  <a:pt x="169333" y="297112"/>
                </a:cubicBezTo>
                <a:cubicBezTo>
                  <a:pt x="168867" y="299059"/>
                  <a:pt x="168628" y="301034"/>
                  <a:pt x="168617" y="303037"/>
                </a:cubicBezTo>
                <a:cubicBezTo>
                  <a:pt x="168606" y="305039"/>
                  <a:pt x="168822" y="307016"/>
                  <a:pt x="169267" y="308968"/>
                </a:cubicBezTo>
                <a:cubicBezTo>
                  <a:pt x="169712" y="310921"/>
                  <a:pt x="170373" y="312796"/>
                  <a:pt x="171250" y="314596"/>
                </a:cubicBezTo>
                <a:cubicBezTo>
                  <a:pt x="172127" y="316396"/>
                  <a:pt x="173197" y="318073"/>
                  <a:pt x="174461" y="319626"/>
                </a:cubicBezTo>
                <a:cubicBezTo>
                  <a:pt x="175725" y="321179"/>
                  <a:pt x="177148" y="322568"/>
                  <a:pt x="178732" y="323793"/>
                </a:cubicBezTo>
                <a:cubicBezTo>
                  <a:pt x="180316" y="325018"/>
                  <a:pt x="182019" y="326047"/>
                  <a:pt x="183840" y="326879"/>
                </a:cubicBezTo>
                <a:cubicBezTo>
                  <a:pt x="185661" y="327712"/>
                  <a:pt x="187552" y="328326"/>
                  <a:pt x="189515" y="328723"/>
                </a:cubicBezTo>
                <a:cubicBezTo>
                  <a:pt x="191478" y="329119"/>
                  <a:pt x="193460" y="329287"/>
                  <a:pt x="195461" y="329226"/>
                </a:cubicBezTo>
                <a:lnTo>
                  <a:pt x="338376" y="363457"/>
                </a:lnTo>
                <a:lnTo>
                  <a:pt x="308030" y="490155"/>
                </a:lnTo>
                <a:lnTo>
                  <a:pt x="165114" y="455924"/>
                </a:lnTo>
                <a:cubicBezTo>
                  <a:pt x="163358" y="454921"/>
                  <a:pt x="161510" y="454134"/>
                  <a:pt x="159570" y="453561"/>
                </a:cubicBezTo>
                <a:cubicBezTo>
                  <a:pt x="157631" y="452988"/>
                  <a:pt x="155651" y="452646"/>
                  <a:pt x="153631" y="452534"/>
                </a:cubicBezTo>
                <a:cubicBezTo>
                  <a:pt x="151612" y="452423"/>
                  <a:pt x="149607" y="452544"/>
                  <a:pt x="147615" y="452899"/>
                </a:cubicBezTo>
                <a:cubicBezTo>
                  <a:pt x="145624" y="453255"/>
                  <a:pt x="143701" y="453834"/>
                  <a:pt x="141844" y="454637"/>
                </a:cubicBezTo>
                <a:cubicBezTo>
                  <a:pt x="139988" y="455440"/>
                  <a:pt x="138249" y="456447"/>
                  <a:pt x="136627" y="457655"/>
                </a:cubicBezTo>
                <a:cubicBezTo>
                  <a:pt x="135005" y="458863"/>
                  <a:pt x="133544" y="460242"/>
                  <a:pt x="132243" y="461790"/>
                </a:cubicBezTo>
                <a:cubicBezTo>
                  <a:pt x="130942" y="463338"/>
                  <a:pt x="129836" y="465016"/>
                  <a:pt x="128926" y="466822"/>
                </a:cubicBezTo>
                <a:cubicBezTo>
                  <a:pt x="128015" y="468628"/>
                  <a:pt x="127324" y="470515"/>
                  <a:pt x="126853" y="472481"/>
                </a:cubicBezTo>
                <a:cubicBezTo>
                  <a:pt x="126382" y="474449"/>
                  <a:pt x="126143" y="476443"/>
                  <a:pt x="126137" y="478465"/>
                </a:cubicBezTo>
                <a:cubicBezTo>
                  <a:pt x="126130" y="480489"/>
                  <a:pt x="126356" y="482485"/>
                  <a:pt x="126814" y="484454"/>
                </a:cubicBezTo>
                <a:cubicBezTo>
                  <a:pt x="127272" y="486425"/>
                  <a:pt x="127951" y="488315"/>
                  <a:pt x="128849" y="490127"/>
                </a:cubicBezTo>
                <a:cubicBezTo>
                  <a:pt x="129748" y="491939"/>
                  <a:pt x="130843" y="493624"/>
                  <a:pt x="132134" y="495181"/>
                </a:cubicBezTo>
                <a:cubicBezTo>
                  <a:pt x="133424" y="496738"/>
                  <a:pt x="134877" y="498126"/>
                  <a:pt x="136491" y="499345"/>
                </a:cubicBezTo>
                <a:cubicBezTo>
                  <a:pt x="138105" y="500563"/>
                  <a:pt x="139838" y="501581"/>
                  <a:pt x="141688" y="502396"/>
                </a:cubicBezTo>
                <a:cubicBezTo>
                  <a:pt x="143539" y="503211"/>
                  <a:pt x="145459" y="503803"/>
                  <a:pt x="147448" y="504172"/>
                </a:cubicBezTo>
                <a:cubicBezTo>
                  <a:pt x="149437" y="504540"/>
                  <a:pt x="151441" y="504675"/>
                  <a:pt x="153461" y="504576"/>
                </a:cubicBezTo>
                <a:lnTo>
                  <a:pt x="296377" y="538807"/>
                </a:lnTo>
                <a:lnTo>
                  <a:pt x="266030" y="665505"/>
                </a:lnTo>
                <a:lnTo>
                  <a:pt x="123115" y="631274"/>
                </a:lnTo>
                <a:cubicBezTo>
                  <a:pt x="119755" y="630469"/>
                  <a:pt x="116368" y="630338"/>
                  <a:pt x="112956" y="630880"/>
                </a:cubicBezTo>
                <a:cubicBezTo>
                  <a:pt x="109543" y="631423"/>
                  <a:pt x="106364" y="632597"/>
                  <a:pt x="103419" y="634404"/>
                </a:cubicBezTo>
                <a:cubicBezTo>
                  <a:pt x="100474" y="636211"/>
                  <a:pt x="97987" y="638513"/>
                  <a:pt x="95957" y="641309"/>
                </a:cubicBezTo>
                <a:cubicBezTo>
                  <a:pt x="93928" y="644106"/>
                  <a:pt x="92511" y="647184"/>
                  <a:pt x="91706" y="650544"/>
                </a:cubicBezTo>
                <a:cubicBezTo>
                  <a:pt x="90901" y="653905"/>
                  <a:pt x="90770" y="657291"/>
                  <a:pt x="91312" y="660703"/>
                </a:cubicBezTo>
                <a:cubicBezTo>
                  <a:pt x="91854" y="664116"/>
                  <a:pt x="93029" y="667295"/>
                  <a:pt x="94836" y="670240"/>
                </a:cubicBezTo>
                <a:cubicBezTo>
                  <a:pt x="96643" y="673185"/>
                  <a:pt x="98945" y="675672"/>
                  <a:pt x="101741" y="677702"/>
                </a:cubicBezTo>
                <a:cubicBezTo>
                  <a:pt x="104538" y="679731"/>
                  <a:pt x="107616" y="681148"/>
                  <a:pt x="110976" y="681953"/>
                </a:cubicBezTo>
                <a:lnTo>
                  <a:pt x="253892" y="716185"/>
                </a:lnTo>
                <a:lnTo>
                  <a:pt x="223545" y="842882"/>
                </a:lnTo>
                <a:lnTo>
                  <a:pt x="80630" y="808651"/>
                </a:lnTo>
                <a:cubicBezTo>
                  <a:pt x="78873" y="807691"/>
                  <a:pt x="77030" y="806943"/>
                  <a:pt x="75101" y="806407"/>
                </a:cubicBezTo>
                <a:cubicBezTo>
                  <a:pt x="73171" y="805871"/>
                  <a:pt x="71206" y="805561"/>
                  <a:pt x="69206" y="805479"/>
                </a:cubicBezTo>
                <a:cubicBezTo>
                  <a:pt x="67205" y="805396"/>
                  <a:pt x="65222" y="805541"/>
                  <a:pt x="63255" y="805916"/>
                </a:cubicBezTo>
                <a:cubicBezTo>
                  <a:pt x="61288" y="806290"/>
                  <a:pt x="59389" y="806884"/>
                  <a:pt x="57559" y="807696"/>
                </a:cubicBezTo>
                <a:cubicBezTo>
                  <a:pt x="55729" y="808508"/>
                  <a:pt x="54015" y="809517"/>
                  <a:pt x="52418" y="810725"/>
                </a:cubicBezTo>
                <a:cubicBezTo>
                  <a:pt x="50820" y="811932"/>
                  <a:pt x="49381" y="813305"/>
                  <a:pt x="48100" y="814844"/>
                </a:cubicBezTo>
                <a:cubicBezTo>
                  <a:pt x="46819" y="816383"/>
                  <a:pt x="45730" y="818047"/>
                  <a:pt x="44833" y="819837"/>
                </a:cubicBezTo>
                <a:cubicBezTo>
                  <a:pt x="43936" y="821627"/>
                  <a:pt x="43254" y="823496"/>
                  <a:pt x="42788" y="825443"/>
                </a:cubicBezTo>
                <a:cubicBezTo>
                  <a:pt x="42321" y="827391"/>
                  <a:pt x="42083" y="829365"/>
                  <a:pt x="42072" y="831367"/>
                </a:cubicBezTo>
                <a:cubicBezTo>
                  <a:pt x="42060" y="833370"/>
                  <a:pt x="42277" y="835347"/>
                  <a:pt x="42722" y="837299"/>
                </a:cubicBezTo>
                <a:cubicBezTo>
                  <a:pt x="43166" y="839251"/>
                  <a:pt x="43827" y="841127"/>
                  <a:pt x="44704" y="842927"/>
                </a:cubicBezTo>
                <a:cubicBezTo>
                  <a:pt x="45582" y="844727"/>
                  <a:pt x="46652" y="846404"/>
                  <a:pt x="47916" y="847957"/>
                </a:cubicBezTo>
                <a:cubicBezTo>
                  <a:pt x="49179" y="849510"/>
                  <a:pt x="50603" y="850899"/>
                  <a:pt x="52187" y="852124"/>
                </a:cubicBezTo>
                <a:cubicBezTo>
                  <a:pt x="53771" y="853349"/>
                  <a:pt x="55473" y="854377"/>
                  <a:pt x="57294" y="855210"/>
                </a:cubicBezTo>
                <a:cubicBezTo>
                  <a:pt x="59115" y="856043"/>
                  <a:pt x="61007" y="856657"/>
                  <a:pt x="62970" y="857053"/>
                </a:cubicBezTo>
                <a:cubicBezTo>
                  <a:pt x="64932" y="857450"/>
                  <a:pt x="66914" y="857617"/>
                  <a:pt x="68916" y="857557"/>
                </a:cubicBezTo>
                <a:lnTo>
                  <a:pt x="211831" y="891788"/>
                </a:lnTo>
                <a:lnTo>
                  <a:pt x="181485" y="1018486"/>
                </a:lnTo>
                <a:lnTo>
                  <a:pt x="38569" y="984255"/>
                </a:lnTo>
                <a:cubicBezTo>
                  <a:pt x="36812" y="983294"/>
                  <a:pt x="34970" y="982546"/>
                  <a:pt x="33040" y="982010"/>
                </a:cubicBezTo>
                <a:cubicBezTo>
                  <a:pt x="31111" y="981474"/>
                  <a:pt x="29146" y="981165"/>
                  <a:pt x="27146" y="981082"/>
                </a:cubicBezTo>
                <a:cubicBezTo>
                  <a:pt x="25145" y="980999"/>
                  <a:pt x="23161" y="981145"/>
                  <a:pt x="21194" y="981520"/>
                </a:cubicBezTo>
                <a:cubicBezTo>
                  <a:pt x="19227" y="981894"/>
                  <a:pt x="17329" y="982487"/>
                  <a:pt x="15499" y="983299"/>
                </a:cubicBezTo>
                <a:cubicBezTo>
                  <a:pt x="13668" y="984111"/>
                  <a:pt x="11955" y="985121"/>
                  <a:pt x="10357" y="986328"/>
                </a:cubicBezTo>
                <a:cubicBezTo>
                  <a:pt x="8760" y="987535"/>
                  <a:pt x="7321" y="988908"/>
                  <a:pt x="6040" y="990447"/>
                </a:cubicBezTo>
                <a:cubicBezTo>
                  <a:pt x="4759" y="991986"/>
                  <a:pt x="3670" y="993651"/>
                  <a:pt x="2773" y="995441"/>
                </a:cubicBezTo>
                <a:cubicBezTo>
                  <a:pt x="1876" y="997231"/>
                  <a:pt x="1194" y="999099"/>
                  <a:pt x="727" y="1001047"/>
                </a:cubicBezTo>
                <a:cubicBezTo>
                  <a:pt x="261" y="1002994"/>
                  <a:pt x="22" y="1004969"/>
                  <a:pt x="11" y="1006971"/>
                </a:cubicBezTo>
                <a:cubicBezTo>
                  <a:pt x="0" y="1008973"/>
                  <a:pt x="217" y="1010950"/>
                  <a:pt x="661" y="1012903"/>
                </a:cubicBezTo>
                <a:cubicBezTo>
                  <a:pt x="1106" y="1014855"/>
                  <a:pt x="1767" y="1016731"/>
                  <a:pt x="2644" y="1018531"/>
                </a:cubicBezTo>
                <a:cubicBezTo>
                  <a:pt x="3521" y="1020331"/>
                  <a:pt x="4592" y="1022007"/>
                  <a:pt x="5855" y="1023560"/>
                </a:cubicBezTo>
                <a:cubicBezTo>
                  <a:pt x="7119" y="1025113"/>
                  <a:pt x="8543" y="1026502"/>
                  <a:pt x="10127" y="1027727"/>
                </a:cubicBezTo>
                <a:cubicBezTo>
                  <a:pt x="11710" y="1028952"/>
                  <a:pt x="13413" y="1029981"/>
                  <a:pt x="15234" y="1030813"/>
                </a:cubicBezTo>
                <a:cubicBezTo>
                  <a:pt x="17055" y="1031646"/>
                  <a:pt x="18947" y="1032260"/>
                  <a:pt x="20909" y="1032657"/>
                </a:cubicBezTo>
                <a:cubicBezTo>
                  <a:pt x="22872" y="1033053"/>
                  <a:pt x="24854" y="1033221"/>
                  <a:pt x="26855" y="1033161"/>
                </a:cubicBezTo>
                <a:lnTo>
                  <a:pt x="169771" y="1067391"/>
                </a:lnTo>
                <a:lnTo>
                  <a:pt x="130260" y="1232352"/>
                </a:lnTo>
                <a:cubicBezTo>
                  <a:pt x="129455" y="1235713"/>
                  <a:pt x="129323" y="1239099"/>
                  <a:pt x="129866" y="1242511"/>
                </a:cubicBezTo>
                <a:cubicBezTo>
                  <a:pt x="130408" y="1245924"/>
                  <a:pt x="131583" y="1249102"/>
                  <a:pt x="133390" y="1252048"/>
                </a:cubicBezTo>
                <a:cubicBezTo>
                  <a:pt x="135197" y="1254993"/>
                  <a:pt x="137498" y="1257480"/>
                  <a:pt x="140295" y="1259510"/>
                </a:cubicBezTo>
                <a:cubicBezTo>
                  <a:pt x="143091" y="1261539"/>
                  <a:pt x="146170" y="1262956"/>
                  <a:pt x="149530" y="1263761"/>
                </a:cubicBezTo>
                <a:lnTo>
                  <a:pt x="314491" y="1303272"/>
                </a:lnTo>
                <a:lnTo>
                  <a:pt x="280321" y="1445935"/>
                </a:lnTo>
                <a:cubicBezTo>
                  <a:pt x="279360" y="1447691"/>
                  <a:pt x="278611" y="1449534"/>
                  <a:pt x="278076" y="1451463"/>
                </a:cubicBezTo>
                <a:cubicBezTo>
                  <a:pt x="277540" y="1453393"/>
                  <a:pt x="277230" y="1455358"/>
                  <a:pt x="277148" y="1457358"/>
                </a:cubicBezTo>
                <a:cubicBezTo>
                  <a:pt x="277065" y="1459359"/>
                  <a:pt x="277210" y="1461342"/>
                  <a:pt x="277585" y="1463309"/>
                </a:cubicBezTo>
                <a:cubicBezTo>
                  <a:pt x="277959" y="1465276"/>
                  <a:pt x="278553" y="1467175"/>
                  <a:pt x="279365" y="1469005"/>
                </a:cubicBezTo>
                <a:cubicBezTo>
                  <a:pt x="280177" y="1470835"/>
                  <a:pt x="281186" y="1472549"/>
                  <a:pt x="282394" y="1474146"/>
                </a:cubicBezTo>
                <a:cubicBezTo>
                  <a:pt x="283601" y="1475744"/>
                  <a:pt x="284974" y="1477183"/>
                  <a:pt x="286513" y="1478464"/>
                </a:cubicBezTo>
                <a:cubicBezTo>
                  <a:pt x="288052" y="1479745"/>
                  <a:pt x="289716" y="1480834"/>
                  <a:pt x="291506" y="1481731"/>
                </a:cubicBezTo>
                <a:cubicBezTo>
                  <a:pt x="293296" y="1482628"/>
                  <a:pt x="295165" y="1483310"/>
                  <a:pt x="297112" y="1483776"/>
                </a:cubicBezTo>
                <a:cubicBezTo>
                  <a:pt x="299059" y="1484242"/>
                  <a:pt x="301034" y="1484481"/>
                  <a:pt x="303036" y="1484492"/>
                </a:cubicBezTo>
                <a:cubicBezTo>
                  <a:pt x="305039" y="1484504"/>
                  <a:pt x="307016" y="1484287"/>
                  <a:pt x="308968" y="1483842"/>
                </a:cubicBezTo>
                <a:cubicBezTo>
                  <a:pt x="310920" y="1483397"/>
                  <a:pt x="312796" y="1482737"/>
                  <a:pt x="314596" y="1481860"/>
                </a:cubicBezTo>
                <a:cubicBezTo>
                  <a:pt x="316396" y="1480982"/>
                  <a:pt x="318073" y="1479912"/>
                  <a:pt x="319626" y="1478649"/>
                </a:cubicBezTo>
                <a:cubicBezTo>
                  <a:pt x="321179" y="1477385"/>
                  <a:pt x="322568" y="1475961"/>
                  <a:pt x="323793" y="1474377"/>
                </a:cubicBezTo>
                <a:cubicBezTo>
                  <a:pt x="325018" y="1472793"/>
                  <a:pt x="326047" y="1471091"/>
                  <a:pt x="326879" y="1469270"/>
                </a:cubicBezTo>
                <a:cubicBezTo>
                  <a:pt x="327712" y="1467449"/>
                  <a:pt x="328326" y="1465557"/>
                  <a:pt x="328722" y="1463594"/>
                </a:cubicBezTo>
                <a:cubicBezTo>
                  <a:pt x="329119" y="1461632"/>
                  <a:pt x="329287" y="1459650"/>
                  <a:pt x="329226" y="1457648"/>
                </a:cubicBezTo>
                <a:lnTo>
                  <a:pt x="363457" y="1314733"/>
                </a:lnTo>
                <a:lnTo>
                  <a:pt x="490155" y="1345080"/>
                </a:lnTo>
                <a:lnTo>
                  <a:pt x="455924" y="1487995"/>
                </a:lnTo>
                <a:cubicBezTo>
                  <a:pt x="454921" y="1489751"/>
                  <a:pt x="454133" y="1491599"/>
                  <a:pt x="453561" y="1493539"/>
                </a:cubicBezTo>
                <a:cubicBezTo>
                  <a:pt x="452988" y="1495478"/>
                  <a:pt x="452646" y="1497458"/>
                  <a:pt x="452534" y="1499478"/>
                </a:cubicBezTo>
                <a:cubicBezTo>
                  <a:pt x="452422" y="1501497"/>
                  <a:pt x="452544" y="1503502"/>
                  <a:pt x="452899" y="1505494"/>
                </a:cubicBezTo>
                <a:cubicBezTo>
                  <a:pt x="453255" y="1507485"/>
                  <a:pt x="453834" y="1509408"/>
                  <a:pt x="454637" y="1511265"/>
                </a:cubicBezTo>
                <a:cubicBezTo>
                  <a:pt x="455441" y="1513121"/>
                  <a:pt x="456446" y="1514860"/>
                  <a:pt x="457655" y="1516482"/>
                </a:cubicBezTo>
                <a:cubicBezTo>
                  <a:pt x="458863" y="1518104"/>
                  <a:pt x="460241" y="1519565"/>
                  <a:pt x="461790" y="1520866"/>
                </a:cubicBezTo>
                <a:cubicBezTo>
                  <a:pt x="463338" y="1522168"/>
                  <a:pt x="465016" y="1523273"/>
                  <a:pt x="466822" y="1524184"/>
                </a:cubicBezTo>
                <a:cubicBezTo>
                  <a:pt x="468628" y="1525094"/>
                  <a:pt x="470514" y="1525785"/>
                  <a:pt x="472481" y="1526256"/>
                </a:cubicBezTo>
                <a:cubicBezTo>
                  <a:pt x="474448" y="1526727"/>
                  <a:pt x="476443" y="1526966"/>
                  <a:pt x="478466" y="1526973"/>
                </a:cubicBezTo>
                <a:cubicBezTo>
                  <a:pt x="480488" y="1526979"/>
                  <a:pt x="482484" y="1526753"/>
                  <a:pt x="484454" y="1526295"/>
                </a:cubicBezTo>
                <a:cubicBezTo>
                  <a:pt x="486424" y="1525837"/>
                  <a:pt x="488315" y="1525158"/>
                  <a:pt x="490127" y="1524260"/>
                </a:cubicBezTo>
                <a:cubicBezTo>
                  <a:pt x="491939" y="1523361"/>
                  <a:pt x="493624" y="1522267"/>
                  <a:pt x="495181" y="1520976"/>
                </a:cubicBezTo>
                <a:cubicBezTo>
                  <a:pt x="496738" y="1519685"/>
                  <a:pt x="498126" y="1518232"/>
                  <a:pt x="499345" y="1516618"/>
                </a:cubicBezTo>
                <a:cubicBezTo>
                  <a:pt x="500563" y="1515004"/>
                  <a:pt x="501580" y="1513272"/>
                  <a:pt x="502396" y="1511421"/>
                </a:cubicBezTo>
                <a:cubicBezTo>
                  <a:pt x="503211" y="1509570"/>
                  <a:pt x="503803" y="1507650"/>
                  <a:pt x="504171" y="1505661"/>
                </a:cubicBezTo>
                <a:cubicBezTo>
                  <a:pt x="504540" y="1503673"/>
                  <a:pt x="504674" y="1501668"/>
                  <a:pt x="504576" y="1499648"/>
                </a:cubicBezTo>
                <a:lnTo>
                  <a:pt x="538807" y="1356733"/>
                </a:lnTo>
                <a:lnTo>
                  <a:pt x="665505" y="1387079"/>
                </a:lnTo>
                <a:lnTo>
                  <a:pt x="631274" y="1529995"/>
                </a:lnTo>
                <a:cubicBezTo>
                  <a:pt x="630469" y="1533355"/>
                  <a:pt x="630338" y="1536741"/>
                  <a:pt x="630880" y="1540154"/>
                </a:cubicBezTo>
                <a:cubicBezTo>
                  <a:pt x="631423" y="1543566"/>
                  <a:pt x="632597" y="1546745"/>
                  <a:pt x="634404" y="1549690"/>
                </a:cubicBezTo>
                <a:cubicBezTo>
                  <a:pt x="636211" y="1552635"/>
                  <a:pt x="638513" y="1555122"/>
                  <a:pt x="641309" y="1557152"/>
                </a:cubicBezTo>
                <a:cubicBezTo>
                  <a:pt x="644106" y="1559181"/>
                  <a:pt x="647184" y="1560599"/>
                  <a:pt x="650544" y="1561404"/>
                </a:cubicBezTo>
                <a:cubicBezTo>
                  <a:pt x="653905" y="1562208"/>
                  <a:pt x="657291" y="1562340"/>
                  <a:pt x="660703" y="1561797"/>
                </a:cubicBezTo>
                <a:cubicBezTo>
                  <a:pt x="664116" y="1561255"/>
                  <a:pt x="667295" y="1560080"/>
                  <a:pt x="670240" y="1558273"/>
                </a:cubicBezTo>
                <a:cubicBezTo>
                  <a:pt x="673185" y="1556466"/>
                  <a:pt x="675672" y="1554164"/>
                  <a:pt x="677702" y="1551368"/>
                </a:cubicBezTo>
                <a:cubicBezTo>
                  <a:pt x="679731" y="1548572"/>
                  <a:pt x="681148" y="1545493"/>
                  <a:pt x="681953" y="1542133"/>
                </a:cubicBezTo>
                <a:lnTo>
                  <a:pt x="716184" y="1399218"/>
                </a:lnTo>
                <a:lnTo>
                  <a:pt x="842882" y="1429564"/>
                </a:lnTo>
                <a:lnTo>
                  <a:pt x="808651" y="1572480"/>
                </a:lnTo>
                <a:cubicBezTo>
                  <a:pt x="807691" y="1574236"/>
                  <a:pt x="806942" y="1576079"/>
                  <a:pt x="806406" y="1578009"/>
                </a:cubicBezTo>
                <a:cubicBezTo>
                  <a:pt x="805871" y="1579938"/>
                  <a:pt x="805561" y="1581903"/>
                  <a:pt x="805478" y="1583903"/>
                </a:cubicBezTo>
                <a:cubicBezTo>
                  <a:pt x="805395" y="1585904"/>
                  <a:pt x="805541" y="1587888"/>
                  <a:pt x="805916" y="1589855"/>
                </a:cubicBezTo>
                <a:cubicBezTo>
                  <a:pt x="806290" y="1591821"/>
                  <a:pt x="806883" y="1593720"/>
                  <a:pt x="807696" y="1595550"/>
                </a:cubicBezTo>
                <a:cubicBezTo>
                  <a:pt x="808508" y="1597380"/>
                  <a:pt x="809517" y="1599094"/>
                  <a:pt x="810724" y="1600692"/>
                </a:cubicBezTo>
                <a:cubicBezTo>
                  <a:pt x="811932" y="1602289"/>
                  <a:pt x="813305" y="1603728"/>
                  <a:pt x="814844" y="1605009"/>
                </a:cubicBezTo>
                <a:cubicBezTo>
                  <a:pt x="816383" y="1606290"/>
                  <a:pt x="818047" y="1607379"/>
                  <a:pt x="819837" y="1608276"/>
                </a:cubicBezTo>
                <a:cubicBezTo>
                  <a:pt x="821627" y="1609173"/>
                  <a:pt x="823496" y="1609855"/>
                  <a:pt x="825443" y="1610321"/>
                </a:cubicBezTo>
                <a:cubicBezTo>
                  <a:pt x="827390" y="1610788"/>
                  <a:pt x="829365" y="1611026"/>
                  <a:pt x="831367" y="1611038"/>
                </a:cubicBezTo>
                <a:cubicBezTo>
                  <a:pt x="833370" y="1611049"/>
                  <a:pt x="835347" y="1610832"/>
                  <a:pt x="837299" y="1610387"/>
                </a:cubicBezTo>
                <a:cubicBezTo>
                  <a:pt x="839251" y="1609943"/>
                  <a:pt x="841127" y="1609282"/>
                  <a:pt x="842927" y="1608405"/>
                </a:cubicBezTo>
                <a:cubicBezTo>
                  <a:pt x="844727" y="1607527"/>
                  <a:pt x="846404" y="1606457"/>
                  <a:pt x="847957" y="1605193"/>
                </a:cubicBezTo>
                <a:cubicBezTo>
                  <a:pt x="849510" y="1603930"/>
                  <a:pt x="850899" y="1602506"/>
                  <a:pt x="852124" y="1600922"/>
                </a:cubicBezTo>
                <a:cubicBezTo>
                  <a:pt x="853349" y="1599338"/>
                  <a:pt x="854377" y="1597636"/>
                  <a:pt x="855210" y="1595815"/>
                </a:cubicBezTo>
                <a:cubicBezTo>
                  <a:pt x="856042" y="1593994"/>
                  <a:pt x="856657" y="1592102"/>
                  <a:pt x="857053" y="1590139"/>
                </a:cubicBezTo>
                <a:cubicBezTo>
                  <a:pt x="857449" y="1588177"/>
                  <a:pt x="857617" y="1586195"/>
                  <a:pt x="857557" y="1584194"/>
                </a:cubicBezTo>
                <a:lnTo>
                  <a:pt x="891788" y="1441278"/>
                </a:lnTo>
                <a:lnTo>
                  <a:pt x="1018486" y="1471625"/>
                </a:lnTo>
                <a:lnTo>
                  <a:pt x="984255" y="1614540"/>
                </a:lnTo>
                <a:cubicBezTo>
                  <a:pt x="983294" y="1616297"/>
                  <a:pt x="982546" y="1618140"/>
                  <a:pt x="982010" y="1620069"/>
                </a:cubicBezTo>
                <a:cubicBezTo>
                  <a:pt x="981474" y="1621998"/>
                  <a:pt x="981165" y="1623963"/>
                  <a:pt x="981082" y="1625964"/>
                </a:cubicBezTo>
                <a:cubicBezTo>
                  <a:pt x="980999" y="1627964"/>
                  <a:pt x="981145" y="1629948"/>
                  <a:pt x="981519" y="1631915"/>
                </a:cubicBezTo>
                <a:cubicBezTo>
                  <a:pt x="981894" y="1633882"/>
                  <a:pt x="982487" y="1635781"/>
                  <a:pt x="983299" y="1637611"/>
                </a:cubicBezTo>
                <a:cubicBezTo>
                  <a:pt x="984111" y="1639441"/>
                  <a:pt x="985121" y="1641155"/>
                  <a:pt x="986328" y="1642752"/>
                </a:cubicBezTo>
                <a:cubicBezTo>
                  <a:pt x="987535" y="1644350"/>
                  <a:pt x="988908" y="1645789"/>
                  <a:pt x="990447" y="1647070"/>
                </a:cubicBezTo>
                <a:cubicBezTo>
                  <a:pt x="991986" y="1648351"/>
                  <a:pt x="993651" y="1649439"/>
                  <a:pt x="995441" y="1650336"/>
                </a:cubicBezTo>
                <a:cubicBezTo>
                  <a:pt x="997231" y="1651234"/>
                  <a:pt x="999099" y="1651915"/>
                  <a:pt x="1001047" y="1652382"/>
                </a:cubicBezTo>
                <a:cubicBezTo>
                  <a:pt x="1002994" y="1652848"/>
                  <a:pt x="1004968" y="1653087"/>
                  <a:pt x="1006971" y="1653098"/>
                </a:cubicBezTo>
                <a:cubicBezTo>
                  <a:pt x="1008973" y="1653109"/>
                  <a:pt x="1010950" y="1652893"/>
                  <a:pt x="1012902" y="1652448"/>
                </a:cubicBezTo>
                <a:cubicBezTo>
                  <a:pt x="1014855" y="1652003"/>
                  <a:pt x="1016731" y="1651342"/>
                  <a:pt x="1018531" y="1650465"/>
                </a:cubicBezTo>
                <a:cubicBezTo>
                  <a:pt x="1020331" y="1649588"/>
                  <a:pt x="1022007" y="1648518"/>
                  <a:pt x="1023560" y="1647254"/>
                </a:cubicBezTo>
                <a:cubicBezTo>
                  <a:pt x="1025113" y="1645990"/>
                  <a:pt x="1026503" y="1644566"/>
                  <a:pt x="1027727" y="1642983"/>
                </a:cubicBezTo>
                <a:cubicBezTo>
                  <a:pt x="1028952" y="1641399"/>
                  <a:pt x="1029981" y="1639696"/>
                  <a:pt x="1030813" y="1637876"/>
                </a:cubicBezTo>
                <a:cubicBezTo>
                  <a:pt x="1031646" y="1636054"/>
                  <a:pt x="1032260" y="1634162"/>
                  <a:pt x="1032657" y="1632200"/>
                </a:cubicBezTo>
                <a:cubicBezTo>
                  <a:pt x="1033053" y="1630237"/>
                  <a:pt x="1033221" y="1628255"/>
                  <a:pt x="1033160" y="1626254"/>
                </a:cubicBezTo>
                <a:lnTo>
                  <a:pt x="1067391" y="1483339"/>
                </a:lnTo>
                <a:lnTo>
                  <a:pt x="1232352" y="1522850"/>
                </a:lnTo>
                <a:cubicBezTo>
                  <a:pt x="1235712" y="1523655"/>
                  <a:pt x="1239099" y="1523786"/>
                  <a:pt x="1242511" y="1523243"/>
                </a:cubicBezTo>
                <a:cubicBezTo>
                  <a:pt x="1245924" y="1522701"/>
                  <a:pt x="1249102" y="1521527"/>
                  <a:pt x="1252047" y="1519720"/>
                </a:cubicBezTo>
                <a:cubicBezTo>
                  <a:pt x="1254993" y="1517913"/>
                  <a:pt x="1257480" y="1515611"/>
                  <a:pt x="1259509" y="1512814"/>
                </a:cubicBezTo>
                <a:cubicBezTo>
                  <a:pt x="1261539" y="1510018"/>
                  <a:pt x="1262956" y="1506939"/>
                  <a:pt x="1263761" y="1503580"/>
                </a:cubicBezTo>
                <a:lnTo>
                  <a:pt x="1303090" y="1339379"/>
                </a:lnTo>
                <a:lnTo>
                  <a:pt x="1445752" y="1373549"/>
                </a:lnTo>
                <a:cubicBezTo>
                  <a:pt x="1447500" y="1374702"/>
                  <a:pt x="1449359" y="1375631"/>
                  <a:pt x="1451330" y="1376336"/>
                </a:cubicBezTo>
                <a:cubicBezTo>
                  <a:pt x="1453301" y="1377041"/>
                  <a:pt x="1455328" y="1377501"/>
                  <a:pt x="1457410" y="1377717"/>
                </a:cubicBezTo>
                <a:cubicBezTo>
                  <a:pt x="1459493" y="1377934"/>
                  <a:pt x="1461571" y="1377900"/>
                  <a:pt x="1463644" y="1377615"/>
                </a:cubicBezTo>
                <a:cubicBezTo>
                  <a:pt x="1465719" y="1377331"/>
                  <a:pt x="1467729" y="1376804"/>
                  <a:pt x="1469676" y="1376034"/>
                </a:cubicBezTo>
                <a:cubicBezTo>
                  <a:pt x="1471623" y="1375265"/>
                  <a:pt x="1473451" y="1374276"/>
                  <a:pt x="1475159" y="1373066"/>
                </a:cubicBezTo>
                <a:cubicBezTo>
                  <a:pt x="1476868" y="1371857"/>
                  <a:pt x="1478408" y="1370461"/>
                  <a:pt x="1479780" y="1368880"/>
                </a:cubicBezTo>
                <a:cubicBezTo>
                  <a:pt x="1481153" y="1367299"/>
                  <a:pt x="1482317" y="1365578"/>
                  <a:pt x="1483275" y="1363716"/>
                </a:cubicBezTo>
                <a:cubicBezTo>
                  <a:pt x="1484232" y="1361854"/>
                  <a:pt x="1484955" y="1359906"/>
                  <a:pt x="1485442" y="1357870"/>
                </a:cubicBezTo>
                <a:cubicBezTo>
                  <a:pt x="1485930" y="1355834"/>
                  <a:pt x="1486169" y="1353770"/>
                  <a:pt x="1486159" y="1351676"/>
                </a:cubicBezTo>
                <a:cubicBezTo>
                  <a:pt x="1486149" y="1349583"/>
                  <a:pt x="1485890" y="1347520"/>
                  <a:pt x="1485383" y="1345490"/>
                </a:cubicBezTo>
                <a:cubicBezTo>
                  <a:pt x="1484876" y="1343458"/>
                  <a:pt x="1484135" y="1341517"/>
                  <a:pt x="1483160" y="1339664"/>
                </a:cubicBezTo>
                <a:cubicBezTo>
                  <a:pt x="1482185" y="1337812"/>
                  <a:pt x="1481003" y="1336101"/>
                  <a:pt x="1479616" y="1334534"/>
                </a:cubicBezTo>
                <a:cubicBezTo>
                  <a:pt x="1478229" y="1332966"/>
                  <a:pt x="1476675" y="1331585"/>
                  <a:pt x="1474955" y="1330392"/>
                </a:cubicBezTo>
                <a:cubicBezTo>
                  <a:pt x="1473236" y="1329199"/>
                  <a:pt x="1471398" y="1328227"/>
                  <a:pt x="1469444" y="1327476"/>
                </a:cubicBezTo>
                <a:cubicBezTo>
                  <a:pt x="1467490" y="1326726"/>
                  <a:pt x="1465474" y="1326218"/>
                  <a:pt x="1463398" y="1325954"/>
                </a:cubicBezTo>
                <a:cubicBezTo>
                  <a:pt x="1461321" y="1325689"/>
                  <a:pt x="1459243" y="1325675"/>
                  <a:pt x="1457162" y="1325911"/>
                </a:cubicBezTo>
                <a:lnTo>
                  <a:pt x="1314247" y="1291680"/>
                </a:lnTo>
                <a:lnTo>
                  <a:pt x="1344594" y="1164982"/>
                </a:lnTo>
                <a:lnTo>
                  <a:pt x="1487509" y="1199212"/>
                </a:lnTo>
                <a:cubicBezTo>
                  <a:pt x="1490869" y="1200017"/>
                  <a:pt x="1494256" y="1200148"/>
                  <a:pt x="1497668" y="1199606"/>
                </a:cubicBezTo>
                <a:cubicBezTo>
                  <a:pt x="1501081" y="1199064"/>
                  <a:pt x="1504259" y="1197889"/>
                  <a:pt x="1507205" y="1196082"/>
                </a:cubicBezTo>
                <a:cubicBezTo>
                  <a:pt x="1510150" y="1194275"/>
                  <a:pt x="1512637" y="1191974"/>
                  <a:pt x="1514667" y="1189177"/>
                </a:cubicBezTo>
                <a:cubicBezTo>
                  <a:pt x="1516696" y="1186381"/>
                  <a:pt x="1518113" y="1183303"/>
                  <a:pt x="1518918" y="1179942"/>
                </a:cubicBezTo>
                <a:cubicBezTo>
                  <a:pt x="1519723" y="1176582"/>
                  <a:pt x="1519854" y="1173195"/>
                  <a:pt x="1519312" y="1169783"/>
                </a:cubicBezTo>
                <a:cubicBezTo>
                  <a:pt x="1518769" y="1166371"/>
                  <a:pt x="1517595" y="1163192"/>
                  <a:pt x="1515788" y="1160247"/>
                </a:cubicBezTo>
                <a:cubicBezTo>
                  <a:pt x="1513981" y="1157301"/>
                  <a:pt x="1511679" y="1154814"/>
                  <a:pt x="1508883" y="1152785"/>
                </a:cubicBezTo>
                <a:cubicBezTo>
                  <a:pt x="1506086" y="1150755"/>
                  <a:pt x="1503008" y="1149338"/>
                  <a:pt x="1499648" y="1148533"/>
                </a:cubicBezTo>
                <a:lnTo>
                  <a:pt x="1356732" y="1114303"/>
                </a:lnTo>
                <a:lnTo>
                  <a:pt x="1387079" y="987604"/>
                </a:lnTo>
                <a:lnTo>
                  <a:pt x="1529994" y="1021835"/>
                </a:lnTo>
                <a:cubicBezTo>
                  <a:pt x="1533355" y="1022640"/>
                  <a:pt x="1536741" y="1022771"/>
                  <a:pt x="1540153" y="1022229"/>
                </a:cubicBezTo>
                <a:cubicBezTo>
                  <a:pt x="1543566" y="1021686"/>
                  <a:pt x="1546745" y="1020512"/>
                  <a:pt x="1549690" y="1018705"/>
                </a:cubicBezTo>
                <a:cubicBezTo>
                  <a:pt x="1552635" y="1016898"/>
                  <a:pt x="1555122" y="1014597"/>
                  <a:pt x="1557152" y="1011800"/>
                </a:cubicBezTo>
                <a:cubicBezTo>
                  <a:pt x="1559181" y="1009004"/>
                  <a:pt x="1560598" y="1005925"/>
                  <a:pt x="1561403" y="1002565"/>
                </a:cubicBezTo>
                <a:cubicBezTo>
                  <a:pt x="1562208" y="999205"/>
                  <a:pt x="1562339" y="995818"/>
                  <a:pt x="1561797" y="992406"/>
                </a:cubicBezTo>
                <a:cubicBezTo>
                  <a:pt x="1561255" y="988994"/>
                  <a:pt x="1560080" y="985815"/>
                  <a:pt x="1558273" y="982869"/>
                </a:cubicBezTo>
                <a:cubicBezTo>
                  <a:pt x="1556466" y="979924"/>
                  <a:pt x="1554164" y="977437"/>
                  <a:pt x="1551368" y="975408"/>
                </a:cubicBezTo>
                <a:cubicBezTo>
                  <a:pt x="1548571" y="973378"/>
                  <a:pt x="1545493" y="971961"/>
                  <a:pt x="1542133" y="971156"/>
                </a:cubicBezTo>
                <a:lnTo>
                  <a:pt x="1399218" y="936925"/>
                </a:lnTo>
                <a:lnTo>
                  <a:pt x="1429564" y="810227"/>
                </a:lnTo>
                <a:lnTo>
                  <a:pt x="1572480" y="844458"/>
                </a:lnTo>
                <a:cubicBezTo>
                  <a:pt x="1574236" y="845419"/>
                  <a:pt x="1576079" y="846167"/>
                  <a:pt x="1578008" y="846703"/>
                </a:cubicBezTo>
                <a:cubicBezTo>
                  <a:pt x="1579938" y="847239"/>
                  <a:pt x="1581903" y="847548"/>
                  <a:pt x="1583903" y="847631"/>
                </a:cubicBezTo>
                <a:cubicBezTo>
                  <a:pt x="1585904" y="847714"/>
                  <a:pt x="1587887" y="847568"/>
                  <a:pt x="1589854" y="847194"/>
                </a:cubicBezTo>
                <a:cubicBezTo>
                  <a:pt x="1591821" y="846819"/>
                  <a:pt x="1593720" y="846226"/>
                  <a:pt x="1595550" y="845414"/>
                </a:cubicBezTo>
                <a:cubicBezTo>
                  <a:pt x="1597380" y="844602"/>
                  <a:pt x="1599094" y="843592"/>
                  <a:pt x="1600691" y="842385"/>
                </a:cubicBezTo>
                <a:cubicBezTo>
                  <a:pt x="1602289" y="841177"/>
                  <a:pt x="1603728" y="839805"/>
                  <a:pt x="1605009" y="838265"/>
                </a:cubicBezTo>
                <a:cubicBezTo>
                  <a:pt x="1606290" y="836726"/>
                  <a:pt x="1607379" y="835062"/>
                  <a:pt x="1608276" y="833272"/>
                </a:cubicBezTo>
                <a:cubicBezTo>
                  <a:pt x="1609173" y="831482"/>
                  <a:pt x="1609855" y="829613"/>
                  <a:pt x="1610321" y="827666"/>
                </a:cubicBezTo>
                <a:cubicBezTo>
                  <a:pt x="1610788" y="825719"/>
                  <a:pt x="1611026" y="823744"/>
                  <a:pt x="1611038" y="821742"/>
                </a:cubicBezTo>
                <a:cubicBezTo>
                  <a:pt x="1611049" y="819740"/>
                  <a:pt x="1610832" y="817762"/>
                  <a:pt x="1610387" y="815810"/>
                </a:cubicBezTo>
                <a:cubicBezTo>
                  <a:pt x="1609943" y="813858"/>
                  <a:pt x="1609282" y="811982"/>
                  <a:pt x="1608405" y="810182"/>
                </a:cubicBezTo>
                <a:cubicBezTo>
                  <a:pt x="1607527" y="808382"/>
                  <a:pt x="1606457" y="806706"/>
                  <a:pt x="1605193" y="805152"/>
                </a:cubicBezTo>
                <a:cubicBezTo>
                  <a:pt x="1603930" y="803599"/>
                  <a:pt x="1602506" y="802210"/>
                  <a:pt x="1600922" y="800985"/>
                </a:cubicBezTo>
                <a:cubicBezTo>
                  <a:pt x="1599338" y="799760"/>
                  <a:pt x="1597636" y="798732"/>
                  <a:pt x="1595815" y="797899"/>
                </a:cubicBezTo>
                <a:cubicBezTo>
                  <a:pt x="1593994" y="797067"/>
                  <a:pt x="1592102" y="796453"/>
                  <a:pt x="1590139" y="796056"/>
                </a:cubicBezTo>
                <a:cubicBezTo>
                  <a:pt x="1588177" y="795660"/>
                  <a:pt x="1586195" y="795492"/>
                  <a:pt x="1584193" y="795553"/>
                </a:cubicBezTo>
                <a:lnTo>
                  <a:pt x="1441278" y="761322"/>
                </a:lnTo>
                <a:lnTo>
                  <a:pt x="1471625" y="634624"/>
                </a:lnTo>
                <a:lnTo>
                  <a:pt x="1614661" y="668348"/>
                </a:lnTo>
                <a:close/>
                <a:moveTo>
                  <a:pt x="1207711" y="1025022"/>
                </a:moveTo>
                <a:lnTo>
                  <a:pt x="1138000" y="948040"/>
                </a:lnTo>
                <a:cubicBezTo>
                  <a:pt x="1134225" y="952259"/>
                  <a:pt x="1130022" y="955995"/>
                  <a:pt x="1125390" y="959249"/>
                </a:cubicBezTo>
                <a:cubicBezTo>
                  <a:pt x="1120757" y="962503"/>
                  <a:pt x="1115817" y="965191"/>
                  <a:pt x="1110568" y="967311"/>
                </a:cubicBezTo>
                <a:cubicBezTo>
                  <a:pt x="1105319" y="969431"/>
                  <a:pt x="1099899" y="970929"/>
                  <a:pt x="1094306" y="971806"/>
                </a:cubicBezTo>
                <a:cubicBezTo>
                  <a:pt x="1088713" y="972682"/>
                  <a:pt x="1083094" y="972913"/>
                  <a:pt x="1077448" y="972500"/>
                </a:cubicBezTo>
                <a:cubicBezTo>
                  <a:pt x="1071802" y="972087"/>
                  <a:pt x="1066277" y="971039"/>
                  <a:pt x="1060872" y="969358"/>
                </a:cubicBezTo>
                <a:cubicBezTo>
                  <a:pt x="1055466" y="967677"/>
                  <a:pt x="1050321" y="965405"/>
                  <a:pt x="1045437" y="962543"/>
                </a:cubicBezTo>
                <a:cubicBezTo>
                  <a:pt x="1040553" y="959681"/>
                  <a:pt x="1036057" y="956302"/>
                  <a:pt x="1031948" y="952409"/>
                </a:cubicBezTo>
                <a:cubicBezTo>
                  <a:pt x="1027839" y="948514"/>
                  <a:pt x="1024225" y="944206"/>
                  <a:pt x="1021105" y="939482"/>
                </a:cubicBezTo>
                <a:cubicBezTo>
                  <a:pt x="1017985" y="934758"/>
                  <a:pt x="1015441" y="929743"/>
                  <a:pt x="1013472" y="924435"/>
                </a:cubicBezTo>
                <a:cubicBezTo>
                  <a:pt x="1011503" y="919128"/>
                  <a:pt x="1010160" y="913667"/>
                  <a:pt x="1009445" y="908051"/>
                </a:cubicBezTo>
                <a:cubicBezTo>
                  <a:pt x="1008729" y="902436"/>
                  <a:pt x="1008659" y="896812"/>
                  <a:pt x="1009234" y="891180"/>
                </a:cubicBezTo>
                <a:cubicBezTo>
                  <a:pt x="1009809" y="885549"/>
                  <a:pt x="1011015" y="880056"/>
                  <a:pt x="1012850" y="874701"/>
                </a:cubicBezTo>
                <a:cubicBezTo>
                  <a:pt x="1014686" y="869346"/>
                  <a:pt x="1017104" y="864268"/>
                  <a:pt x="1020105" y="859468"/>
                </a:cubicBezTo>
                <a:cubicBezTo>
                  <a:pt x="1023106" y="854668"/>
                  <a:pt x="1026612" y="850271"/>
                  <a:pt x="1030622" y="846275"/>
                </a:cubicBezTo>
                <a:cubicBezTo>
                  <a:pt x="1034633" y="842280"/>
                  <a:pt x="1039043" y="838790"/>
                  <a:pt x="1043854" y="835807"/>
                </a:cubicBezTo>
                <a:cubicBezTo>
                  <a:pt x="1048665" y="832824"/>
                  <a:pt x="1053752" y="830425"/>
                  <a:pt x="1059114" y="828608"/>
                </a:cubicBezTo>
                <a:cubicBezTo>
                  <a:pt x="1064475" y="826793"/>
                  <a:pt x="1069973" y="825607"/>
                  <a:pt x="1075607" y="825053"/>
                </a:cubicBezTo>
                <a:cubicBezTo>
                  <a:pt x="1081240" y="824499"/>
                  <a:pt x="1086864" y="824590"/>
                  <a:pt x="1092476" y="825326"/>
                </a:cubicBezTo>
                <a:cubicBezTo>
                  <a:pt x="1098089" y="826063"/>
                  <a:pt x="1103546" y="827425"/>
                  <a:pt x="1108846" y="829414"/>
                </a:cubicBezTo>
                <a:cubicBezTo>
                  <a:pt x="1114146" y="831402"/>
                  <a:pt x="1119152" y="833965"/>
                  <a:pt x="1123864" y="837102"/>
                </a:cubicBezTo>
                <a:cubicBezTo>
                  <a:pt x="1128576" y="840240"/>
                  <a:pt x="1132871" y="843870"/>
                  <a:pt x="1136750" y="847993"/>
                </a:cubicBezTo>
                <a:cubicBezTo>
                  <a:pt x="1140629" y="852117"/>
                  <a:pt x="1143990" y="856625"/>
                  <a:pt x="1146835" y="861520"/>
                </a:cubicBezTo>
                <a:cubicBezTo>
                  <a:pt x="1149679" y="866415"/>
                  <a:pt x="1151931" y="871568"/>
                  <a:pt x="1153593" y="876979"/>
                </a:cubicBezTo>
                <a:cubicBezTo>
                  <a:pt x="1155254" y="882391"/>
                  <a:pt x="1156281" y="887920"/>
                  <a:pt x="1156673" y="893568"/>
                </a:cubicBezTo>
                <a:lnTo>
                  <a:pt x="1158701" y="894053"/>
                </a:lnTo>
                <a:lnTo>
                  <a:pt x="1240235" y="984316"/>
                </a:lnTo>
                <a:lnTo>
                  <a:pt x="1330698" y="1005984"/>
                </a:lnTo>
                <a:lnTo>
                  <a:pt x="1318984" y="1054889"/>
                </a:lnTo>
                <a:lnTo>
                  <a:pt x="1220920" y="1031401"/>
                </a:lnTo>
                <a:cubicBezTo>
                  <a:pt x="1215893" y="1030566"/>
                  <a:pt x="1211490" y="1028440"/>
                  <a:pt x="1207711" y="1025022"/>
                </a:cubicBezTo>
                <a:close/>
                <a:moveTo>
                  <a:pt x="1137400" y="676480"/>
                </a:moveTo>
                <a:cubicBezTo>
                  <a:pt x="1140047" y="674858"/>
                  <a:pt x="1142785" y="673409"/>
                  <a:pt x="1145614" y="672131"/>
                </a:cubicBezTo>
                <a:cubicBezTo>
                  <a:pt x="1148444" y="670854"/>
                  <a:pt x="1151342" y="669760"/>
                  <a:pt x="1154309" y="668847"/>
                </a:cubicBezTo>
                <a:cubicBezTo>
                  <a:pt x="1157277" y="667935"/>
                  <a:pt x="1160289" y="667212"/>
                  <a:pt x="1163348" y="666678"/>
                </a:cubicBezTo>
                <a:cubicBezTo>
                  <a:pt x="1166406" y="666145"/>
                  <a:pt x="1169485" y="665806"/>
                  <a:pt x="1172586" y="665660"/>
                </a:cubicBezTo>
                <a:cubicBezTo>
                  <a:pt x="1175687" y="665514"/>
                  <a:pt x="1178785" y="665564"/>
                  <a:pt x="1181880" y="665808"/>
                </a:cubicBezTo>
                <a:cubicBezTo>
                  <a:pt x="1184975" y="666052"/>
                  <a:pt x="1188042" y="666489"/>
                  <a:pt x="1191082" y="667119"/>
                </a:cubicBezTo>
                <a:cubicBezTo>
                  <a:pt x="1194121" y="667750"/>
                  <a:pt x="1197110" y="668568"/>
                  <a:pt x="1200046" y="669574"/>
                </a:cubicBezTo>
                <a:cubicBezTo>
                  <a:pt x="1202983" y="670580"/>
                  <a:pt x="1205845" y="671767"/>
                  <a:pt x="1208633" y="673133"/>
                </a:cubicBezTo>
                <a:cubicBezTo>
                  <a:pt x="1211420" y="674500"/>
                  <a:pt x="1214111" y="676035"/>
                  <a:pt x="1216705" y="677740"/>
                </a:cubicBezTo>
                <a:cubicBezTo>
                  <a:pt x="1219299" y="679445"/>
                  <a:pt x="1221776" y="681306"/>
                  <a:pt x="1224136" y="683323"/>
                </a:cubicBezTo>
                <a:cubicBezTo>
                  <a:pt x="1226496" y="685340"/>
                  <a:pt x="1228720" y="687497"/>
                  <a:pt x="1230809" y="689794"/>
                </a:cubicBezTo>
                <a:cubicBezTo>
                  <a:pt x="1232897" y="692090"/>
                  <a:pt x="1234834" y="694509"/>
                  <a:pt x="1236618" y="697050"/>
                </a:cubicBezTo>
                <a:cubicBezTo>
                  <a:pt x="1238402" y="699590"/>
                  <a:pt x="1240020" y="702232"/>
                  <a:pt x="1241472" y="704976"/>
                </a:cubicBezTo>
                <a:cubicBezTo>
                  <a:pt x="1242923" y="707720"/>
                  <a:pt x="1244197" y="710545"/>
                  <a:pt x="1245293" y="713449"/>
                </a:cubicBezTo>
                <a:cubicBezTo>
                  <a:pt x="1246389" y="716354"/>
                  <a:pt x="1247299" y="719315"/>
                  <a:pt x="1248022" y="722334"/>
                </a:cubicBezTo>
                <a:cubicBezTo>
                  <a:pt x="1248746" y="725353"/>
                  <a:pt x="1249277" y="728405"/>
                  <a:pt x="1249616" y="731491"/>
                </a:cubicBezTo>
                <a:lnTo>
                  <a:pt x="1388478" y="764751"/>
                </a:lnTo>
                <a:lnTo>
                  <a:pt x="1376764" y="813656"/>
                </a:lnTo>
                <a:lnTo>
                  <a:pt x="1237903" y="780397"/>
                </a:lnTo>
                <a:cubicBezTo>
                  <a:pt x="1234803" y="784944"/>
                  <a:pt x="1231240" y="789094"/>
                  <a:pt x="1227214" y="792846"/>
                </a:cubicBezTo>
                <a:cubicBezTo>
                  <a:pt x="1223188" y="796599"/>
                  <a:pt x="1218798" y="799861"/>
                  <a:pt x="1214044" y="802634"/>
                </a:cubicBezTo>
                <a:cubicBezTo>
                  <a:pt x="1209290" y="805407"/>
                  <a:pt x="1204289" y="807622"/>
                  <a:pt x="1199041" y="809280"/>
                </a:cubicBezTo>
                <a:cubicBezTo>
                  <a:pt x="1193793" y="810937"/>
                  <a:pt x="1188427" y="811995"/>
                  <a:pt x="1182942" y="812455"/>
                </a:cubicBezTo>
                <a:cubicBezTo>
                  <a:pt x="1177458" y="812915"/>
                  <a:pt x="1171991" y="812765"/>
                  <a:pt x="1166540" y="812005"/>
                </a:cubicBezTo>
                <a:cubicBezTo>
                  <a:pt x="1161089" y="811245"/>
                  <a:pt x="1155789" y="809894"/>
                  <a:pt x="1150640" y="807951"/>
                </a:cubicBezTo>
                <a:cubicBezTo>
                  <a:pt x="1145490" y="806009"/>
                  <a:pt x="1140618" y="803523"/>
                  <a:pt x="1136024" y="800493"/>
                </a:cubicBezTo>
                <a:cubicBezTo>
                  <a:pt x="1131429" y="797463"/>
                  <a:pt x="1127225" y="793965"/>
                  <a:pt x="1123411" y="789998"/>
                </a:cubicBezTo>
                <a:cubicBezTo>
                  <a:pt x="1119596" y="786030"/>
                  <a:pt x="1116266" y="781691"/>
                  <a:pt x="1113421" y="776980"/>
                </a:cubicBezTo>
                <a:cubicBezTo>
                  <a:pt x="1110575" y="772270"/>
                  <a:pt x="1108283" y="767303"/>
                  <a:pt x="1106545" y="762081"/>
                </a:cubicBezTo>
                <a:cubicBezTo>
                  <a:pt x="1104807" y="756859"/>
                  <a:pt x="1103666" y="751510"/>
                  <a:pt x="1103121" y="746034"/>
                </a:cubicBezTo>
                <a:cubicBezTo>
                  <a:pt x="1102577" y="740557"/>
                  <a:pt x="1102643" y="735088"/>
                  <a:pt x="1103319" y="729626"/>
                </a:cubicBezTo>
                <a:cubicBezTo>
                  <a:pt x="1103995" y="724164"/>
                  <a:pt x="1105264" y="718844"/>
                  <a:pt x="1107127" y="713665"/>
                </a:cubicBezTo>
                <a:cubicBezTo>
                  <a:pt x="1108990" y="708486"/>
                  <a:pt x="1111401" y="703576"/>
                  <a:pt x="1114359" y="698936"/>
                </a:cubicBezTo>
                <a:cubicBezTo>
                  <a:pt x="1117318" y="694295"/>
                  <a:pt x="1120751" y="690037"/>
                  <a:pt x="1124659" y="686162"/>
                </a:cubicBezTo>
                <a:cubicBezTo>
                  <a:pt x="1128568" y="682288"/>
                  <a:pt x="1132855" y="678892"/>
                  <a:pt x="1137521" y="675973"/>
                </a:cubicBezTo>
                <a:lnTo>
                  <a:pt x="1137400" y="676480"/>
                </a:lnTo>
                <a:close/>
                <a:moveTo>
                  <a:pt x="1141308" y="355896"/>
                </a:moveTo>
                <a:lnTo>
                  <a:pt x="1098823" y="533273"/>
                </a:lnTo>
                <a:cubicBezTo>
                  <a:pt x="1103635" y="536452"/>
                  <a:pt x="1108016" y="540142"/>
                  <a:pt x="1111966" y="544345"/>
                </a:cubicBezTo>
                <a:cubicBezTo>
                  <a:pt x="1115916" y="548547"/>
                  <a:pt x="1119328" y="553149"/>
                  <a:pt x="1122201" y="558149"/>
                </a:cubicBezTo>
                <a:cubicBezTo>
                  <a:pt x="1125075" y="563149"/>
                  <a:pt x="1127334" y="568413"/>
                  <a:pt x="1128977" y="573942"/>
                </a:cubicBezTo>
                <a:cubicBezTo>
                  <a:pt x="1130620" y="579470"/>
                  <a:pt x="1131603" y="585113"/>
                  <a:pt x="1131926" y="590871"/>
                </a:cubicBezTo>
                <a:cubicBezTo>
                  <a:pt x="1132250" y="596629"/>
                  <a:pt x="1131905" y="602348"/>
                  <a:pt x="1130892" y="608025"/>
                </a:cubicBezTo>
                <a:cubicBezTo>
                  <a:pt x="1129878" y="613702"/>
                  <a:pt x="1128224" y="619187"/>
                  <a:pt x="1125928" y="624478"/>
                </a:cubicBezTo>
                <a:cubicBezTo>
                  <a:pt x="1123633" y="629768"/>
                  <a:pt x="1120758" y="634723"/>
                  <a:pt x="1117304" y="639342"/>
                </a:cubicBezTo>
                <a:cubicBezTo>
                  <a:pt x="1113850" y="643960"/>
                  <a:pt x="1109910" y="648118"/>
                  <a:pt x="1105484" y="651815"/>
                </a:cubicBezTo>
                <a:cubicBezTo>
                  <a:pt x="1101057" y="655513"/>
                  <a:pt x="1096265" y="658650"/>
                  <a:pt x="1091105" y="661227"/>
                </a:cubicBezTo>
                <a:cubicBezTo>
                  <a:pt x="1085945" y="663803"/>
                  <a:pt x="1080558" y="665750"/>
                  <a:pt x="1074943" y="667067"/>
                </a:cubicBezTo>
                <a:cubicBezTo>
                  <a:pt x="1069328" y="668384"/>
                  <a:pt x="1063637" y="669036"/>
                  <a:pt x="1057870" y="669023"/>
                </a:cubicBezTo>
                <a:cubicBezTo>
                  <a:pt x="1052103" y="669010"/>
                  <a:pt x="1046415" y="668331"/>
                  <a:pt x="1040806" y="666988"/>
                </a:cubicBezTo>
                <a:cubicBezTo>
                  <a:pt x="1035198" y="665644"/>
                  <a:pt x="1029819" y="663672"/>
                  <a:pt x="1024672" y="661071"/>
                </a:cubicBezTo>
                <a:cubicBezTo>
                  <a:pt x="1019524" y="658470"/>
                  <a:pt x="1014746" y="655311"/>
                  <a:pt x="1010337" y="651593"/>
                </a:cubicBezTo>
                <a:cubicBezTo>
                  <a:pt x="1005928" y="647875"/>
                  <a:pt x="1002008" y="643699"/>
                  <a:pt x="998575" y="639064"/>
                </a:cubicBezTo>
                <a:cubicBezTo>
                  <a:pt x="995143" y="634429"/>
                  <a:pt x="992291" y="629461"/>
                  <a:pt x="990020" y="624160"/>
                </a:cubicBezTo>
                <a:cubicBezTo>
                  <a:pt x="987750" y="618858"/>
                  <a:pt x="986121" y="613366"/>
                  <a:pt x="985134" y="607684"/>
                </a:cubicBezTo>
                <a:cubicBezTo>
                  <a:pt x="984147" y="602002"/>
                  <a:pt x="983829" y="596283"/>
                  <a:pt x="984180" y="590526"/>
                </a:cubicBezTo>
                <a:cubicBezTo>
                  <a:pt x="984530" y="584769"/>
                  <a:pt x="985540" y="579131"/>
                  <a:pt x="987209" y="573610"/>
                </a:cubicBezTo>
                <a:cubicBezTo>
                  <a:pt x="988877" y="568090"/>
                  <a:pt x="991160" y="562836"/>
                  <a:pt x="994058" y="557849"/>
                </a:cubicBezTo>
                <a:cubicBezTo>
                  <a:pt x="996955" y="552862"/>
                  <a:pt x="1000388" y="548277"/>
                  <a:pt x="1004358" y="544093"/>
                </a:cubicBezTo>
                <a:cubicBezTo>
                  <a:pt x="1008327" y="539909"/>
                  <a:pt x="1012725" y="536239"/>
                  <a:pt x="1017552" y="533083"/>
                </a:cubicBezTo>
                <a:cubicBezTo>
                  <a:pt x="1022380" y="529928"/>
                  <a:pt x="1027506" y="527371"/>
                  <a:pt x="1032931" y="525414"/>
                </a:cubicBezTo>
                <a:cubicBezTo>
                  <a:pt x="1038356" y="523457"/>
                  <a:pt x="1043934" y="522152"/>
                  <a:pt x="1049664" y="521499"/>
                </a:cubicBezTo>
                <a:lnTo>
                  <a:pt x="1092149" y="344122"/>
                </a:lnTo>
                <a:lnTo>
                  <a:pt x="1141308" y="355896"/>
                </a:lnTo>
                <a:close/>
                <a:moveTo>
                  <a:pt x="919573" y="563485"/>
                </a:moveTo>
                <a:cubicBezTo>
                  <a:pt x="918515" y="567927"/>
                  <a:pt x="917059" y="572234"/>
                  <a:pt x="915207" y="576407"/>
                </a:cubicBezTo>
                <a:cubicBezTo>
                  <a:pt x="913354" y="580580"/>
                  <a:pt x="911135" y="584549"/>
                  <a:pt x="908550" y="588313"/>
                </a:cubicBezTo>
                <a:cubicBezTo>
                  <a:pt x="905966" y="592077"/>
                  <a:pt x="903058" y="595572"/>
                  <a:pt x="899829" y="598800"/>
                </a:cubicBezTo>
                <a:cubicBezTo>
                  <a:pt x="896600" y="602028"/>
                  <a:pt x="893102" y="604932"/>
                  <a:pt x="889337" y="607515"/>
                </a:cubicBezTo>
                <a:cubicBezTo>
                  <a:pt x="885571" y="610098"/>
                  <a:pt x="881602" y="612314"/>
                  <a:pt x="877427" y="614164"/>
                </a:cubicBezTo>
                <a:cubicBezTo>
                  <a:pt x="873253" y="616014"/>
                  <a:pt x="868945" y="617467"/>
                  <a:pt x="864503" y="618523"/>
                </a:cubicBezTo>
                <a:cubicBezTo>
                  <a:pt x="860061" y="619578"/>
                  <a:pt x="855559" y="620219"/>
                  <a:pt x="850999" y="620444"/>
                </a:cubicBezTo>
                <a:cubicBezTo>
                  <a:pt x="846439" y="620669"/>
                  <a:pt x="841896" y="620476"/>
                  <a:pt x="837372" y="619863"/>
                </a:cubicBezTo>
                <a:cubicBezTo>
                  <a:pt x="832847" y="619251"/>
                  <a:pt x="828417" y="618230"/>
                  <a:pt x="824080" y="616800"/>
                </a:cubicBezTo>
                <a:cubicBezTo>
                  <a:pt x="819744" y="615370"/>
                  <a:pt x="815575" y="613556"/>
                  <a:pt x="811574" y="611357"/>
                </a:cubicBezTo>
                <a:cubicBezTo>
                  <a:pt x="807572" y="609158"/>
                  <a:pt x="803805" y="606612"/>
                  <a:pt x="800273" y="603719"/>
                </a:cubicBezTo>
                <a:cubicBezTo>
                  <a:pt x="796741" y="600825"/>
                  <a:pt x="793504" y="597633"/>
                  <a:pt x="790561" y="594142"/>
                </a:cubicBezTo>
                <a:cubicBezTo>
                  <a:pt x="787617" y="590652"/>
                  <a:pt x="785018" y="586921"/>
                  <a:pt x="782763" y="582951"/>
                </a:cubicBezTo>
                <a:cubicBezTo>
                  <a:pt x="780508" y="578981"/>
                  <a:pt x="778635" y="574838"/>
                  <a:pt x="777144" y="570522"/>
                </a:cubicBezTo>
                <a:cubicBezTo>
                  <a:pt x="775654" y="566207"/>
                  <a:pt x="774570" y="561791"/>
                  <a:pt x="773894" y="557276"/>
                </a:cubicBezTo>
                <a:cubicBezTo>
                  <a:pt x="773217" y="552760"/>
                  <a:pt x="772959" y="548221"/>
                  <a:pt x="773120" y="543658"/>
                </a:cubicBezTo>
                <a:cubicBezTo>
                  <a:pt x="773281" y="539095"/>
                  <a:pt x="773858" y="534585"/>
                  <a:pt x="774851" y="530128"/>
                </a:cubicBezTo>
                <a:cubicBezTo>
                  <a:pt x="775843" y="525672"/>
                  <a:pt x="777235" y="521343"/>
                  <a:pt x="779026" y="517143"/>
                </a:cubicBezTo>
                <a:cubicBezTo>
                  <a:pt x="780817" y="512943"/>
                  <a:pt x="782977" y="508943"/>
                  <a:pt x="785506" y="505141"/>
                </a:cubicBezTo>
                <a:cubicBezTo>
                  <a:pt x="788035" y="501340"/>
                  <a:pt x="790891" y="497802"/>
                  <a:pt x="794072" y="494527"/>
                </a:cubicBezTo>
                <a:cubicBezTo>
                  <a:pt x="797254" y="491252"/>
                  <a:pt x="800708" y="488296"/>
                  <a:pt x="804435" y="485658"/>
                </a:cubicBezTo>
                <a:cubicBezTo>
                  <a:pt x="808162" y="483021"/>
                  <a:pt x="812099" y="480746"/>
                  <a:pt x="816245" y="478834"/>
                </a:cubicBezTo>
                <a:cubicBezTo>
                  <a:pt x="820392" y="476923"/>
                  <a:pt x="824678" y="475407"/>
                  <a:pt x="829104" y="474286"/>
                </a:cubicBezTo>
                <a:cubicBezTo>
                  <a:pt x="833531" y="473165"/>
                  <a:pt x="838022" y="472459"/>
                  <a:pt x="842578" y="472166"/>
                </a:cubicBezTo>
                <a:cubicBezTo>
                  <a:pt x="843084" y="471512"/>
                  <a:pt x="843669" y="470937"/>
                  <a:pt x="844331" y="470443"/>
                </a:cubicBezTo>
                <a:lnTo>
                  <a:pt x="934341" y="388847"/>
                </a:lnTo>
                <a:lnTo>
                  <a:pt x="953277" y="309787"/>
                </a:lnTo>
                <a:lnTo>
                  <a:pt x="1001169" y="321259"/>
                </a:lnTo>
                <a:lnTo>
                  <a:pt x="980412" y="407920"/>
                </a:lnTo>
                <a:cubicBezTo>
                  <a:pt x="979157" y="412988"/>
                  <a:pt x="976608" y="417289"/>
                  <a:pt x="972766" y="420825"/>
                </a:cubicBezTo>
                <a:lnTo>
                  <a:pt x="897041" y="489765"/>
                </a:lnTo>
                <a:cubicBezTo>
                  <a:pt x="902034" y="494240"/>
                  <a:pt x="906345" y="499296"/>
                  <a:pt x="909973" y="504934"/>
                </a:cubicBezTo>
                <a:cubicBezTo>
                  <a:pt x="913602" y="510572"/>
                  <a:pt x="916418" y="516590"/>
                  <a:pt x="918422" y="522988"/>
                </a:cubicBezTo>
                <a:cubicBezTo>
                  <a:pt x="920427" y="529386"/>
                  <a:pt x="921547" y="535936"/>
                  <a:pt x="921784" y="542636"/>
                </a:cubicBezTo>
                <a:cubicBezTo>
                  <a:pt x="922020" y="549337"/>
                  <a:pt x="921364" y="555949"/>
                  <a:pt x="919816" y="562472"/>
                </a:cubicBezTo>
                <a:lnTo>
                  <a:pt x="919573" y="563485"/>
                </a:lnTo>
                <a:close/>
                <a:moveTo>
                  <a:pt x="725202" y="591951"/>
                </a:moveTo>
                <a:cubicBezTo>
                  <a:pt x="723179" y="600248"/>
                  <a:pt x="719825" y="607966"/>
                  <a:pt x="715139" y="615105"/>
                </a:cubicBezTo>
                <a:cubicBezTo>
                  <a:pt x="710453" y="622245"/>
                  <a:pt x="704707" y="628393"/>
                  <a:pt x="697900" y="633550"/>
                </a:cubicBezTo>
                <a:cubicBezTo>
                  <a:pt x="691093" y="638708"/>
                  <a:pt x="683619" y="642576"/>
                  <a:pt x="675478" y="645154"/>
                </a:cubicBezTo>
                <a:cubicBezTo>
                  <a:pt x="667337" y="647733"/>
                  <a:pt x="658999" y="648873"/>
                  <a:pt x="650465" y="648575"/>
                </a:cubicBezTo>
                <a:cubicBezTo>
                  <a:pt x="641930" y="648277"/>
                  <a:pt x="633692" y="646559"/>
                  <a:pt x="625751" y="643418"/>
                </a:cubicBezTo>
                <a:cubicBezTo>
                  <a:pt x="617809" y="640279"/>
                  <a:pt x="610623" y="635899"/>
                  <a:pt x="604192" y="630280"/>
                </a:cubicBezTo>
                <a:cubicBezTo>
                  <a:pt x="597762" y="624661"/>
                  <a:pt x="592458" y="618127"/>
                  <a:pt x="588281" y="610679"/>
                </a:cubicBezTo>
                <a:cubicBezTo>
                  <a:pt x="584105" y="603230"/>
                  <a:pt x="581297" y="595297"/>
                  <a:pt x="579857" y="586879"/>
                </a:cubicBezTo>
                <a:cubicBezTo>
                  <a:pt x="578312" y="576982"/>
                  <a:pt x="578699" y="567161"/>
                  <a:pt x="581019" y="557417"/>
                </a:cubicBezTo>
                <a:cubicBezTo>
                  <a:pt x="582800" y="550014"/>
                  <a:pt x="585655" y="543053"/>
                  <a:pt x="589585" y="536531"/>
                </a:cubicBezTo>
                <a:cubicBezTo>
                  <a:pt x="593515" y="530010"/>
                  <a:pt x="598336" y="524233"/>
                  <a:pt x="604049" y="519200"/>
                </a:cubicBezTo>
                <a:cubicBezTo>
                  <a:pt x="609762" y="514167"/>
                  <a:pt x="616100" y="510112"/>
                  <a:pt x="623065" y="507036"/>
                </a:cubicBezTo>
                <a:cubicBezTo>
                  <a:pt x="630029" y="503959"/>
                  <a:pt x="637295" y="502004"/>
                  <a:pt x="644863" y="501170"/>
                </a:cubicBezTo>
                <a:lnTo>
                  <a:pt x="659551" y="439848"/>
                </a:lnTo>
                <a:cubicBezTo>
                  <a:pt x="660806" y="434780"/>
                  <a:pt x="663355" y="430479"/>
                  <a:pt x="667196" y="426944"/>
                </a:cubicBezTo>
                <a:lnTo>
                  <a:pt x="757206" y="345348"/>
                </a:lnTo>
                <a:lnTo>
                  <a:pt x="775900" y="267302"/>
                </a:lnTo>
                <a:lnTo>
                  <a:pt x="823792" y="278774"/>
                </a:lnTo>
                <a:lnTo>
                  <a:pt x="803035" y="365435"/>
                </a:lnTo>
                <a:cubicBezTo>
                  <a:pt x="801779" y="370502"/>
                  <a:pt x="799231" y="374804"/>
                  <a:pt x="795389" y="378340"/>
                </a:cubicBezTo>
                <a:lnTo>
                  <a:pt x="705186" y="459621"/>
                </a:lnTo>
                <a:lnTo>
                  <a:pt x="692501" y="512581"/>
                </a:lnTo>
                <a:cubicBezTo>
                  <a:pt x="698912" y="516642"/>
                  <a:pt x="704563" y="521573"/>
                  <a:pt x="709457" y="527374"/>
                </a:cubicBezTo>
                <a:cubicBezTo>
                  <a:pt x="714350" y="533174"/>
                  <a:pt x="718258" y="539576"/>
                  <a:pt x="721182" y="546578"/>
                </a:cubicBezTo>
                <a:cubicBezTo>
                  <a:pt x="724106" y="553581"/>
                  <a:pt x="725910" y="560862"/>
                  <a:pt x="726594" y="568420"/>
                </a:cubicBezTo>
                <a:cubicBezTo>
                  <a:pt x="727278" y="575977"/>
                  <a:pt x="726810" y="583463"/>
                  <a:pt x="725191" y="590877"/>
                </a:cubicBezTo>
                <a:lnTo>
                  <a:pt x="725202" y="591951"/>
                </a:lnTo>
                <a:close/>
                <a:moveTo>
                  <a:pt x="406651" y="557182"/>
                </a:moveTo>
                <a:cubicBezTo>
                  <a:pt x="409822" y="552360"/>
                  <a:pt x="413507" y="547969"/>
                  <a:pt x="417706" y="544010"/>
                </a:cubicBezTo>
                <a:cubicBezTo>
                  <a:pt x="421905" y="540050"/>
                  <a:pt x="426503" y="536629"/>
                  <a:pt x="431503" y="533745"/>
                </a:cubicBezTo>
                <a:cubicBezTo>
                  <a:pt x="436502" y="530861"/>
                  <a:pt x="441766" y="528594"/>
                  <a:pt x="447296" y="526942"/>
                </a:cubicBezTo>
                <a:cubicBezTo>
                  <a:pt x="452826" y="525290"/>
                  <a:pt x="458471" y="524299"/>
                  <a:pt x="464233" y="523968"/>
                </a:cubicBezTo>
                <a:cubicBezTo>
                  <a:pt x="469995" y="523637"/>
                  <a:pt x="475717" y="523975"/>
                  <a:pt x="481399" y="524983"/>
                </a:cubicBezTo>
                <a:cubicBezTo>
                  <a:pt x="487082" y="525991"/>
                  <a:pt x="492571" y="527641"/>
                  <a:pt x="497868" y="529933"/>
                </a:cubicBezTo>
                <a:cubicBezTo>
                  <a:pt x="503164" y="532225"/>
                  <a:pt x="508125" y="535098"/>
                  <a:pt x="512749" y="538550"/>
                </a:cubicBezTo>
                <a:cubicBezTo>
                  <a:pt x="517374" y="542003"/>
                  <a:pt x="521537" y="545943"/>
                  <a:pt x="525240" y="550370"/>
                </a:cubicBezTo>
                <a:cubicBezTo>
                  <a:pt x="528942" y="554797"/>
                  <a:pt x="532084" y="559591"/>
                  <a:pt x="534665" y="564753"/>
                </a:cubicBezTo>
                <a:cubicBezTo>
                  <a:pt x="537246" y="569915"/>
                  <a:pt x="539196" y="575305"/>
                  <a:pt x="540516" y="580923"/>
                </a:cubicBezTo>
                <a:cubicBezTo>
                  <a:pt x="541836" y="586541"/>
                  <a:pt x="542489" y="592236"/>
                  <a:pt x="542477" y="598007"/>
                </a:cubicBezTo>
                <a:cubicBezTo>
                  <a:pt x="542464" y="603779"/>
                  <a:pt x="541786" y="609470"/>
                  <a:pt x="540441" y="615083"/>
                </a:cubicBezTo>
                <a:cubicBezTo>
                  <a:pt x="539097" y="620695"/>
                  <a:pt x="537123" y="626077"/>
                  <a:pt x="534520" y="631227"/>
                </a:cubicBezTo>
                <a:cubicBezTo>
                  <a:pt x="531916" y="636378"/>
                  <a:pt x="528754" y="641159"/>
                  <a:pt x="525032" y="645570"/>
                </a:cubicBezTo>
                <a:cubicBezTo>
                  <a:pt x="521310" y="649980"/>
                  <a:pt x="517129" y="653902"/>
                  <a:pt x="512490" y="657334"/>
                </a:cubicBezTo>
                <a:cubicBezTo>
                  <a:pt x="507850" y="660767"/>
                  <a:pt x="502877" y="663618"/>
                  <a:pt x="497571" y="665886"/>
                </a:cubicBezTo>
                <a:cubicBezTo>
                  <a:pt x="492265" y="668155"/>
                  <a:pt x="486768" y="669782"/>
                  <a:pt x="481081" y="670764"/>
                </a:cubicBezTo>
                <a:cubicBezTo>
                  <a:pt x="475394" y="671747"/>
                  <a:pt x="469671" y="672061"/>
                  <a:pt x="463911" y="671705"/>
                </a:cubicBezTo>
                <a:cubicBezTo>
                  <a:pt x="458150" y="671349"/>
                  <a:pt x="452509" y="670333"/>
                  <a:pt x="446987" y="668656"/>
                </a:cubicBezTo>
                <a:cubicBezTo>
                  <a:pt x="441464" y="666981"/>
                  <a:pt x="436210" y="664690"/>
                  <a:pt x="431223" y="661785"/>
                </a:cubicBezTo>
                <a:cubicBezTo>
                  <a:pt x="426237" y="658879"/>
                  <a:pt x="421653" y="655438"/>
                  <a:pt x="417471" y="651460"/>
                </a:cubicBezTo>
                <a:cubicBezTo>
                  <a:pt x="413290" y="647482"/>
                  <a:pt x="409624" y="643075"/>
                  <a:pt x="406474" y="638240"/>
                </a:cubicBezTo>
                <a:cubicBezTo>
                  <a:pt x="403324" y="633404"/>
                  <a:pt x="400774" y="628270"/>
                  <a:pt x="398825" y="622838"/>
                </a:cubicBezTo>
                <a:cubicBezTo>
                  <a:pt x="396876" y="617406"/>
                  <a:pt x="395580" y="611823"/>
                  <a:pt x="394937" y="606087"/>
                </a:cubicBezTo>
                <a:lnTo>
                  <a:pt x="335643" y="591885"/>
                </a:lnTo>
                <a:lnTo>
                  <a:pt x="348388" y="538672"/>
                </a:lnTo>
                <a:lnTo>
                  <a:pt x="353691" y="544497"/>
                </a:lnTo>
                <a:lnTo>
                  <a:pt x="406651" y="557182"/>
                </a:lnTo>
                <a:close/>
                <a:moveTo>
                  <a:pt x="421458" y="801868"/>
                </a:moveTo>
                <a:lnTo>
                  <a:pt x="340288" y="710085"/>
                </a:lnTo>
                <a:lnTo>
                  <a:pt x="309120" y="702619"/>
                </a:lnTo>
                <a:lnTo>
                  <a:pt x="320955" y="653207"/>
                </a:lnTo>
                <a:lnTo>
                  <a:pt x="359725" y="662493"/>
                </a:lnTo>
                <a:cubicBezTo>
                  <a:pt x="364679" y="663693"/>
                  <a:pt x="368917" y="666137"/>
                  <a:pt x="372437" y="669825"/>
                </a:cubicBezTo>
                <a:lnTo>
                  <a:pt x="453971" y="760088"/>
                </a:lnTo>
                <a:lnTo>
                  <a:pt x="506678" y="772713"/>
                </a:lnTo>
                <a:cubicBezTo>
                  <a:pt x="509156" y="768960"/>
                  <a:pt x="511953" y="765462"/>
                  <a:pt x="515069" y="762219"/>
                </a:cubicBezTo>
                <a:cubicBezTo>
                  <a:pt x="518185" y="758977"/>
                  <a:pt x="521569" y="756043"/>
                  <a:pt x="525219" y="753417"/>
                </a:cubicBezTo>
                <a:cubicBezTo>
                  <a:pt x="528870" y="750791"/>
                  <a:pt x="532729" y="748517"/>
                  <a:pt x="536794" y="746594"/>
                </a:cubicBezTo>
                <a:cubicBezTo>
                  <a:pt x="540860" y="744672"/>
                  <a:pt x="545066" y="743133"/>
                  <a:pt x="549412" y="741977"/>
                </a:cubicBezTo>
                <a:cubicBezTo>
                  <a:pt x="553758" y="740821"/>
                  <a:pt x="558173" y="740068"/>
                  <a:pt x="562656" y="739718"/>
                </a:cubicBezTo>
                <a:cubicBezTo>
                  <a:pt x="567140" y="739367"/>
                  <a:pt x="571618" y="739425"/>
                  <a:pt x="576091" y="739890"/>
                </a:cubicBezTo>
                <a:cubicBezTo>
                  <a:pt x="580564" y="740356"/>
                  <a:pt x="584958" y="741222"/>
                  <a:pt x="589273" y="742489"/>
                </a:cubicBezTo>
                <a:cubicBezTo>
                  <a:pt x="593588" y="743756"/>
                  <a:pt x="597753" y="745402"/>
                  <a:pt x="601768" y="747428"/>
                </a:cubicBezTo>
                <a:cubicBezTo>
                  <a:pt x="605782" y="749455"/>
                  <a:pt x="609581" y="751827"/>
                  <a:pt x="613163" y="754546"/>
                </a:cubicBezTo>
                <a:cubicBezTo>
                  <a:pt x="616746" y="757265"/>
                  <a:pt x="620053" y="760285"/>
                  <a:pt x="623084" y="763606"/>
                </a:cubicBezTo>
                <a:cubicBezTo>
                  <a:pt x="626116" y="766928"/>
                  <a:pt x="628822" y="770496"/>
                  <a:pt x="631204" y="774311"/>
                </a:cubicBezTo>
                <a:cubicBezTo>
                  <a:pt x="633585" y="778127"/>
                  <a:pt x="635601" y="782125"/>
                  <a:pt x="637253" y="786308"/>
                </a:cubicBezTo>
                <a:cubicBezTo>
                  <a:pt x="638905" y="790491"/>
                  <a:pt x="640166" y="794788"/>
                  <a:pt x="641034" y="799201"/>
                </a:cubicBezTo>
                <a:cubicBezTo>
                  <a:pt x="641903" y="803613"/>
                  <a:pt x="642365" y="808068"/>
                  <a:pt x="642422" y="812565"/>
                </a:cubicBezTo>
                <a:cubicBezTo>
                  <a:pt x="642478" y="817061"/>
                  <a:pt x="642127" y="821526"/>
                  <a:pt x="641370" y="825959"/>
                </a:cubicBezTo>
                <a:cubicBezTo>
                  <a:pt x="640612" y="830392"/>
                  <a:pt x="639460" y="834720"/>
                  <a:pt x="637913" y="838943"/>
                </a:cubicBezTo>
                <a:cubicBezTo>
                  <a:pt x="636366" y="843166"/>
                  <a:pt x="634451" y="847214"/>
                  <a:pt x="632166" y="851087"/>
                </a:cubicBezTo>
                <a:cubicBezTo>
                  <a:pt x="629881" y="854961"/>
                  <a:pt x="627265" y="858596"/>
                  <a:pt x="624318" y="861992"/>
                </a:cubicBezTo>
                <a:cubicBezTo>
                  <a:pt x="621370" y="865389"/>
                  <a:pt x="618140" y="868491"/>
                  <a:pt x="614627" y="871299"/>
                </a:cubicBezTo>
                <a:cubicBezTo>
                  <a:pt x="611114" y="874106"/>
                  <a:pt x="607376" y="876573"/>
                  <a:pt x="603413" y="878699"/>
                </a:cubicBezTo>
                <a:cubicBezTo>
                  <a:pt x="599450" y="880826"/>
                  <a:pt x="595328" y="882576"/>
                  <a:pt x="591046" y="883951"/>
                </a:cubicBezTo>
                <a:cubicBezTo>
                  <a:pt x="586764" y="885325"/>
                  <a:pt x="582393" y="886301"/>
                  <a:pt x="577933" y="886879"/>
                </a:cubicBezTo>
                <a:cubicBezTo>
                  <a:pt x="573473" y="887457"/>
                  <a:pt x="568998" y="887626"/>
                  <a:pt x="564507" y="887388"/>
                </a:cubicBezTo>
                <a:cubicBezTo>
                  <a:pt x="560016" y="887150"/>
                  <a:pt x="555584" y="886508"/>
                  <a:pt x="551210" y="885461"/>
                </a:cubicBezTo>
                <a:cubicBezTo>
                  <a:pt x="546339" y="884304"/>
                  <a:pt x="541646" y="882644"/>
                  <a:pt x="537131" y="880482"/>
                </a:cubicBezTo>
                <a:cubicBezTo>
                  <a:pt x="525472" y="874994"/>
                  <a:pt x="515891" y="867013"/>
                  <a:pt x="508387" y="856537"/>
                </a:cubicBezTo>
                <a:cubicBezTo>
                  <a:pt x="500883" y="846062"/>
                  <a:pt x="496409" y="834422"/>
                  <a:pt x="494964" y="821618"/>
                </a:cubicBezTo>
                <a:lnTo>
                  <a:pt x="434656" y="807173"/>
                </a:lnTo>
                <a:cubicBezTo>
                  <a:pt x="429588" y="805917"/>
                  <a:pt x="425286" y="803368"/>
                  <a:pt x="421751" y="799527"/>
                </a:cubicBezTo>
                <a:lnTo>
                  <a:pt x="421458" y="801868"/>
                </a:lnTo>
                <a:close/>
                <a:moveTo>
                  <a:pt x="408894" y="1276048"/>
                </a:moveTo>
                <a:lnTo>
                  <a:pt x="455991" y="1079413"/>
                </a:lnTo>
                <a:cubicBezTo>
                  <a:pt x="448693" y="1074604"/>
                  <a:pt x="442443" y="1068687"/>
                  <a:pt x="437241" y="1061663"/>
                </a:cubicBezTo>
                <a:cubicBezTo>
                  <a:pt x="432040" y="1054640"/>
                  <a:pt x="428203" y="1046936"/>
                  <a:pt x="425731" y="1038553"/>
                </a:cubicBezTo>
                <a:cubicBezTo>
                  <a:pt x="423259" y="1030170"/>
                  <a:pt x="422302" y="1021617"/>
                  <a:pt x="422860" y="1012894"/>
                </a:cubicBezTo>
                <a:cubicBezTo>
                  <a:pt x="423418" y="1004172"/>
                  <a:pt x="425458" y="995811"/>
                  <a:pt x="428979" y="987811"/>
                </a:cubicBezTo>
                <a:cubicBezTo>
                  <a:pt x="432500" y="979812"/>
                  <a:pt x="437288" y="972660"/>
                  <a:pt x="443343" y="966357"/>
                </a:cubicBezTo>
                <a:cubicBezTo>
                  <a:pt x="449398" y="960054"/>
                  <a:pt x="456351" y="954983"/>
                  <a:pt x="464203" y="951144"/>
                </a:cubicBezTo>
                <a:cubicBezTo>
                  <a:pt x="472055" y="947305"/>
                  <a:pt x="480327" y="944931"/>
                  <a:pt x="489020" y="944023"/>
                </a:cubicBezTo>
                <a:cubicBezTo>
                  <a:pt x="497713" y="943115"/>
                  <a:pt x="506297" y="943727"/>
                  <a:pt x="514773" y="945861"/>
                </a:cubicBezTo>
                <a:lnTo>
                  <a:pt x="519841" y="947075"/>
                </a:lnTo>
                <a:cubicBezTo>
                  <a:pt x="527909" y="949635"/>
                  <a:pt x="535320" y="953468"/>
                  <a:pt x="542073" y="958572"/>
                </a:cubicBezTo>
                <a:cubicBezTo>
                  <a:pt x="548827" y="963676"/>
                  <a:pt x="554536" y="969759"/>
                  <a:pt x="559201" y="976823"/>
                </a:cubicBezTo>
                <a:cubicBezTo>
                  <a:pt x="563867" y="983886"/>
                  <a:pt x="567222" y="991524"/>
                  <a:pt x="569266" y="999739"/>
                </a:cubicBezTo>
                <a:cubicBezTo>
                  <a:pt x="571310" y="1007954"/>
                  <a:pt x="571926" y="1016274"/>
                  <a:pt x="571115" y="1024700"/>
                </a:cubicBezTo>
                <a:cubicBezTo>
                  <a:pt x="570303" y="1033126"/>
                  <a:pt x="568111" y="1041176"/>
                  <a:pt x="564537" y="1048850"/>
                </a:cubicBezTo>
                <a:cubicBezTo>
                  <a:pt x="560963" y="1056523"/>
                  <a:pt x="556212" y="1063382"/>
                  <a:pt x="550285" y="1069425"/>
                </a:cubicBezTo>
                <a:cubicBezTo>
                  <a:pt x="544357" y="1075468"/>
                  <a:pt x="537592" y="1080350"/>
                  <a:pt x="529989" y="1084072"/>
                </a:cubicBezTo>
                <a:cubicBezTo>
                  <a:pt x="522386" y="1087794"/>
                  <a:pt x="514380" y="1090142"/>
                  <a:pt x="505971" y="1091116"/>
                </a:cubicBezTo>
                <a:lnTo>
                  <a:pt x="459419" y="1285471"/>
                </a:lnTo>
                <a:lnTo>
                  <a:pt x="408894" y="1276048"/>
                </a:lnTo>
                <a:close/>
                <a:moveTo>
                  <a:pt x="548261" y="1309429"/>
                </a:moveTo>
                <a:lnTo>
                  <a:pt x="572539" y="1208071"/>
                </a:lnTo>
                <a:cubicBezTo>
                  <a:pt x="573739" y="1203116"/>
                  <a:pt x="576183" y="1198879"/>
                  <a:pt x="579870" y="1195358"/>
                </a:cubicBezTo>
                <a:lnTo>
                  <a:pt x="657106" y="1125708"/>
                </a:lnTo>
                <a:cubicBezTo>
                  <a:pt x="652815" y="1121938"/>
                  <a:pt x="649008" y="1117731"/>
                  <a:pt x="645684" y="1113087"/>
                </a:cubicBezTo>
                <a:cubicBezTo>
                  <a:pt x="642361" y="1108442"/>
                  <a:pt x="639608" y="1103481"/>
                  <a:pt x="637425" y="1098204"/>
                </a:cubicBezTo>
                <a:cubicBezTo>
                  <a:pt x="635242" y="1092926"/>
                  <a:pt x="633686" y="1087469"/>
                  <a:pt x="632758" y="1081834"/>
                </a:cubicBezTo>
                <a:cubicBezTo>
                  <a:pt x="631830" y="1076199"/>
                  <a:pt x="631553" y="1070532"/>
                  <a:pt x="631927" y="1064833"/>
                </a:cubicBezTo>
                <a:cubicBezTo>
                  <a:pt x="632302" y="1059133"/>
                  <a:pt x="633318" y="1053551"/>
                  <a:pt x="634977" y="1048086"/>
                </a:cubicBezTo>
                <a:cubicBezTo>
                  <a:pt x="636635" y="1042621"/>
                  <a:pt x="638891" y="1037415"/>
                  <a:pt x="641746" y="1032468"/>
                </a:cubicBezTo>
                <a:cubicBezTo>
                  <a:pt x="644601" y="1027522"/>
                  <a:pt x="647980" y="1022964"/>
                  <a:pt x="651883" y="1018794"/>
                </a:cubicBezTo>
                <a:cubicBezTo>
                  <a:pt x="655786" y="1014625"/>
                  <a:pt x="660111" y="1010953"/>
                  <a:pt x="664859" y="1007777"/>
                </a:cubicBezTo>
                <a:cubicBezTo>
                  <a:pt x="669606" y="1004602"/>
                  <a:pt x="674652" y="1002007"/>
                  <a:pt x="679996" y="999992"/>
                </a:cubicBezTo>
                <a:cubicBezTo>
                  <a:pt x="685340" y="997977"/>
                  <a:pt x="690843" y="996595"/>
                  <a:pt x="696505" y="995845"/>
                </a:cubicBezTo>
                <a:cubicBezTo>
                  <a:pt x="702166" y="995095"/>
                  <a:pt x="707839" y="994997"/>
                  <a:pt x="713524" y="995552"/>
                </a:cubicBezTo>
                <a:cubicBezTo>
                  <a:pt x="719208" y="996107"/>
                  <a:pt x="724755" y="997299"/>
                  <a:pt x="730165" y="999129"/>
                </a:cubicBezTo>
                <a:cubicBezTo>
                  <a:pt x="735575" y="1000959"/>
                  <a:pt x="740708" y="1003379"/>
                  <a:pt x="745561" y="1006389"/>
                </a:cubicBezTo>
                <a:cubicBezTo>
                  <a:pt x="750415" y="1009398"/>
                  <a:pt x="754864" y="1012920"/>
                  <a:pt x="758908" y="1016953"/>
                </a:cubicBezTo>
                <a:cubicBezTo>
                  <a:pt x="762952" y="1020985"/>
                  <a:pt x="766486" y="1025424"/>
                  <a:pt x="769510" y="1030270"/>
                </a:cubicBezTo>
                <a:cubicBezTo>
                  <a:pt x="772533" y="1035115"/>
                  <a:pt x="774968" y="1040240"/>
                  <a:pt x="776813" y="1045645"/>
                </a:cubicBezTo>
                <a:cubicBezTo>
                  <a:pt x="778658" y="1051050"/>
                  <a:pt x="779866" y="1056594"/>
                  <a:pt x="780437" y="1062277"/>
                </a:cubicBezTo>
                <a:cubicBezTo>
                  <a:pt x="781007" y="1067959"/>
                  <a:pt x="780925" y="1073633"/>
                  <a:pt x="780191" y="1079297"/>
                </a:cubicBezTo>
                <a:cubicBezTo>
                  <a:pt x="779458" y="1084961"/>
                  <a:pt x="778091" y="1090467"/>
                  <a:pt x="776091" y="1095817"/>
                </a:cubicBezTo>
                <a:cubicBezTo>
                  <a:pt x="774091" y="1101167"/>
                  <a:pt x="771510" y="1106220"/>
                  <a:pt x="768348" y="1110976"/>
                </a:cubicBezTo>
                <a:cubicBezTo>
                  <a:pt x="765186" y="1115732"/>
                  <a:pt x="761526" y="1120067"/>
                  <a:pt x="757367" y="1123982"/>
                </a:cubicBezTo>
                <a:cubicBezTo>
                  <a:pt x="753209" y="1127897"/>
                  <a:pt x="748661" y="1131289"/>
                  <a:pt x="743722" y="1134158"/>
                </a:cubicBezTo>
                <a:cubicBezTo>
                  <a:pt x="738784" y="1137026"/>
                  <a:pt x="733584" y="1139298"/>
                  <a:pt x="728124" y="1140971"/>
                </a:cubicBezTo>
                <a:cubicBezTo>
                  <a:pt x="722663" y="1142645"/>
                  <a:pt x="717084" y="1143677"/>
                  <a:pt x="711386" y="1144067"/>
                </a:cubicBezTo>
                <a:cubicBezTo>
                  <a:pt x="710865" y="1144803"/>
                  <a:pt x="710260" y="1145462"/>
                  <a:pt x="709573" y="1146045"/>
                </a:cubicBezTo>
                <a:lnTo>
                  <a:pt x="619623" y="1227386"/>
                </a:lnTo>
                <a:lnTo>
                  <a:pt x="597167" y="1321143"/>
                </a:lnTo>
                <a:lnTo>
                  <a:pt x="548261" y="1309429"/>
                </a:lnTo>
                <a:close/>
                <a:moveTo>
                  <a:pt x="725639" y="1351914"/>
                </a:moveTo>
                <a:lnTo>
                  <a:pt x="749916" y="1250556"/>
                </a:lnTo>
                <a:cubicBezTo>
                  <a:pt x="751200" y="1245593"/>
                  <a:pt x="753728" y="1241375"/>
                  <a:pt x="757501" y="1237904"/>
                </a:cubicBezTo>
                <a:lnTo>
                  <a:pt x="848240" y="1153269"/>
                </a:lnTo>
                <a:lnTo>
                  <a:pt x="860378" y="1102589"/>
                </a:lnTo>
                <a:cubicBezTo>
                  <a:pt x="855533" y="1099412"/>
                  <a:pt x="851121" y="1095717"/>
                  <a:pt x="847140" y="1091507"/>
                </a:cubicBezTo>
                <a:cubicBezTo>
                  <a:pt x="843160" y="1087296"/>
                  <a:pt x="839720" y="1082683"/>
                  <a:pt x="836820" y="1077666"/>
                </a:cubicBezTo>
                <a:cubicBezTo>
                  <a:pt x="833919" y="1072651"/>
                  <a:pt x="831637" y="1067368"/>
                  <a:pt x="829973" y="1061817"/>
                </a:cubicBezTo>
                <a:cubicBezTo>
                  <a:pt x="828310" y="1056267"/>
                  <a:pt x="827309" y="1050600"/>
                  <a:pt x="826972" y="1044816"/>
                </a:cubicBezTo>
                <a:cubicBezTo>
                  <a:pt x="826635" y="1039031"/>
                  <a:pt x="826970" y="1033286"/>
                  <a:pt x="827978" y="1027580"/>
                </a:cubicBezTo>
                <a:cubicBezTo>
                  <a:pt x="828985" y="1021874"/>
                  <a:pt x="830638" y="1016362"/>
                  <a:pt x="832936" y="1011043"/>
                </a:cubicBezTo>
                <a:cubicBezTo>
                  <a:pt x="835234" y="1005724"/>
                  <a:pt x="838115" y="1000742"/>
                  <a:pt x="841579" y="996098"/>
                </a:cubicBezTo>
                <a:cubicBezTo>
                  <a:pt x="845043" y="991453"/>
                  <a:pt x="848996" y="987271"/>
                  <a:pt x="853439" y="983552"/>
                </a:cubicBezTo>
                <a:cubicBezTo>
                  <a:pt x="857882" y="979832"/>
                  <a:pt x="862695" y="976676"/>
                  <a:pt x="867876" y="974084"/>
                </a:cubicBezTo>
                <a:cubicBezTo>
                  <a:pt x="873058" y="971491"/>
                  <a:pt x="878469" y="969531"/>
                  <a:pt x="884109" y="968205"/>
                </a:cubicBezTo>
                <a:cubicBezTo>
                  <a:pt x="889749" y="966879"/>
                  <a:pt x="895467" y="966222"/>
                  <a:pt x="901261" y="966234"/>
                </a:cubicBezTo>
                <a:cubicBezTo>
                  <a:pt x="907055" y="966246"/>
                  <a:pt x="912769" y="966927"/>
                  <a:pt x="918404" y="968276"/>
                </a:cubicBezTo>
                <a:cubicBezTo>
                  <a:pt x="924039" y="969626"/>
                  <a:pt x="929442" y="971608"/>
                  <a:pt x="934613" y="974222"/>
                </a:cubicBezTo>
                <a:cubicBezTo>
                  <a:pt x="939783" y="976836"/>
                  <a:pt x="944583" y="980012"/>
                  <a:pt x="949010" y="983750"/>
                </a:cubicBezTo>
                <a:cubicBezTo>
                  <a:pt x="953437" y="987488"/>
                  <a:pt x="957374" y="991686"/>
                  <a:pt x="960818" y="996345"/>
                </a:cubicBezTo>
                <a:cubicBezTo>
                  <a:pt x="964263" y="1001004"/>
                  <a:pt x="967123" y="1005998"/>
                  <a:pt x="969399" y="1011326"/>
                </a:cubicBezTo>
                <a:cubicBezTo>
                  <a:pt x="971675" y="1016655"/>
                  <a:pt x="973305" y="1022174"/>
                  <a:pt x="974289" y="1027884"/>
                </a:cubicBezTo>
                <a:cubicBezTo>
                  <a:pt x="975272" y="1033594"/>
                  <a:pt x="975584" y="1039340"/>
                  <a:pt x="975223" y="1045123"/>
                </a:cubicBezTo>
                <a:cubicBezTo>
                  <a:pt x="974862" y="1050906"/>
                  <a:pt x="973838" y="1056569"/>
                  <a:pt x="972151" y="1062112"/>
                </a:cubicBezTo>
                <a:cubicBezTo>
                  <a:pt x="970464" y="1067656"/>
                  <a:pt x="968160" y="1072929"/>
                  <a:pt x="965239" y="1077933"/>
                </a:cubicBezTo>
                <a:cubicBezTo>
                  <a:pt x="962318" y="1082937"/>
                  <a:pt x="958858" y="1087536"/>
                  <a:pt x="954861" y="1091730"/>
                </a:cubicBezTo>
                <a:cubicBezTo>
                  <a:pt x="950863" y="1095925"/>
                  <a:pt x="946435" y="1099600"/>
                  <a:pt x="941577" y="1102758"/>
                </a:cubicBezTo>
                <a:cubicBezTo>
                  <a:pt x="936719" y="1105916"/>
                  <a:pt x="931562" y="1108470"/>
                  <a:pt x="926106" y="1110421"/>
                </a:cubicBezTo>
                <a:cubicBezTo>
                  <a:pt x="920650" y="1112371"/>
                  <a:pt x="915043" y="1113665"/>
                  <a:pt x="909284" y="1114303"/>
                </a:cubicBezTo>
                <a:lnTo>
                  <a:pt x="894839" y="1174612"/>
                </a:lnTo>
                <a:cubicBezTo>
                  <a:pt x="893583" y="1179679"/>
                  <a:pt x="891034" y="1183981"/>
                  <a:pt x="887193" y="1187517"/>
                </a:cubicBezTo>
                <a:lnTo>
                  <a:pt x="797243" y="1268858"/>
                </a:lnTo>
                <a:lnTo>
                  <a:pt x="774787" y="1362615"/>
                </a:lnTo>
                <a:lnTo>
                  <a:pt x="725639" y="1351914"/>
                </a:lnTo>
                <a:close/>
                <a:moveTo>
                  <a:pt x="908084" y="1395614"/>
                </a:moveTo>
                <a:lnTo>
                  <a:pt x="932361" y="1294255"/>
                </a:lnTo>
                <a:cubicBezTo>
                  <a:pt x="933645" y="1289292"/>
                  <a:pt x="936173" y="1285075"/>
                  <a:pt x="939946" y="1281604"/>
                </a:cubicBezTo>
                <a:lnTo>
                  <a:pt x="1030431" y="1196907"/>
                </a:lnTo>
                <a:lnTo>
                  <a:pt x="1042570" y="1146228"/>
                </a:lnTo>
                <a:cubicBezTo>
                  <a:pt x="1036340" y="1142143"/>
                  <a:pt x="1030853" y="1137229"/>
                  <a:pt x="1026108" y="1131486"/>
                </a:cubicBezTo>
                <a:cubicBezTo>
                  <a:pt x="1021363" y="1125743"/>
                  <a:pt x="1017571" y="1119428"/>
                  <a:pt x="1014733" y="1112541"/>
                </a:cubicBezTo>
                <a:cubicBezTo>
                  <a:pt x="1011895" y="1105653"/>
                  <a:pt x="1010137" y="1098500"/>
                  <a:pt x="1009459" y="1091081"/>
                </a:cubicBezTo>
                <a:cubicBezTo>
                  <a:pt x="1008781" y="1083663"/>
                  <a:pt x="1009214" y="1076309"/>
                  <a:pt x="1010757" y="1069021"/>
                </a:cubicBezTo>
                <a:cubicBezTo>
                  <a:pt x="1012300" y="1061733"/>
                  <a:pt x="1014884" y="1054836"/>
                  <a:pt x="1018510" y="1048328"/>
                </a:cubicBezTo>
                <a:cubicBezTo>
                  <a:pt x="1022136" y="1041821"/>
                  <a:pt x="1026642" y="1035994"/>
                  <a:pt x="1032028" y="1030848"/>
                </a:cubicBezTo>
                <a:cubicBezTo>
                  <a:pt x="1037414" y="1025701"/>
                  <a:pt x="1043440" y="1021464"/>
                  <a:pt x="1050105" y="1018137"/>
                </a:cubicBezTo>
                <a:cubicBezTo>
                  <a:pt x="1056771" y="1014811"/>
                  <a:pt x="1063779" y="1012542"/>
                  <a:pt x="1071129" y="1011332"/>
                </a:cubicBezTo>
                <a:cubicBezTo>
                  <a:pt x="1081033" y="1009569"/>
                  <a:pt x="1090875" y="1009872"/>
                  <a:pt x="1100652" y="1012241"/>
                </a:cubicBezTo>
                <a:cubicBezTo>
                  <a:pt x="1109261" y="1014104"/>
                  <a:pt x="1117281" y="1017400"/>
                  <a:pt x="1124713" y="1022128"/>
                </a:cubicBezTo>
                <a:cubicBezTo>
                  <a:pt x="1132145" y="1026856"/>
                  <a:pt x="1138529" y="1032723"/>
                  <a:pt x="1143866" y="1039730"/>
                </a:cubicBezTo>
                <a:cubicBezTo>
                  <a:pt x="1149203" y="1046738"/>
                  <a:pt x="1153162" y="1054452"/>
                  <a:pt x="1155744" y="1062874"/>
                </a:cubicBezTo>
                <a:cubicBezTo>
                  <a:pt x="1158326" y="1071295"/>
                  <a:pt x="1159371" y="1079903"/>
                  <a:pt x="1158879" y="1088698"/>
                </a:cubicBezTo>
                <a:cubicBezTo>
                  <a:pt x="1158387" y="1097492"/>
                  <a:pt x="1156389" y="1105929"/>
                  <a:pt x="1152884" y="1114010"/>
                </a:cubicBezTo>
                <a:cubicBezTo>
                  <a:pt x="1149379" y="1122092"/>
                  <a:pt x="1144584" y="1129316"/>
                  <a:pt x="1138499" y="1135685"/>
                </a:cubicBezTo>
                <a:cubicBezTo>
                  <a:pt x="1132414" y="1142054"/>
                  <a:pt x="1125415" y="1147173"/>
                  <a:pt x="1117503" y="1151042"/>
                </a:cubicBezTo>
                <a:cubicBezTo>
                  <a:pt x="1109590" y="1154912"/>
                  <a:pt x="1101252" y="1157292"/>
                  <a:pt x="1092489" y="1158184"/>
                </a:cubicBezTo>
                <a:lnTo>
                  <a:pt x="1078044" y="1218493"/>
                </a:lnTo>
                <a:cubicBezTo>
                  <a:pt x="1076947" y="1223655"/>
                  <a:pt x="1074399" y="1227956"/>
                  <a:pt x="1070398" y="1231398"/>
                </a:cubicBezTo>
                <a:lnTo>
                  <a:pt x="980449" y="1312739"/>
                </a:lnTo>
                <a:lnTo>
                  <a:pt x="957992" y="1406496"/>
                </a:lnTo>
                <a:lnTo>
                  <a:pt x="908084" y="1395614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1842781" y="6528185"/>
            <a:ext cx="555177" cy="555196"/>
          </a:xfrm>
          <a:custGeom>
            <a:avLst/>
            <a:gdLst/>
            <a:rect l="0" t="0" r="555177" b="555196"/>
            <a:pathLst>
              <a:path w="555177" h="555196" fill="norm" stroke="0">
                <a:moveTo>
                  <a:pt x="148410" y="554069"/>
                </a:moveTo>
                <a:lnTo>
                  <a:pt x="545883" y="423161"/>
                </a:lnTo>
                <a:cubicBezTo>
                  <a:pt x="547569" y="422606"/>
                  <a:pt x="549085" y="421749"/>
                  <a:pt x="550430" y="420591"/>
                </a:cubicBezTo>
                <a:cubicBezTo>
                  <a:pt x="551775" y="419433"/>
                  <a:pt x="552848" y="418061"/>
                  <a:pt x="553647" y="416476"/>
                </a:cubicBezTo>
                <a:cubicBezTo>
                  <a:pt x="554447" y="414891"/>
                  <a:pt x="554913" y="413213"/>
                  <a:pt x="555045" y="411443"/>
                </a:cubicBezTo>
                <a:cubicBezTo>
                  <a:pt x="555177" y="409673"/>
                  <a:pt x="554966" y="407944"/>
                  <a:pt x="554410" y="406259"/>
                </a:cubicBezTo>
                <a:lnTo>
                  <a:pt x="423670" y="9294"/>
                </a:lnTo>
                <a:cubicBezTo>
                  <a:pt x="423114" y="7608"/>
                  <a:pt x="422258" y="6092"/>
                  <a:pt x="421099" y="4747"/>
                </a:cubicBezTo>
                <a:cubicBezTo>
                  <a:pt x="419941" y="3402"/>
                  <a:pt x="418569" y="2329"/>
                  <a:pt x="416984" y="1530"/>
                </a:cubicBezTo>
                <a:cubicBezTo>
                  <a:pt x="415399" y="730"/>
                  <a:pt x="413722" y="264"/>
                  <a:pt x="411952" y="132"/>
                </a:cubicBezTo>
                <a:cubicBezTo>
                  <a:pt x="410181" y="0"/>
                  <a:pt x="408453" y="212"/>
                  <a:pt x="406767" y="767"/>
                </a:cubicBezTo>
                <a:lnTo>
                  <a:pt x="9294" y="131675"/>
                </a:lnTo>
                <a:cubicBezTo>
                  <a:pt x="7608" y="132230"/>
                  <a:pt x="6092" y="133087"/>
                  <a:pt x="4747" y="134245"/>
                </a:cubicBezTo>
                <a:cubicBezTo>
                  <a:pt x="3402" y="135404"/>
                  <a:pt x="2330" y="136775"/>
                  <a:pt x="1530" y="138360"/>
                </a:cubicBezTo>
                <a:cubicBezTo>
                  <a:pt x="730" y="139945"/>
                  <a:pt x="264" y="141623"/>
                  <a:pt x="132" y="143393"/>
                </a:cubicBezTo>
                <a:cubicBezTo>
                  <a:pt x="0" y="145163"/>
                  <a:pt x="212" y="146891"/>
                  <a:pt x="767" y="148578"/>
                </a:cubicBezTo>
                <a:lnTo>
                  <a:pt x="131675" y="546050"/>
                </a:lnTo>
                <a:cubicBezTo>
                  <a:pt x="132935" y="549417"/>
                  <a:pt x="135186" y="551877"/>
                  <a:pt x="138428" y="553430"/>
                </a:cubicBezTo>
                <a:cubicBezTo>
                  <a:pt x="141669" y="554983"/>
                  <a:pt x="144997" y="555196"/>
                  <a:pt x="148410" y="554069"/>
                </a:cubicBezTo>
                <a:close/>
                <a:moveTo>
                  <a:pt x="30259" y="152536"/>
                </a:moveTo>
                <a:lnTo>
                  <a:pt x="402683" y="29878"/>
                </a:lnTo>
                <a:lnTo>
                  <a:pt x="525467" y="402683"/>
                </a:lnTo>
                <a:lnTo>
                  <a:pt x="152661" y="525467"/>
                </a:lnTo>
                <a:lnTo>
                  <a:pt x="30259" y="152536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1689404" y="6373557"/>
            <a:ext cx="863350" cy="863350"/>
          </a:xfrm>
          <a:custGeom>
            <a:avLst/>
            <a:gdLst/>
            <a:rect l="0" t="0" r="863350" b="863350"/>
            <a:pathLst>
              <a:path w="863350" h="863350" fill="norm" stroke="0">
                <a:moveTo>
                  <a:pt x="732841" y="150384"/>
                </a:moveTo>
                <a:cubicBezTo>
                  <a:pt x="734923" y="150274"/>
                  <a:pt x="736873" y="149708"/>
                  <a:pt x="738691" y="148687"/>
                </a:cubicBezTo>
                <a:cubicBezTo>
                  <a:pt x="740508" y="147666"/>
                  <a:pt x="742006" y="146295"/>
                  <a:pt x="743183" y="144574"/>
                </a:cubicBezTo>
                <a:cubicBezTo>
                  <a:pt x="744360" y="142853"/>
                  <a:pt x="745095" y="140960"/>
                  <a:pt x="745388" y="138895"/>
                </a:cubicBezTo>
                <a:cubicBezTo>
                  <a:pt x="745681" y="136831"/>
                  <a:pt x="745501" y="134808"/>
                  <a:pt x="744849" y="132828"/>
                </a:cubicBezTo>
                <a:cubicBezTo>
                  <a:pt x="744197" y="130847"/>
                  <a:pt x="743139" y="129114"/>
                  <a:pt x="741677" y="127628"/>
                </a:cubicBezTo>
                <a:cubicBezTo>
                  <a:pt x="740215" y="126141"/>
                  <a:pt x="738499" y="125056"/>
                  <a:pt x="736529" y="124371"/>
                </a:cubicBezTo>
                <a:cubicBezTo>
                  <a:pt x="734560" y="123686"/>
                  <a:pt x="732541" y="123473"/>
                  <a:pt x="730472" y="123732"/>
                </a:cubicBezTo>
                <a:cubicBezTo>
                  <a:pt x="728403" y="123991"/>
                  <a:pt x="726498" y="124695"/>
                  <a:pt x="724758" y="125844"/>
                </a:cubicBezTo>
                <a:lnTo>
                  <a:pt x="653045" y="149463"/>
                </a:lnTo>
                <a:lnTo>
                  <a:pt x="625783" y="66688"/>
                </a:lnTo>
                <a:cubicBezTo>
                  <a:pt x="625228" y="65001"/>
                  <a:pt x="624371" y="63486"/>
                  <a:pt x="623213" y="62140"/>
                </a:cubicBezTo>
                <a:cubicBezTo>
                  <a:pt x="622054" y="60795"/>
                  <a:pt x="620683" y="59723"/>
                  <a:pt x="619098" y="58923"/>
                </a:cubicBezTo>
                <a:cubicBezTo>
                  <a:pt x="617513" y="58124"/>
                  <a:pt x="615835" y="57658"/>
                  <a:pt x="614065" y="57526"/>
                </a:cubicBezTo>
                <a:cubicBezTo>
                  <a:pt x="612295" y="57393"/>
                  <a:pt x="610567" y="57605"/>
                  <a:pt x="608880" y="58160"/>
                </a:cubicBezTo>
                <a:lnTo>
                  <a:pt x="526487" y="85297"/>
                </a:lnTo>
                <a:lnTo>
                  <a:pt x="502994" y="13965"/>
                </a:lnTo>
                <a:cubicBezTo>
                  <a:pt x="503059" y="11783"/>
                  <a:pt x="502618" y="9709"/>
                  <a:pt x="501669" y="7744"/>
                </a:cubicBezTo>
                <a:cubicBezTo>
                  <a:pt x="500720" y="5778"/>
                  <a:pt x="499371" y="4142"/>
                  <a:pt x="497622" y="2837"/>
                </a:cubicBezTo>
                <a:cubicBezTo>
                  <a:pt x="495873" y="1531"/>
                  <a:pt x="493921" y="702"/>
                  <a:pt x="491767" y="351"/>
                </a:cubicBezTo>
                <a:cubicBezTo>
                  <a:pt x="489612" y="0"/>
                  <a:pt x="487499" y="166"/>
                  <a:pt x="485425" y="848"/>
                </a:cubicBezTo>
                <a:cubicBezTo>
                  <a:pt x="483352" y="1531"/>
                  <a:pt x="481553" y="2654"/>
                  <a:pt x="480029" y="4217"/>
                </a:cubicBezTo>
                <a:cubicBezTo>
                  <a:pt x="478505" y="5779"/>
                  <a:pt x="477428" y="7605"/>
                  <a:pt x="476797" y="9695"/>
                </a:cubicBezTo>
                <a:cubicBezTo>
                  <a:pt x="476166" y="11785"/>
                  <a:pt x="476054" y="13902"/>
                  <a:pt x="476458" y="16047"/>
                </a:cubicBezTo>
                <a:cubicBezTo>
                  <a:pt x="476863" y="18192"/>
                  <a:pt x="477740" y="20122"/>
                  <a:pt x="479090" y="21838"/>
                </a:cubicBezTo>
                <a:lnTo>
                  <a:pt x="502708" y="93551"/>
                </a:lnTo>
                <a:lnTo>
                  <a:pt x="439133" y="114490"/>
                </a:lnTo>
                <a:lnTo>
                  <a:pt x="415514" y="42777"/>
                </a:lnTo>
                <a:cubicBezTo>
                  <a:pt x="414959" y="41091"/>
                  <a:pt x="414102" y="39575"/>
                  <a:pt x="412944" y="38229"/>
                </a:cubicBezTo>
                <a:cubicBezTo>
                  <a:pt x="411785" y="36885"/>
                  <a:pt x="410414" y="35812"/>
                  <a:pt x="408829" y="35012"/>
                </a:cubicBezTo>
                <a:cubicBezTo>
                  <a:pt x="407244" y="34213"/>
                  <a:pt x="405566" y="33747"/>
                  <a:pt x="403796" y="33615"/>
                </a:cubicBezTo>
                <a:cubicBezTo>
                  <a:pt x="402026" y="33482"/>
                  <a:pt x="400297" y="33694"/>
                  <a:pt x="398611" y="34249"/>
                </a:cubicBezTo>
                <a:cubicBezTo>
                  <a:pt x="396925" y="34805"/>
                  <a:pt x="395410" y="35661"/>
                  <a:pt x="394064" y="36820"/>
                </a:cubicBezTo>
                <a:cubicBezTo>
                  <a:pt x="392719" y="37978"/>
                  <a:pt x="391647" y="39350"/>
                  <a:pt x="390847" y="40935"/>
                </a:cubicBezTo>
                <a:cubicBezTo>
                  <a:pt x="390047" y="42519"/>
                  <a:pt x="389581" y="44197"/>
                  <a:pt x="389449" y="45967"/>
                </a:cubicBezTo>
                <a:cubicBezTo>
                  <a:pt x="389317" y="47738"/>
                  <a:pt x="389529" y="49466"/>
                  <a:pt x="390084" y="51152"/>
                </a:cubicBezTo>
                <a:lnTo>
                  <a:pt x="413703" y="122865"/>
                </a:lnTo>
                <a:lnTo>
                  <a:pt x="350127" y="143804"/>
                </a:lnTo>
                <a:lnTo>
                  <a:pt x="326509" y="72091"/>
                </a:lnTo>
                <a:cubicBezTo>
                  <a:pt x="325953" y="70405"/>
                  <a:pt x="325097" y="68889"/>
                  <a:pt x="323938" y="67544"/>
                </a:cubicBezTo>
                <a:cubicBezTo>
                  <a:pt x="322780" y="66198"/>
                  <a:pt x="321408" y="65126"/>
                  <a:pt x="319824" y="64326"/>
                </a:cubicBezTo>
                <a:cubicBezTo>
                  <a:pt x="318239" y="63527"/>
                  <a:pt x="316561" y="63061"/>
                  <a:pt x="314790" y="62929"/>
                </a:cubicBezTo>
                <a:cubicBezTo>
                  <a:pt x="313020" y="62797"/>
                  <a:pt x="311292" y="63008"/>
                  <a:pt x="309606" y="63564"/>
                </a:cubicBezTo>
                <a:cubicBezTo>
                  <a:pt x="307920" y="64119"/>
                  <a:pt x="306404" y="64975"/>
                  <a:pt x="305059" y="66134"/>
                </a:cubicBezTo>
                <a:cubicBezTo>
                  <a:pt x="303714" y="67292"/>
                  <a:pt x="302641" y="68664"/>
                  <a:pt x="301842" y="70249"/>
                </a:cubicBezTo>
                <a:cubicBezTo>
                  <a:pt x="301042" y="71834"/>
                  <a:pt x="300576" y="73511"/>
                  <a:pt x="300444" y="75281"/>
                </a:cubicBezTo>
                <a:cubicBezTo>
                  <a:pt x="300312" y="77052"/>
                  <a:pt x="300523" y="78780"/>
                  <a:pt x="301079" y="80466"/>
                </a:cubicBezTo>
                <a:lnTo>
                  <a:pt x="324697" y="152179"/>
                </a:lnTo>
                <a:lnTo>
                  <a:pt x="261122" y="173118"/>
                </a:lnTo>
                <a:lnTo>
                  <a:pt x="237503" y="101405"/>
                </a:lnTo>
                <a:cubicBezTo>
                  <a:pt x="237393" y="99323"/>
                  <a:pt x="236828" y="97372"/>
                  <a:pt x="235806" y="95555"/>
                </a:cubicBezTo>
                <a:cubicBezTo>
                  <a:pt x="234785" y="93737"/>
                  <a:pt x="233414" y="92239"/>
                  <a:pt x="231693" y="91062"/>
                </a:cubicBezTo>
                <a:cubicBezTo>
                  <a:pt x="229972" y="89885"/>
                  <a:pt x="228079" y="89150"/>
                  <a:pt x="226015" y="88857"/>
                </a:cubicBezTo>
                <a:cubicBezTo>
                  <a:pt x="223950" y="88564"/>
                  <a:pt x="221928" y="88744"/>
                  <a:pt x="219947" y="89396"/>
                </a:cubicBezTo>
                <a:cubicBezTo>
                  <a:pt x="217967" y="90049"/>
                  <a:pt x="216234" y="91106"/>
                  <a:pt x="214747" y="92568"/>
                </a:cubicBezTo>
                <a:cubicBezTo>
                  <a:pt x="213261" y="94030"/>
                  <a:pt x="212175" y="95746"/>
                  <a:pt x="211490" y="97716"/>
                </a:cubicBezTo>
                <a:cubicBezTo>
                  <a:pt x="210806" y="99685"/>
                  <a:pt x="210593" y="101705"/>
                  <a:pt x="210852" y="103774"/>
                </a:cubicBezTo>
                <a:cubicBezTo>
                  <a:pt x="211111" y="105842"/>
                  <a:pt x="211814" y="107747"/>
                  <a:pt x="212963" y="109487"/>
                </a:cubicBezTo>
                <a:lnTo>
                  <a:pt x="236582" y="181200"/>
                </a:lnTo>
                <a:lnTo>
                  <a:pt x="173007" y="202138"/>
                </a:lnTo>
                <a:lnTo>
                  <a:pt x="149388" y="130426"/>
                </a:lnTo>
                <a:cubicBezTo>
                  <a:pt x="149278" y="128343"/>
                  <a:pt x="148712" y="126393"/>
                  <a:pt x="147691" y="124575"/>
                </a:cubicBezTo>
                <a:cubicBezTo>
                  <a:pt x="146670" y="122758"/>
                  <a:pt x="145298" y="121260"/>
                  <a:pt x="143577" y="120083"/>
                </a:cubicBezTo>
                <a:cubicBezTo>
                  <a:pt x="141856" y="118906"/>
                  <a:pt x="139964" y="118171"/>
                  <a:pt x="137899" y="117878"/>
                </a:cubicBezTo>
                <a:cubicBezTo>
                  <a:pt x="135835" y="117585"/>
                  <a:pt x="133812" y="117765"/>
                  <a:pt x="131832" y="118417"/>
                </a:cubicBezTo>
                <a:cubicBezTo>
                  <a:pt x="129852" y="119069"/>
                  <a:pt x="128118" y="120127"/>
                  <a:pt x="126632" y="121589"/>
                </a:cubicBezTo>
                <a:cubicBezTo>
                  <a:pt x="125145" y="123051"/>
                  <a:pt x="124060" y="124767"/>
                  <a:pt x="123375" y="126736"/>
                </a:cubicBezTo>
                <a:cubicBezTo>
                  <a:pt x="122690" y="128706"/>
                  <a:pt x="122477" y="130725"/>
                  <a:pt x="122736" y="132794"/>
                </a:cubicBezTo>
                <a:cubicBezTo>
                  <a:pt x="122995" y="134863"/>
                  <a:pt x="123699" y="136768"/>
                  <a:pt x="124848" y="138508"/>
                </a:cubicBezTo>
                <a:lnTo>
                  <a:pt x="148467" y="210221"/>
                </a:lnTo>
                <a:lnTo>
                  <a:pt x="65437" y="237567"/>
                </a:lnTo>
                <a:cubicBezTo>
                  <a:pt x="63751" y="238122"/>
                  <a:pt x="62236" y="238979"/>
                  <a:pt x="60890" y="240137"/>
                </a:cubicBezTo>
                <a:cubicBezTo>
                  <a:pt x="59545" y="241295"/>
                  <a:pt x="58473" y="242667"/>
                  <a:pt x="57673" y="244252"/>
                </a:cubicBezTo>
                <a:cubicBezTo>
                  <a:pt x="56873" y="245837"/>
                  <a:pt x="56407" y="247514"/>
                  <a:pt x="56275" y="249285"/>
                </a:cubicBezTo>
                <a:cubicBezTo>
                  <a:pt x="56143" y="251055"/>
                  <a:pt x="56355" y="252783"/>
                  <a:pt x="56910" y="254469"/>
                </a:cubicBezTo>
                <a:lnTo>
                  <a:pt x="84172" y="337245"/>
                </a:lnTo>
                <a:lnTo>
                  <a:pt x="12840" y="360738"/>
                </a:lnTo>
                <a:cubicBezTo>
                  <a:pt x="10758" y="360848"/>
                  <a:pt x="8808" y="361413"/>
                  <a:pt x="6990" y="362434"/>
                </a:cubicBezTo>
                <a:cubicBezTo>
                  <a:pt x="5172" y="363456"/>
                  <a:pt x="3675" y="364827"/>
                  <a:pt x="2498" y="366548"/>
                </a:cubicBezTo>
                <a:cubicBezTo>
                  <a:pt x="1320" y="368269"/>
                  <a:pt x="586" y="370162"/>
                  <a:pt x="293" y="372226"/>
                </a:cubicBezTo>
                <a:cubicBezTo>
                  <a:pt x="0" y="374291"/>
                  <a:pt x="180" y="376313"/>
                  <a:pt x="832" y="378294"/>
                </a:cubicBezTo>
                <a:cubicBezTo>
                  <a:pt x="1484" y="380274"/>
                  <a:pt x="2542" y="382007"/>
                  <a:pt x="4004" y="383494"/>
                </a:cubicBezTo>
                <a:cubicBezTo>
                  <a:pt x="5466" y="384980"/>
                  <a:pt x="7182" y="386066"/>
                  <a:pt x="9151" y="386750"/>
                </a:cubicBezTo>
                <a:cubicBezTo>
                  <a:pt x="11121" y="387435"/>
                  <a:pt x="13140" y="387648"/>
                  <a:pt x="15209" y="387389"/>
                </a:cubicBezTo>
                <a:cubicBezTo>
                  <a:pt x="17278" y="387130"/>
                  <a:pt x="19183" y="386426"/>
                  <a:pt x="20923" y="385278"/>
                </a:cubicBezTo>
                <a:lnTo>
                  <a:pt x="92636" y="361659"/>
                </a:lnTo>
                <a:lnTo>
                  <a:pt x="113574" y="425234"/>
                </a:lnTo>
                <a:lnTo>
                  <a:pt x="41861" y="448853"/>
                </a:lnTo>
                <a:cubicBezTo>
                  <a:pt x="39756" y="448925"/>
                  <a:pt x="37778" y="449465"/>
                  <a:pt x="35927" y="450471"/>
                </a:cubicBezTo>
                <a:cubicBezTo>
                  <a:pt x="34076" y="451477"/>
                  <a:pt x="32548" y="452844"/>
                  <a:pt x="31342" y="454573"/>
                </a:cubicBezTo>
                <a:cubicBezTo>
                  <a:pt x="30137" y="456300"/>
                  <a:pt x="29381" y="458207"/>
                  <a:pt x="29076" y="460291"/>
                </a:cubicBezTo>
                <a:cubicBezTo>
                  <a:pt x="28770" y="462376"/>
                  <a:pt x="28947" y="464419"/>
                  <a:pt x="29606" y="466420"/>
                </a:cubicBezTo>
                <a:cubicBezTo>
                  <a:pt x="30265" y="468421"/>
                  <a:pt x="31337" y="470169"/>
                  <a:pt x="32821" y="471664"/>
                </a:cubicBezTo>
                <a:cubicBezTo>
                  <a:pt x="34306" y="473159"/>
                  <a:pt x="36046" y="474243"/>
                  <a:pt x="38042" y="474917"/>
                </a:cubicBezTo>
                <a:cubicBezTo>
                  <a:pt x="40039" y="475590"/>
                  <a:pt x="42080" y="475781"/>
                  <a:pt x="44167" y="475491"/>
                </a:cubicBezTo>
                <a:cubicBezTo>
                  <a:pt x="46254" y="475200"/>
                  <a:pt x="48165" y="474459"/>
                  <a:pt x="49902" y="473266"/>
                </a:cubicBezTo>
                <a:lnTo>
                  <a:pt x="121615" y="449647"/>
                </a:lnTo>
                <a:lnTo>
                  <a:pt x="142553" y="513223"/>
                </a:lnTo>
                <a:lnTo>
                  <a:pt x="70840" y="536841"/>
                </a:lnTo>
                <a:cubicBezTo>
                  <a:pt x="69154" y="537397"/>
                  <a:pt x="67639" y="538253"/>
                  <a:pt x="66293" y="539412"/>
                </a:cubicBezTo>
                <a:cubicBezTo>
                  <a:pt x="64948" y="540570"/>
                  <a:pt x="63876" y="541941"/>
                  <a:pt x="63076" y="543527"/>
                </a:cubicBezTo>
                <a:cubicBezTo>
                  <a:pt x="62276" y="545111"/>
                  <a:pt x="61811" y="546789"/>
                  <a:pt x="61678" y="548559"/>
                </a:cubicBezTo>
                <a:cubicBezTo>
                  <a:pt x="61546" y="550330"/>
                  <a:pt x="61758" y="552058"/>
                  <a:pt x="62313" y="553744"/>
                </a:cubicBezTo>
                <a:cubicBezTo>
                  <a:pt x="62868" y="555430"/>
                  <a:pt x="63725" y="556946"/>
                  <a:pt x="64883" y="558291"/>
                </a:cubicBezTo>
                <a:cubicBezTo>
                  <a:pt x="66042" y="559636"/>
                  <a:pt x="67413" y="560709"/>
                  <a:pt x="68998" y="561508"/>
                </a:cubicBezTo>
                <a:cubicBezTo>
                  <a:pt x="70583" y="562308"/>
                  <a:pt x="72261" y="562774"/>
                  <a:pt x="74031" y="562906"/>
                </a:cubicBezTo>
                <a:cubicBezTo>
                  <a:pt x="75801" y="563038"/>
                  <a:pt x="77530" y="562826"/>
                  <a:pt x="79216" y="562271"/>
                </a:cubicBezTo>
                <a:lnTo>
                  <a:pt x="150929" y="538652"/>
                </a:lnTo>
                <a:lnTo>
                  <a:pt x="171867" y="602228"/>
                </a:lnTo>
                <a:lnTo>
                  <a:pt x="100154" y="625847"/>
                </a:lnTo>
                <a:cubicBezTo>
                  <a:pt x="98072" y="625957"/>
                  <a:pt x="96122" y="626522"/>
                  <a:pt x="94304" y="627543"/>
                </a:cubicBezTo>
                <a:cubicBezTo>
                  <a:pt x="92486" y="628565"/>
                  <a:pt x="90989" y="629936"/>
                  <a:pt x="89812" y="631657"/>
                </a:cubicBezTo>
                <a:cubicBezTo>
                  <a:pt x="88635" y="633378"/>
                  <a:pt x="87899" y="635271"/>
                  <a:pt x="87607" y="637335"/>
                </a:cubicBezTo>
                <a:cubicBezTo>
                  <a:pt x="87314" y="639400"/>
                  <a:pt x="87494" y="641422"/>
                  <a:pt x="88146" y="643403"/>
                </a:cubicBezTo>
                <a:cubicBezTo>
                  <a:pt x="88798" y="645383"/>
                  <a:pt x="89856" y="647116"/>
                  <a:pt x="91318" y="648603"/>
                </a:cubicBezTo>
                <a:cubicBezTo>
                  <a:pt x="92780" y="650089"/>
                  <a:pt x="94496" y="651175"/>
                  <a:pt x="96465" y="651859"/>
                </a:cubicBezTo>
                <a:cubicBezTo>
                  <a:pt x="98435" y="652544"/>
                  <a:pt x="100454" y="652757"/>
                  <a:pt x="102523" y="652498"/>
                </a:cubicBezTo>
                <a:cubicBezTo>
                  <a:pt x="104592" y="652239"/>
                  <a:pt x="106497" y="651535"/>
                  <a:pt x="108237" y="650387"/>
                </a:cubicBezTo>
                <a:lnTo>
                  <a:pt x="179950" y="626768"/>
                </a:lnTo>
                <a:lnTo>
                  <a:pt x="200888" y="690343"/>
                </a:lnTo>
                <a:lnTo>
                  <a:pt x="129175" y="713962"/>
                </a:lnTo>
                <a:cubicBezTo>
                  <a:pt x="127093" y="714072"/>
                  <a:pt x="125143" y="714638"/>
                  <a:pt x="123325" y="715659"/>
                </a:cubicBezTo>
                <a:cubicBezTo>
                  <a:pt x="121507" y="716680"/>
                  <a:pt x="120010" y="718052"/>
                  <a:pt x="118832" y="719772"/>
                </a:cubicBezTo>
                <a:cubicBezTo>
                  <a:pt x="117655" y="721493"/>
                  <a:pt x="116920" y="723386"/>
                  <a:pt x="116628" y="725451"/>
                </a:cubicBezTo>
                <a:cubicBezTo>
                  <a:pt x="116335" y="727515"/>
                  <a:pt x="116515" y="729538"/>
                  <a:pt x="117167" y="731518"/>
                </a:cubicBezTo>
                <a:cubicBezTo>
                  <a:pt x="117819" y="733498"/>
                  <a:pt x="118876" y="735232"/>
                  <a:pt x="120339" y="736718"/>
                </a:cubicBezTo>
                <a:cubicBezTo>
                  <a:pt x="121801" y="738205"/>
                  <a:pt x="123517" y="739290"/>
                  <a:pt x="125486" y="739975"/>
                </a:cubicBezTo>
                <a:cubicBezTo>
                  <a:pt x="127456" y="740659"/>
                  <a:pt x="129475" y="740872"/>
                  <a:pt x="131544" y="740613"/>
                </a:cubicBezTo>
                <a:cubicBezTo>
                  <a:pt x="133613" y="740355"/>
                  <a:pt x="135518" y="739651"/>
                  <a:pt x="137258" y="738502"/>
                </a:cubicBezTo>
                <a:lnTo>
                  <a:pt x="208971" y="714883"/>
                </a:lnTo>
                <a:lnTo>
                  <a:pt x="236232" y="797658"/>
                </a:lnTo>
                <a:cubicBezTo>
                  <a:pt x="236788" y="799344"/>
                  <a:pt x="237645" y="800860"/>
                  <a:pt x="238803" y="802205"/>
                </a:cubicBezTo>
                <a:cubicBezTo>
                  <a:pt x="239961" y="803551"/>
                  <a:pt x="241333" y="804623"/>
                  <a:pt x="242918" y="805423"/>
                </a:cubicBezTo>
                <a:cubicBezTo>
                  <a:pt x="244503" y="806222"/>
                  <a:pt x="246180" y="806688"/>
                  <a:pt x="247951" y="806820"/>
                </a:cubicBezTo>
                <a:cubicBezTo>
                  <a:pt x="249721" y="806952"/>
                  <a:pt x="251449" y="806741"/>
                  <a:pt x="253135" y="806186"/>
                </a:cubicBezTo>
                <a:lnTo>
                  <a:pt x="335910" y="778924"/>
                </a:lnTo>
                <a:lnTo>
                  <a:pt x="359487" y="850510"/>
                </a:lnTo>
                <a:cubicBezTo>
                  <a:pt x="359597" y="852592"/>
                  <a:pt x="360163" y="854542"/>
                  <a:pt x="361184" y="856360"/>
                </a:cubicBezTo>
                <a:cubicBezTo>
                  <a:pt x="362206" y="858177"/>
                  <a:pt x="363577" y="859675"/>
                  <a:pt x="365298" y="860852"/>
                </a:cubicBezTo>
                <a:cubicBezTo>
                  <a:pt x="367019" y="862029"/>
                  <a:pt x="368911" y="862764"/>
                  <a:pt x="370976" y="863057"/>
                </a:cubicBezTo>
                <a:cubicBezTo>
                  <a:pt x="373040" y="863350"/>
                  <a:pt x="375063" y="863170"/>
                  <a:pt x="377043" y="862518"/>
                </a:cubicBezTo>
                <a:cubicBezTo>
                  <a:pt x="379024" y="861866"/>
                  <a:pt x="380757" y="860808"/>
                  <a:pt x="382244" y="859346"/>
                </a:cubicBezTo>
                <a:cubicBezTo>
                  <a:pt x="383730" y="857884"/>
                  <a:pt x="384815" y="856168"/>
                  <a:pt x="385500" y="854198"/>
                </a:cubicBezTo>
                <a:cubicBezTo>
                  <a:pt x="386185" y="852229"/>
                  <a:pt x="386398" y="850210"/>
                  <a:pt x="386139" y="848141"/>
                </a:cubicBezTo>
                <a:cubicBezTo>
                  <a:pt x="385880" y="846072"/>
                  <a:pt x="385176" y="844167"/>
                  <a:pt x="384027" y="842427"/>
                </a:cubicBezTo>
                <a:lnTo>
                  <a:pt x="360409" y="770714"/>
                </a:lnTo>
                <a:lnTo>
                  <a:pt x="423984" y="749776"/>
                </a:lnTo>
                <a:lnTo>
                  <a:pt x="447603" y="821489"/>
                </a:lnTo>
                <a:cubicBezTo>
                  <a:pt x="447675" y="823594"/>
                  <a:pt x="448215" y="825572"/>
                  <a:pt x="449221" y="827423"/>
                </a:cubicBezTo>
                <a:cubicBezTo>
                  <a:pt x="450227" y="829274"/>
                  <a:pt x="451594" y="830802"/>
                  <a:pt x="453322" y="832008"/>
                </a:cubicBezTo>
                <a:cubicBezTo>
                  <a:pt x="455050" y="833213"/>
                  <a:pt x="456956" y="833969"/>
                  <a:pt x="459041" y="834274"/>
                </a:cubicBezTo>
                <a:cubicBezTo>
                  <a:pt x="461126" y="834579"/>
                  <a:pt x="463168" y="834403"/>
                  <a:pt x="465169" y="833744"/>
                </a:cubicBezTo>
                <a:cubicBezTo>
                  <a:pt x="467171" y="833085"/>
                  <a:pt x="468918" y="832013"/>
                  <a:pt x="470414" y="830529"/>
                </a:cubicBezTo>
                <a:cubicBezTo>
                  <a:pt x="471909" y="829044"/>
                  <a:pt x="472993" y="827304"/>
                  <a:pt x="473666" y="825307"/>
                </a:cubicBezTo>
                <a:cubicBezTo>
                  <a:pt x="474340" y="823311"/>
                  <a:pt x="474531" y="821270"/>
                  <a:pt x="474241" y="819183"/>
                </a:cubicBezTo>
                <a:cubicBezTo>
                  <a:pt x="473950" y="817096"/>
                  <a:pt x="473209" y="815185"/>
                  <a:pt x="472016" y="813448"/>
                </a:cubicBezTo>
                <a:lnTo>
                  <a:pt x="448397" y="741735"/>
                </a:lnTo>
                <a:lnTo>
                  <a:pt x="511972" y="720797"/>
                </a:lnTo>
                <a:lnTo>
                  <a:pt x="535591" y="792510"/>
                </a:lnTo>
                <a:cubicBezTo>
                  <a:pt x="536146" y="794196"/>
                  <a:pt x="537003" y="795711"/>
                  <a:pt x="538161" y="797057"/>
                </a:cubicBezTo>
                <a:cubicBezTo>
                  <a:pt x="539320" y="798402"/>
                  <a:pt x="540691" y="799474"/>
                  <a:pt x="542276" y="800274"/>
                </a:cubicBezTo>
                <a:cubicBezTo>
                  <a:pt x="543861" y="801073"/>
                  <a:pt x="545539" y="801539"/>
                  <a:pt x="547309" y="801672"/>
                </a:cubicBezTo>
                <a:cubicBezTo>
                  <a:pt x="549079" y="801804"/>
                  <a:pt x="550807" y="801592"/>
                  <a:pt x="552494" y="801037"/>
                </a:cubicBezTo>
                <a:cubicBezTo>
                  <a:pt x="554180" y="800482"/>
                  <a:pt x="555695" y="799625"/>
                  <a:pt x="557041" y="798466"/>
                </a:cubicBezTo>
                <a:cubicBezTo>
                  <a:pt x="558386" y="797308"/>
                  <a:pt x="559458" y="795936"/>
                  <a:pt x="560258" y="794352"/>
                </a:cubicBezTo>
                <a:cubicBezTo>
                  <a:pt x="561057" y="792767"/>
                  <a:pt x="561523" y="791089"/>
                  <a:pt x="561656" y="789319"/>
                </a:cubicBezTo>
                <a:cubicBezTo>
                  <a:pt x="561788" y="787548"/>
                  <a:pt x="561576" y="785820"/>
                  <a:pt x="561021" y="784134"/>
                </a:cubicBezTo>
                <a:lnTo>
                  <a:pt x="537402" y="712421"/>
                </a:lnTo>
                <a:lnTo>
                  <a:pt x="600977" y="691483"/>
                </a:lnTo>
                <a:lnTo>
                  <a:pt x="624596" y="763195"/>
                </a:lnTo>
                <a:cubicBezTo>
                  <a:pt x="624706" y="765278"/>
                  <a:pt x="625272" y="767228"/>
                  <a:pt x="626293" y="769046"/>
                </a:cubicBezTo>
                <a:cubicBezTo>
                  <a:pt x="627315" y="770864"/>
                  <a:pt x="628686" y="772361"/>
                  <a:pt x="630407" y="773538"/>
                </a:cubicBezTo>
                <a:cubicBezTo>
                  <a:pt x="632128" y="774716"/>
                  <a:pt x="634020" y="775451"/>
                  <a:pt x="636085" y="775743"/>
                </a:cubicBezTo>
                <a:cubicBezTo>
                  <a:pt x="638149" y="776036"/>
                  <a:pt x="640172" y="775856"/>
                  <a:pt x="642152" y="775204"/>
                </a:cubicBezTo>
                <a:cubicBezTo>
                  <a:pt x="644133" y="774552"/>
                  <a:pt x="645866" y="773494"/>
                  <a:pt x="647353" y="772032"/>
                </a:cubicBezTo>
                <a:cubicBezTo>
                  <a:pt x="648839" y="770570"/>
                  <a:pt x="649924" y="768854"/>
                  <a:pt x="650609" y="766885"/>
                </a:cubicBezTo>
                <a:cubicBezTo>
                  <a:pt x="651294" y="764915"/>
                  <a:pt x="651507" y="762896"/>
                  <a:pt x="651248" y="760827"/>
                </a:cubicBezTo>
                <a:cubicBezTo>
                  <a:pt x="650989" y="758758"/>
                  <a:pt x="650285" y="756853"/>
                  <a:pt x="649136" y="755113"/>
                </a:cubicBezTo>
                <a:lnTo>
                  <a:pt x="625518" y="683400"/>
                </a:lnTo>
                <a:lnTo>
                  <a:pt x="689093" y="662462"/>
                </a:lnTo>
                <a:lnTo>
                  <a:pt x="712712" y="734175"/>
                </a:lnTo>
                <a:cubicBezTo>
                  <a:pt x="712822" y="736257"/>
                  <a:pt x="713387" y="738207"/>
                  <a:pt x="714409" y="740025"/>
                </a:cubicBezTo>
                <a:cubicBezTo>
                  <a:pt x="715430" y="741843"/>
                  <a:pt x="716801" y="743340"/>
                  <a:pt x="718522" y="744517"/>
                </a:cubicBezTo>
                <a:cubicBezTo>
                  <a:pt x="720243" y="745695"/>
                  <a:pt x="722136" y="746430"/>
                  <a:pt x="724200" y="746722"/>
                </a:cubicBezTo>
                <a:cubicBezTo>
                  <a:pt x="726265" y="747015"/>
                  <a:pt x="728287" y="746835"/>
                  <a:pt x="730268" y="746183"/>
                </a:cubicBezTo>
                <a:cubicBezTo>
                  <a:pt x="732248" y="745531"/>
                  <a:pt x="733981" y="744474"/>
                  <a:pt x="735468" y="743011"/>
                </a:cubicBezTo>
                <a:cubicBezTo>
                  <a:pt x="736954" y="741549"/>
                  <a:pt x="738040" y="739833"/>
                  <a:pt x="738725" y="737863"/>
                </a:cubicBezTo>
                <a:cubicBezTo>
                  <a:pt x="739409" y="735894"/>
                  <a:pt x="739622" y="733875"/>
                  <a:pt x="739363" y="731806"/>
                </a:cubicBezTo>
                <a:cubicBezTo>
                  <a:pt x="739104" y="729737"/>
                  <a:pt x="738400" y="727832"/>
                  <a:pt x="737252" y="726093"/>
                </a:cubicBezTo>
                <a:lnTo>
                  <a:pt x="713633" y="654379"/>
                </a:lnTo>
                <a:lnTo>
                  <a:pt x="796408" y="627118"/>
                </a:lnTo>
                <a:cubicBezTo>
                  <a:pt x="798094" y="626562"/>
                  <a:pt x="799610" y="625705"/>
                  <a:pt x="800955" y="624547"/>
                </a:cubicBezTo>
                <a:cubicBezTo>
                  <a:pt x="802300" y="623389"/>
                  <a:pt x="803373" y="622017"/>
                  <a:pt x="804172" y="620432"/>
                </a:cubicBezTo>
                <a:cubicBezTo>
                  <a:pt x="804972" y="618847"/>
                  <a:pt x="805438" y="617169"/>
                  <a:pt x="805570" y="615399"/>
                </a:cubicBezTo>
                <a:cubicBezTo>
                  <a:pt x="805702" y="613629"/>
                  <a:pt x="805491" y="611901"/>
                  <a:pt x="804935" y="610215"/>
                </a:cubicBezTo>
                <a:lnTo>
                  <a:pt x="777799" y="527821"/>
                </a:lnTo>
                <a:lnTo>
                  <a:pt x="849385" y="504244"/>
                </a:lnTo>
                <a:cubicBezTo>
                  <a:pt x="851567" y="504310"/>
                  <a:pt x="853640" y="503868"/>
                  <a:pt x="855606" y="502919"/>
                </a:cubicBezTo>
                <a:cubicBezTo>
                  <a:pt x="857572" y="501970"/>
                  <a:pt x="859207" y="500621"/>
                  <a:pt x="860513" y="498872"/>
                </a:cubicBezTo>
                <a:cubicBezTo>
                  <a:pt x="861819" y="497123"/>
                  <a:pt x="862648" y="495171"/>
                  <a:pt x="862999" y="493017"/>
                </a:cubicBezTo>
                <a:cubicBezTo>
                  <a:pt x="863350" y="490863"/>
                  <a:pt x="863184" y="488749"/>
                  <a:pt x="862501" y="486676"/>
                </a:cubicBezTo>
                <a:cubicBezTo>
                  <a:pt x="861819" y="484603"/>
                  <a:pt x="860696" y="482804"/>
                  <a:pt x="859133" y="481280"/>
                </a:cubicBezTo>
                <a:cubicBezTo>
                  <a:pt x="857571" y="479756"/>
                  <a:pt x="855744" y="478678"/>
                  <a:pt x="853655" y="478048"/>
                </a:cubicBezTo>
                <a:cubicBezTo>
                  <a:pt x="851565" y="477417"/>
                  <a:pt x="849448" y="477304"/>
                  <a:pt x="847303" y="477709"/>
                </a:cubicBezTo>
                <a:cubicBezTo>
                  <a:pt x="845158" y="478114"/>
                  <a:pt x="843228" y="478991"/>
                  <a:pt x="841512" y="480340"/>
                </a:cubicBezTo>
                <a:lnTo>
                  <a:pt x="769799" y="503958"/>
                </a:lnTo>
                <a:lnTo>
                  <a:pt x="748860" y="440383"/>
                </a:lnTo>
                <a:lnTo>
                  <a:pt x="820573" y="416764"/>
                </a:lnTo>
                <a:cubicBezTo>
                  <a:pt x="822259" y="416209"/>
                  <a:pt x="823775" y="415352"/>
                  <a:pt x="825120" y="414194"/>
                </a:cubicBezTo>
                <a:cubicBezTo>
                  <a:pt x="826465" y="413036"/>
                  <a:pt x="827538" y="411664"/>
                  <a:pt x="828338" y="410079"/>
                </a:cubicBezTo>
                <a:cubicBezTo>
                  <a:pt x="829137" y="408494"/>
                  <a:pt x="829603" y="406817"/>
                  <a:pt x="829735" y="405046"/>
                </a:cubicBezTo>
                <a:cubicBezTo>
                  <a:pt x="829867" y="403276"/>
                  <a:pt x="829656" y="401548"/>
                  <a:pt x="829101" y="399862"/>
                </a:cubicBezTo>
                <a:cubicBezTo>
                  <a:pt x="828545" y="398176"/>
                  <a:pt x="827688" y="396660"/>
                  <a:pt x="826530" y="395315"/>
                </a:cubicBezTo>
                <a:cubicBezTo>
                  <a:pt x="825372" y="393969"/>
                  <a:pt x="824000" y="392897"/>
                  <a:pt x="822415" y="392097"/>
                </a:cubicBezTo>
                <a:cubicBezTo>
                  <a:pt x="820830" y="391298"/>
                  <a:pt x="819153" y="390832"/>
                  <a:pt x="817382" y="390700"/>
                </a:cubicBezTo>
                <a:cubicBezTo>
                  <a:pt x="815612" y="390568"/>
                  <a:pt x="813884" y="390779"/>
                  <a:pt x="812198" y="391334"/>
                </a:cubicBezTo>
                <a:lnTo>
                  <a:pt x="740485" y="414953"/>
                </a:lnTo>
                <a:lnTo>
                  <a:pt x="719546" y="351378"/>
                </a:lnTo>
                <a:lnTo>
                  <a:pt x="791259" y="327759"/>
                </a:lnTo>
                <a:cubicBezTo>
                  <a:pt x="792945" y="327204"/>
                  <a:pt x="794461" y="326347"/>
                  <a:pt x="795806" y="325189"/>
                </a:cubicBezTo>
                <a:cubicBezTo>
                  <a:pt x="797152" y="324030"/>
                  <a:pt x="798224" y="322659"/>
                  <a:pt x="799024" y="321074"/>
                </a:cubicBezTo>
                <a:cubicBezTo>
                  <a:pt x="799823" y="319489"/>
                  <a:pt x="800289" y="317811"/>
                  <a:pt x="800421" y="316041"/>
                </a:cubicBezTo>
                <a:cubicBezTo>
                  <a:pt x="800553" y="314271"/>
                  <a:pt x="800342" y="312543"/>
                  <a:pt x="799786" y="310856"/>
                </a:cubicBezTo>
                <a:cubicBezTo>
                  <a:pt x="799231" y="309170"/>
                  <a:pt x="798374" y="307654"/>
                  <a:pt x="797216" y="306309"/>
                </a:cubicBezTo>
                <a:cubicBezTo>
                  <a:pt x="796058" y="304964"/>
                  <a:pt x="794686" y="303892"/>
                  <a:pt x="793101" y="303092"/>
                </a:cubicBezTo>
                <a:cubicBezTo>
                  <a:pt x="791516" y="302292"/>
                  <a:pt x="789839" y="301827"/>
                  <a:pt x="788068" y="301694"/>
                </a:cubicBezTo>
                <a:cubicBezTo>
                  <a:pt x="786298" y="301562"/>
                  <a:pt x="784570" y="301774"/>
                  <a:pt x="782884" y="302329"/>
                </a:cubicBezTo>
                <a:lnTo>
                  <a:pt x="711171" y="325948"/>
                </a:lnTo>
                <a:lnTo>
                  <a:pt x="690232" y="262372"/>
                </a:lnTo>
                <a:lnTo>
                  <a:pt x="761945" y="238754"/>
                </a:lnTo>
                <a:cubicBezTo>
                  <a:pt x="764027" y="238644"/>
                  <a:pt x="765977" y="238078"/>
                  <a:pt x="767795" y="237057"/>
                </a:cubicBezTo>
                <a:cubicBezTo>
                  <a:pt x="769613" y="236036"/>
                  <a:pt x="771111" y="234664"/>
                  <a:pt x="772288" y="232943"/>
                </a:cubicBezTo>
                <a:cubicBezTo>
                  <a:pt x="773465" y="231222"/>
                  <a:pt x="774200" y="229329"/>
                  <a:pt x="774493" y="227265"/>
                </a:cubicBezTo>
                <a:cubicBezTo>
                  <a:pt x="774786" y="225201"/>
                  <a:pt x="774606" y="223178"/>
                  <a:pt x="773954" y="221198"/>
                </a:cubicBezTo>
                <a:cubicBezTo>
                  <a:pt x="773301" y="219217"/>
                  <a:pt x="772244" y="217484"/>
                  <a:pt x="770782" y="215997"/>
                </a:cubicBezTo>
                <a:cubicBezTo>
                  <a:pt x="769320" y="214511"/>
                  <a:pt x="767604" y="213425"/>
                  <a:pt x="765634" y="212741"/>
                </a:cubicBezTo>
                <a:cubicBezTo>
                  <a:pt x="763665" y="212056"/>
                  <a:pt x="761645" y="211843"/>
                  <a:pt x="759577" y="212102"/>
                </a:cubicBezTo>
                <a:cubicBezTo>
                  <a:pt x="757508" y="212361"/>
                  <a:pt x="755603" y="213065"/>
                  <a:pt x="753863" y="214214"/>
                </a:cubicBezTo>
                <a:lnTo>
                  <a:pt x="682150" y="237832"/>
                </a:lnTo>
                <a:lnTo>
                  <a:pt x="661211" y="174257"/>
                </a:lnTo>
                <a:lnTo>
                  <a:pt x="732841" y="150384"/>
                </a:lnTo>
                <a:close/>
                <a:moveTo>
                  <a:pt x="776205" y="606428"/>
                </a:moveTo>
                <a:lnTo>
                  <a:pt x="256921" y="777455"/>
                </a:lnTo>
                <a:lnTo>
                  <a:pt x="85895" y="258172"/>
                </a:lnTo>
                <a:lnTo>
                  <a:pt x="605178" y="87145"/>
                </a:lnTo>
                <a:lnTo>
                  <a:pt x="776205" y="606428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16572874" y="5347865"/>
            <a:ext cx="961734" cy="961734"/>
          </a:xfrm>
          <a:custGeom>
            <a:avLst/>
            <a:gdLst/>
            <a:rect l="0" t="0" r="961734" b="961734"/>
            <a:pathLst>
              <a:path w="961734" h="961734" fill="norm" stroke="0">
                <a:moveTo>
                  <a:pt x="559198" y="328664"/>
                </a:moveTo>
                <a:lnTo>
                  <a:pt x="538580" y="349283"/>
                </a:lnTo>
                <a:cubicBezTo>
                  <a:pt x="519162" y="340001"/>
                  <a:pt x="495199" y="343397"/>
                  <a:pt x="479109" y="359488"/>
                </a:cubicBezTo>
                <a:lnTo>
                  <a:pt x="468973" y="369623"/>
                </a:lnTo>
                <a:lnTo>
                  <a:pt x="443652" y="344320"/>
                </a:lnTo>
                <a:lnTo>
                  <a:pt x="444071" y="343902"/>
                </a:lnTo>
                <a:cubicBezTo>
                  <a:pt x="464480" y="323492"/>
                  <a:pt x="464480" y="290422"/>
                  <a:pt x="444071" y="270012"/>
                </a:cubicBezTo>
                <a:lnTo>
                  <a:pt x="194469" y="20410"/>
                </a:lnTo>
                <a:cubicBezTo>
                  <a:pt x="174059" y="0"/>
                  <a:pt x="140988" y="0"/>
                  <a:pt x="120579" y="20410"/>
                </a:cubicBezTo>
                <a:lnTo>
                  <a:pt x="20410" y="120578"/>
                </a:lnTo>
                <a:cubicBezTo>
                  <a:pt x="0" y="140988"/>
                  <a:pt x="0" y="174058"/>
                  <a:pt x="20410" y="194468"/>
                </a:cubicBezTo>
                <a:cubicBezTo>
                  <a:pt x="76608" y="250665"/>
                  <a:pt x="213798" y="387874"/>
                  <a:pt x="270013" y="444070"/>
                </a:cubicBezTo>
                <a:cubicBezTo>
                  <a:pt x="290423" y="464480"/>
                  <a:pt x="323492" y="464480"/>
                  <a:pt x="343901" y="444070"/>
                </a:cubicBezTo>
                <a:lnTo>
                  <a:pt x="344320" y="443652"/>
                </a:lnTo>
                <a:lnTo>
                  <a:pt x="369624" y="468973"/>
                </a:lnTo>
                <a:lnTo>
                  <a:pt x="350259" y="488338"/>
                </a:lnTo>
                <a:cubicBezTo>
                  <a:pt x="343467" y="495129"/>
                  <a:pt x="343467" y="506170"/>
                  <a:pt x="350259" y="512962"/>
                </a:cubicBezTo>
                <a:cubicBezTo>
                  <a:pt x="357050" y="519771"/>
                  <a:pt x="368091" y="519771"/>
                  <a:pt x="374883" y="512962"/>
                </a:cubicBezTo>
                <a:lnTo>
                  <a:pt x="394247" y="493597"/>
                </a:lnTo>
                <a:lnTo>
                  <a:pt x="467911" y="567260"/>
                </a:lnTo>
                <a:lnTo>
                  <a:pt x="395275" y="639896"/>
                </a:lnTo>
                <a:lnTo>
                  <a:pt x="321611" y="566233"/>
                </a:lnTo>
                <a:cubicBezTo>
                  <a:pt x="321611" y="566233"/>
                  <a:pt x="334290" y="553555"/>
                  <a:pt x="334290" y="553555"/>
                </a:cubicBezTo>
                <a:cubicBezTo>
                  <a:pt x="341099" y="546764"/>
                  <a:pt x="341099" y="535723"/>
                  <a:pt x="334290" y="528931"/>
                </a:cubicBezTo>
                <a:cubicBezTo>
                  <a:pt x="327498" y="522139"/>
                  <a:pt x="316457" y="522139"/>
                  <a:pt x="309665" y="528931"/>
                </a:cubicBezTo>
                <a:lnTo>
                  <a:pt x="296988" y="541609"/>
                </a:lnTo>
                <a:lnTo>
                  <a:pt x="280826" y="525431"/>
                </a:lnTo>
                <a:cubicBezTo>
                  <a:pt x="271022" y="515644"/>
                  <a:pt x="257735" y="510123"/>
                  <a:pt x="243873" y="510123"/>
                </a:cubicBezTo>
                <a:cubicBezTo>
                  <a:pt x="230029" y="510123"/>
                  <a:pt x="216725" y="515626"/>
                  <a:pt x="206938" y="525431"/>
                </a:cubicBezTo>
                <a:lnTo>
                  <a:pt x="182313" y="550055"/>
                </a:lnTo>
                <a:cubicBezTo>
                  <a:pt x="172509" y="559859"/>
                  <a:pt x="167005" y="573146"/>
                  <a:pt x="167005" y="587008"/>
                </a:cubicBezTo>
                <a:cubicBezTo>
                  <a:pt x="167005" y="599878"/>
                  <a:pt x="171760" y="612260"/>
                  <a:pt x="180293" y="621820"/>
                </a:cubicBezTo>
                <a:cubicBezTo>
                  <a:pt x="142086" y="666262"/>
                  <a:pt x="144036" y="733447"/>
                  <a:pt x="186162" y="775573"/>
                </a:cubicBezTo>
                <a:cubicBezTo>
                  <a:pt x="228462" y="817873"/>
                  <a:pt x="296030" y="819666"/>
                  <a:pt x="340489" y="780954"/>
                </a:cubicBezTo>
                <a:cubicBezTo>
                  <a:pt x="349179" y="786962"/>
                  <a:pt x="359541" y="790253"/>
                  <a:pt x="370267" y="790253"/>
                </a:cubicBezTo>
                <a:cubicBezTo>
                  <a:pt x="384113" y="790253"/>
                  <a:pt x="397399" y="784750"/>
                  <a:pt x="407205" y="774963"/>
                </a:cubicBezTo>
                <a:lnTo>
                  <a:pt x="431828" y="750322"/>
                </a:lnTo>
                <a:cubicBezTo>
                  <a:pt x="441632" y="740535"/>
                  <a:pt x="447135" y="727247"/>
                  <a:pt x="447135" y="713386"/>
                </a:cubicBezTo>
                <a:cubicBezTo>
                  <a:pt x="447135" y="699524"/>
                  <a:pt x="441632" y="686236"/>
                  <a:pt x="431828" y="676449"/>
                </a:cubicBezTo>
                <a:lnTo>
                  <a:pt x="419900" y="664520"/>
                </a:lnTo>
                <a:lnTo>
                  <a:pt x="492536" y="591884"/>
                </a:lnTo>
                <a:lnTo>
                  <a:pt x="518082" y="617432"/>
                </a:lnTo>
                <a:lnTo>
                  <a:pt x="517665" y="617849"/>
                </a:lnTo>
                <a:cubicBezTo>
                  <a:pt x="497255" y="638242"/>
                  <a:pt x="497255" y="671330"/>
                  <a:pt x="517665" y="691722"/>
                </a:cubicBezTo>
                <a:cubicBezTo>
                  <a:pt x="573861" y="747936"/>
                  <a:pt x="711070" y="885127"/>
                  <a:pt x="767266" y="941341"/>
                </a:cubicBezTo>
                <a:cubicBezTo>
                  <a:pt x="787676" y="961734"/>
                  <a:pt x="820747" y="961734"/>
                  <a:pt x="841156" y="941341"/>
                </a:cubicBezTo>
                <a:lnTo>
                  <a:pt x="941324" y="841156"/>
                </a:lnTo>
                <a:cubicBezTo>
                  <a:pt x="961734" y="820746"/>
                  <a:pt x="961734" y="787676"/>
                  <a:pt x="941324" y="767266"/>
                </a:cubicBezTo>
                <a:lnTo>
                  <a:pt x="691722" y="517664"/>
                </a:lnTo>
                <a:cubicBezTo>
                  <a:pt x="671313" y="497254"/>
                  <a:pt x="638242" y="497254"/>
                  <a:pt x="617832" y="517664"/>
                </a:cubicBezTo>
                <a:lnTo>
                  <a:pt x="617415" y="518082"/>
                </a:lnTo>
                <a:lnTo>
                  <a:pt x="591885" y="492552"/>
                </a:lnTo>
                <a:lnTo>
                  <a:pt x="602021" y="482400"/>
                </a:lnTo>
                <a:cubicBezTo>
                  <a:pt x="618215" y="466222"/>
                  <a:pt x="621559" y="442050"/>
                  <a:pt x="612051" y="422563"/>
                </a:cubicBezTo>
                <a:lnTo>
                  <a:pt x="633036" y="401596"/>
                </a:lnTo>
                <a:lnTo>
                  <a:pt x="640541" y="406176"/>
                </a:lnTo>
                <a:cubicBezTo>
                  <a:pt x="730574" y="461154"/>
                  <a:pt x="846415" y="457514"/>
                  <a:pt x="933244" y="395553"/>
                </a:cubicBezTo>
                <a:cubicBezTo>
                  <a:pt x="933297" y="395518"/>
                  <a:pt x="933349" y="395501"/>
                  <a:pt x="933383" y="395466"/>
                </a:cubicBezTo>
                <a:cubicBezTo>
                  <a:pt x="945730" y="386463"/>
                  <a:pt x="953532" y="372532"/>
                  <a:pt x="954717" y="357294"/>
                </a:cubicBezTo>
                <a:cubicBezTo>
                  <a:pt x="955918" y="342056"/>
                  <a:pt x="950381" y="327080"/>
                  <a:pt x="939566" y="316265"/>
                </a:cubicBezTo>
                <a:cubicBezTo>
                  <a:pt x="909351" y="286068"/>
                  <a:pt x="857056" y="233755"/>
                  <a:pt x="803176" y="179927"/>
                </a:cubicBezTo>
                <a:lnTo>
                  <a:pt x="820015" y="163087"/>
                </a:lnTo>
                <a:cubicBezTo>
                  <a:pt x="841226" y="173936"/>
                  <a:pt x="867905" y="170471"/>
                  <a:pt x="885668" y="152726"/>
                </a:cubicBezTo>
                <a:cubicBezTo>
                  <a:pt x="907715" y="130661"/>
                  <a:pt x="907715" y="94874"/>
                  <a:pt x="885668" y="72810"/>
                </a:cubicBezTo>
                <a:cubicBezTo>
                  <a:pt x="863603" y="50764"/>
                  <a:pt x="827799" y="50764"/>
                  <a:pt x="805752" y="72810"/>
                </a:cubicBezTo>
                <a:cubicBezTo>
                  <a:pt x="788008" y="90573"/>
                  <a:pt x="784541" y="117235"/>
                  <a:pt x="795373" y="138463"/>
                </a:cubicBezTo>
                <a:lnTo>
                  <a:pt x="778534" y="155320"/>
                </a:lnTo>
                <a:cubicBezTo>
                  <a:pt x="724601" y="101457"/>
                  <a:pt x="672218" y="49196"/>
                  <a:pt x="641899" y="19104"/>
                </a:cubicBezTo>
                <a:cubicBezTo>
                  <a:pt x="631225" y="8429"/>
                  <a:pt x="616334" y="2926"/>
                  <a:pt x="601219" y="4110"/>
                </a:cubicBezTo>
                <a:cubicBezTo>
                  <a:pt x="586104" y="5277"/>
                  <a:pt x="572258" y="13009"/>
                  <a:pt x="563325" y="25269"/>
                </a:cubicBezTo>
                <a:cubicBezTo>
                  <a:pt x="563308" y="25286"/>
                  <a:pt x="563273" y="25321"/>
                  <a:pt x="563256" y="25356"/>
                </a:cubicBezTo>
                <a:cubicBezTo>
                  <a:pt x="498892" y="114866"/>
                  <a:pt x="497132" y="235601"/>
                  <a:pt x="557978" y="326818"/>
                </a:cubicBezTo>
                <a:lnTo>
                  <a:pt x="559198" y="328664"/>
                </a:lnTo>
                <a:lnTo>
                  <a:pt x="559198" y="328664"/>
                </a:lnTo>
                <a:close/>
                <a:moveTo>
                  <a:pt x="854304" y="878928"/>
                </a:moveTo>
                <a:lnTo>
                  <a:pt x="816532" y="916700"/>
                </a:lnTo>
                <a:cubicBezTo>
                  <a:pt x="809723" y="923509"/>
                  <a:pt x="798700" y="923509"/>
                  <a:pt x="791908" y="916700"/>
                </a:cubicBezTo>
                <a:lnTo>
                  <a:pt x="746474" y="871265"/>
                </a:lnTo>
                <a:lnTo>
                  <a:pt x="796558" y="821181"/>
                </a:lnTo>
                <a:lnTo>
                  <a:pt x="854304" y="878928"/>
                </a:lnTo>
                <a:close/>
                <a:moveTo>
                  <a:pt x="871266" y="746473"/>
                </a:moveTo>
                <a:lnTo>
                  <a:pt x="916701" y="791907"/>
                </a:lnTo>
                <a:cubicBezTo>
                  <a:pt x="923510" y="798699"/>
                  <a:pt x="923510" y="809722"/>
                  <a:pt x="916701" y="816532"/>
                </a:cubicBezTo>
                <a:lnTo>
                  <a:pt x="878928" y="854304"/>
                </a:lnTo>
                <a:lnTo>
                  <a:pt x="821181" y="796557"/>
                </a:lnTo>
                <a:lnTo>
                  <a:pt x="871266" y="746473"/>
                </a:lnTo>
                <a:lnTo>
                  <a:pt x="871266" y="746473"/>
                </a:lnTo>
                <a:close/>
                <a:moveTo>
                  <a:pt x="610570" y="735362"/>
                </a:moveTo>
                <a:lnTo>
                  <a:pt x="721832" y="846641"/>
                </a:lnTo>
                <a:lnTo>
                  <a:pt x="771933" y="796557"/>
                </a:lnTo>
                <a:lnTo>
                  <a:pt x="660654" y="685278"/>
                </a:lnTo>
                <a:lnTo>
                  <a:pt x="610570" y="735362"/>
                </a:lnTo>
                <a:close/>
                <a:moveTo>
                  <a:pt x="204969" y="646618"/>
                </a:moveTo>
                <a:cubicBezTo>
                  <a:pt x="180346" y="677372"/>
                  <a:pt x="182296" y="722441"/>
                  <a:pt x="210786" y="750948"/>
                </a:cubicBezTo>
                <a:cubicBezTo>
                  <a:pt x="239294" y="779438"/>
                  <a:pt x="284362" y="781389"/>
                  <a:pt x="315116" y="756765"/>
                </a:cubicBezTo>
                <a:lnTo>
                  <a:pt x="204969" y="646618"/>
                </a:lnTo>
                <a:close/>
                <a:moveTo>
                  <a:pt x="685279" y="660654"/>
                </a:moveTo>
                <a:lnTo>
                  <a:pt x="796558" y="771933"/>
                </a:lnTo>
                <a:lnTo>
                  <a:pt x="846641" y="721849"/>
                </a:lnTo>
                <a:lnTo>
                  <a:pt x="735363" y="610570"/>
                </a:lnTo>
                <a:lnTo>
                  <a:pt x="685279" y="660654"/>
                </a:lnTo>
                <a:close/>
                <a:moveTo>
                  <a:pt x="407205" y="701073"/>
                </a:moveTo>
                <a:lnTo>
                  <a:pt x="256186" y="550055"/>
                </a:lnTo>
                <a:cubicBezTo>
                  <a:pt x="252929" y="546798"/>
                  <a:pt x="248489" y="544952"/>
                  <a:pt x="243873" y="544952"/>
                </a:cubicBezTo>
                <a:cubicBezTo>
                  <a:pt x="239258" y="544952"/>
                  <a:pt x="234835" y="546798"/>
                  <a:pt x="231561" y="550055"/>
                </a:cubicBezTo>
                <a:cubicBezTo>
                  <a:pt x="231561" y="550055"/>
                  <a:pt x="206938" y="574696"/>
                  <a:pt x="206938" y="574696"/>
                </a:cubicBezTo>
                <a:cubicBezTo>
                  <a:pt x="203664" y="577953"/>
                  <a:pt x="201834" y="582376"/>
                  <a:pt x="201834" y="587008"/>
                </a:cubicBezTo>
                <a:cubicBezTo>
                  <a:pt x="201834" y="591623"/>
                  <a:pt x="203664" y="596047"/>
                  <a:pt x="206938" y="599320"/>
                </a:cubicBezTo>
                <a:lnTo>
                  <a:pt x="357938" y="750322"/>
                </a:lnTo>
                <a:cubicBezTo>
                  <a:pt x="361212" y="753595"/>
                  <a:pt x="365635" y="755424"/>
                  <a:pt x="370267" y="755424"/>
                </a:cubicBezTo>
                <a:cubicBezTo>
                  <a:pt x="374883" y="755424"/>
                  <a:pt x="379306" y="753595"/>
                  <a:pt x="382580" y="750322"/>
                </a:cubicBezTo>
                <a:lnTo>
                  <a:pt x="407205" y="725697"/>
                </a:lnTo>
                <a:cubicBezTo>
                  <a:pt x="410460" y="722441"/>
                  <a:pt x="412307" y="718000"/>
                  <a:pt x="412307" y="713385"/>
                </a:cubicBezTo>
                <a:cubicBezTo>
                  <a:pt x="412307" y="708770"/>
                  <a:pt x="410460" y="704330"/>
                  <a:pt x="407205" y="701073"/>
                </a:cubicBezTo>
                <a:lnTo>
                  <a:pt x="407205" y="701073"/>
                </a:lnTo>
                <a:close/>
                <a:moveTo>
                  <a:pt x="580061" y="604701"/>
                </a:moveTo>
                <a:lnTo>
                  <a:pt x="636031" y="660654"/>
                </a:lnTo>
                <a:lnTo>
                  <a:pt x="585929" y="710738"/>
                </a:lnTo>
                <a:lnTo>
                  <a:pt x="542288" y="667098"/>
                </a:lnTo>
                <a:cubicBezTo>
                  <a:pt x="535496" y="660288"/>
                  <a:pt x="535496" y="649265"/>
                  <a:pt x="542288" y="642474"/>
                </a:cubicBezTo>
                <a:lnTo>
                  <a:pt x="580061" y="604701"/>
                </a:lnTo>
                <a:close/>
                <a:moveTo>
                  <a:pt x="710740" y="585946"/>
                </a:moveTo>
                <a:lnTo>
                  <a:pt x="660654" y="636030"/>
                </a:lnTo>
                <a:lnTo>
                  <a:pt x="604684" y="580060"/>
                </a:lnTo>
                <a:lnTo>
                  <a:pt x="642474" y="542288"/>
                </a:lnTo>
                <a:cubicBezTo>
                  <a:pt x="649266" y="535496"/>
                  <a:pt x="660288" y="535496"/>
                  <a:pt x="667097" y="542288"/>
                </a:cubicBezTo>
                <a:lnTo>
                  <a:pt x="710740" y="585946"/>
                </a:lnTo>
                <a:close/>
                <a:moveTo>
                  <a:pt x="542706" y="592790"/>
                </a:moveTo>
                <a:lnTo>
                  <a:pt x="592790" y="542706"/>
                </a:lnTo>
                <a:lnTo>
                  <a:pt x="567260" y="517176"/>
                </a:lnTo>
                <a:lnTo>
                  <a:pt x="517176" y="567260"/>
                </a:lnTo>
                <a:lnTo>
                  <a:pt x="542706" y="592790"/>
                </a:lnTo>
                <a:close/>
                <a:moveTo>
                  <a:pt x="492536" y="542636"/>
                </a:moveTo>
                <a:lnTo>
                  <a:pt x="577396" y="457775"/>
                </a:lnTo>
                <a:cubicBezTo>
                  <a:pt x="584205" y="450984"/>
                  <a:pt x="584205" y="439943"/>
                  <a:pt x="577396" y="433151"/>
                </a:cubicBezTo>
                <a:cubicBezTo>
                  <a:pt x="562420" y="418174"/>
                  <a:pt x="543351" y="399106"/>
                  <a:pt x="528357" y="384112"/>
                </a:cubicBezTo>
                <a:cubicBezTo>
                  <a:pt x="521565" y="377320"/>
                  <a:pt x="510542" y="377320"/>
                  <a:pt x="503732" y="384112"/>
                </a:cubicBezTo>
                <a:lnTo>
                  <a:pt x="418889" y="468973"/>
                </a:lnTo>
                <a:lnTo>
                  <a:pt x="492536" y="542636"/>
                </a:lnTo>
                <a:lnTo>
                  <a:pt x="492536" y="542636"/>
                </a:lnTo>
                <a:close/>
                <a:moveTo>
                  <a:pt x="419029" y="368944"/>
                </a:moveTo>
                <a:lnTo>
                  <a:pt x="368945" y="419028"/>
                </a:lnTo>
                <a:lnTo>
                  <a:pt x="394247" y="444348"/>
                </a:lnTo>
                <a:lnTo>
                  <a:pt x="444350" y="394247"/>
                </a:lnTo>
                <a:lnTo>
                  <a:pt x="419029" y="368944"/>
                </a:lnTo>
                <a:close/>
                <a:moveTo>
                  <a:pt x="357050" y="381674"/>
                </a:moveTo>
                <a:lnTo>
                  <a:pt x="319261" y="419446"/>
                </a:lnTo>
                <a:cubicBezTo>
                  <a:pt x="312469" y="426255"/>
                  <a:pt x="301445" y="426238"/>
                  <a:pt x="294636" y="419446"/>
                </a:cubicBezTo>
                <a:lnTo>
                  <a:pt x="244413" y="369222"/>
                </a:lnTo>
                <a:lnTo>
                  <a:pt x="294497" y="319138"/>
                </a:lnTo>
                <a:lnTo>
                  <a:pt x="357050" y="381674"/>
                </a:lnTo>
                <a:lnTo>
                  <a:pt x="357050" y="381674"/>
                </a:lnTo>
                <a:close/>
                <a:moveTo>
                  <a:pt x="658374" y="376258"/>
                </a:moveTo>
                <a:lnTo>
                  <a:pt x="658704" y="376450"/>
                </a:lnTo>
                <a:cubicBezTo>
                  <a:pt x="736896" y="424200"/>
                  <a:pt x="837499" y="421048"/>
                  <a:pt x="912991" y="367220"/>
                </a:cubicBezTo>
                <a:cubicBezTo>
                  <a:pt x="917048" y="364225"/>
                  <a:pt x="919609" y="359610"/>
                  <a:pt x="919992" y="354577"/>
                </a:cubicBezTo>
                <a:cubicBezTo>
                  <a:pt x="920392" y="349509"/>
                  <a:pt x="918545" y="344511"/>
                  <a:pt x="914941" y="340906"/>
                </a:cubicBezTo>
                <a:cubicBezTo>
                  <a:pt x="849933" y="275898"/>
                  <a:pt x="682614" y="108579"/>
                  <a:pt x="617362" y="43815"/>
                </a:cubicBezTo>
                <a:cubicBezTo>
                  <a:pt x="617345" y="43815"/>
                  <a:pt x="617328" y="43798"/>
                  <a:pt x="617310" y="43780"/>
                </a:cubicBezTo>
                <a:cubicBezTo>
                  <a:pt x="613792" y="40245"/>
                  <a:pt x="608899" y="38452"/>
                  <a:pt x="603918" y="38834"/>
                </a:cubicBezTo>
                <a:cubicBezTo>
                  <a:pt x="598973" y="39218"/>
                  <a:pt x="594427" y="41743"/>
                  <a:pt x="591485" y="45748"/>
                </a:cubicBezTo>
                <a:cubicBezTo>
                  <a:pt x="536577" y="122180"/>
                  <a:pt x="534191" y="224804"/>
                  <a:pt x="584344" y="303500"/>
                </a:cubicBezTo>
                <a:lnTo>
                  <a:pt x="632949" y="254914"/>
                </a:lnTo>
                <a:cubicBezTo>
                  <a:pt x="639479" y="248383"/>
                  <a:pt x="648343" y="244709"/>
                  <a:pt x="657572" y="244709"/>
                </a:cubicBezTo>
                <a:cubicBezTo>
                  <a:pt x="666803" y="244709"/>
                  <a:pt x="675666" y="248383"/>
                  <a:pt x="682197" y="254914"/>
                </a:cubicBezTo>
                <a:lnTo>
                  <a:pt x="706334" y="279033"/>
                </a:lnTo>
                <a:cubicBezTo>
                  <a:pt x="712863" y="285563"/>
                  <a:pt x="716538" y="294427"/>
                  <a:pt x="716538" y="303657"/>
                </a:cubicBezTo>
                <a:cubicBezTo>
                  <a:pt x="716538" y="312904"/>
                  <a:pt x="712863" y="321751"/>
                  <a:pt x="706334" y="328299"/>
                </a:cubicBezTo>
                <a:lnTo>
                  <a:pt x="658374" y="376258"/>
                </a:lnTo>
                <a:lnTo>
                  <a:pt x="658374" y="376258"/>
                </a:lnTo>
                <a:close/>
                <a:moveTo>
                  <a:pt x="657572" y="279538"/>
                </a:moveTo>
                <a:cubicBezTo>
                  <a:pt x="657572" y="279538"/>
                  <a:pt x="681709" y="303657"/>
                  <a:pt x="681709" y="303657"/>
                </a:cubicBezTo>
                <a:cubicBezTo>
                  <a:pt x="681709" y="303657"/>
                  <a:pt x="590579" y="394787"/>
                  <a:pt x="590579" y="394787"/>
                </a:cubicBezTo>
                <a:cubicBezTo>
                  <a:pt x="590579" y="394787"/>
                  <a:pt x="566443" y="370668"/>
                  <a:pt x="566443" y="370668"/>
                </a:cubicBezTo>
                <a:lnTo>
                  <a:pt x="657572" y="279538"/>
                </a:lnTo>
                <a:lnTo>
                  <a:pt x="657572" y="279538"/>
                </a:lnTo>
                <a:close/>
                <a:moveTo>
                  <a:pt x="369222" y="244413"/>
                </a:moveTo>
                <a:lnTo>
                  <a:pt x="419446" y="294636"/>
                </a:lnTo>
                <a:cubicBezTo>
                  <a:pt x="426238" y="301445"/>
                  <a:pt x="426238" y="312469"/>
                  <a:pt x="419446" y="319260"/>
                </a:cubicBezTo>
                <a:lnTo>
                  <a:pt x="381674" y="357050"/>
                </a:lnTo>
                <a:lnTo>
                  <a:pt x="319122" y="294497"/>
                </a:lnTo>
                <a:lnTo>
                  <a:pt x="369222" y="244413"/>
                </a:lnTo>
                <a:lnTo>
                  <a:pt x="369222" y="244413"/>
                </a:lnTo>
                <a:close/>
                <a:moveTo>
                  <a:pt x="131254" y="256063"/>
                </a:moveTo>
                <a:lnTo>
                  <a:pt x="219790" y="344598"/>
                </a:lnTo>
                <a:lnTo>
                  <a:pt x="269873" y="294497"/>
                </a:lnTo>
                <a:lnTo>
                  <a:pt x="181355" y="205979"/>
                </a:lnTo>
                <a:lnTo>
                  <a:pt x="131254" y="256063"/>
                </a:lnTo>
                <a:lnTo>
                  <a:pt x="131254" y="256063"/>
                </a:lnTo>
                <a:close/>
                <a:moveTo>
                  <a:pt x="205980" y="181355"/>
                </a:moveTo>
                <a:lnTo>
                  <a:pt x="294497" y="269873"/>
                </a:lnTo>
                <a:lnTo>
                  <a:pt x="344582" y="219789"/>
                </a:lnTo>
                <a:lnTo>
                  <a:pt x="256063" y="131271"/>
                </a:lnTo>
                <a:lnTo>
                  <a:pt x="205980" y="181355"/>
                </a:lnTo>
                <a:lnTo>
                  <a:pt x="205980" y="181355"/>
                </a:lnTo>
                <a:close/>
                <a:moveTo>
                  <a:pt x="82806" y="107430"/>
                </a:moveTo>
                <a:lnTo>
                  <a:pt x="156713" y="181355"/>
                </a:lnTo>
                <a:lnTo>
                  <a:pt x="106629" y="231439"/>
                </a:lnTo>
                <a:lnTo>
                  <a:pt x="45034" y="169844"/>
                </a:lnTo>
                <a:cubicBezTo>
                  <a:pt x="38226" y="163035"/>
                  <a:pt x="38226" y="152011"/>
                  <a:pt x="45034" y="145202"/>
                </a:cubicBezTo>
                <a:lnTo>
                  <a:pt x="82806" y="107430"/>
                </a:lnTo>
                <a:lnTo>
                  <a:pt x="82806" y="107430"/>
                </a:lnTo>
                <a:close/>
                <a:moveTo>
                  <a:pt x="231439" y="106629"/>
                </a:moveTo>
                <a:lnTo>
                  <a:pt x="181355" y="156731"/>
                </a:lnTo>
                <a:lnTo>
                  <a:pt x="107431" y="82806"/>
                </a:lnTo>
                <a:lnTo>
                  <a:pt x="145202" y="45034"/>
                </a:lnTo>
                <a:cubicBezTo>
                  <a:pt x="152012" y="38225"/>
                  <a:pt x="163035" y="38225"/>
                  <a:pt x="169827" y="45034"/>
                </a:cubicBezTo>
                <a:lnTo>
                  <a:pt x="231439" y="106629"/>
                </a:lnTo>
                <a:close/>
                <a:moveTo>
                  <a:pt x="861027" y="97452"/>
                </a:moveTo>
                <a:cubicBezTo>
                  <a:pt x="869490" y="105898"/>
                  <a:pt x="869490" y="119638"/>
                  <a:pt x="861027" y="128084"/>
                </a:cubicBezTo>
                <a:cubicBezTo>
                  <a:pt x="852581" y="136547"/>
                  <a:pt x="838840" y="136547"/>
                  <a:pt x="830394" y="128084"/>
                </a:cubicBezTo>
                <a:cubicBezTo>
                  <a:pt x="821930" y="119638"/>
                  <a:pt x="821930" y="105898"/>
                  <a:pt x="830394" y="97452"/>
                </a:cubicBezTo>
                <a:cubicBezTo>
                  <a:pt x="838840" y="88988"/>
                  <a:pt x="852581" y="88988"/>
                  <a:pt x="861027" y="97452"/>
                </a:cubicBez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-1177077" y="5862504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4037886" y="-1002692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651570" y="1720427"/>
            <a:ext cx="6492240" cy="1"/>
          </a:xfrm>
          <a:custGeom>
            <a:avLst/>
            <a:gdLst/>
            <a:rect l="0" t="0" r="6492240" b="1"/>
            <a:pathLst>
              <a:path w="6492240" h="1" fill="none" stroke="1">
                <a:moveTo>
                  <a:pt x="0" y="0"/>
                </a:moveTo>
                <a:lnTo>
                  <a:pt x="6492240" y="0"/>
                </a:lnTo>
              </a:path>
            </a:pathLst>
          </a:custGeom>
          <a:noFill/>
          <a:ln w="66675">
            <a:solidFill>
              <a:srgbClr val="000A47"/>
            </a:solidFill>
          </a:ln>
        </p:spPr>
        <p:txBody>
          <a:bodyPr/>
          <a:lstStyle/>
          <a:p/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626" y="1771660"/>
            <a:ext cx="11229975" cy="7486651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716105" y="855874"/>
            <a:ext cx="2225403" cy="99559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600" spc="233" dirty="0">
                <a:solidFill>
                  <a:srgbClr val="000000"/>
                </a:solidFill>
                <a:latin typeface="Bree Serif 3"/>
                <a:cs typeface="Bree Serif 3"/>
              </a:rPr>
              <a:t>USERS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79125" y="9127146"/>
            <a:ext cx="349237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17"/>
                <a:cs typeface="Space Mono 17"/>
              </a:rPr>
              <a:t>4</a:t>
            </a:r>
          </a:p>
        </p:txBody>
      </p:sp>
      <p:sp>
        <p:nvSpPr>
          <p:cNvPr id="26" name="Shape 26"/>
          <p:cNvSpPr/>
          <p:nvPr/>
        </p:nvSpPr>
        <p:spPr>
          <a:xfrm>
            <a:off x="14037887" y="-1002693"/>
            <a:ext cx="5427188" cy="542718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651570" y="1687090"/>
            <a:ext cx="6492240" cy="666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716105" y="3299662"/>
            <a:ext cx="1843838" cy="184383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29" name="Shape 29"/>
          <p:cNvSpPr/>
          <p:nvPr/>
        </p:nvSpPr>
        <p:spPr>
          <a:xfrm>
            <a:off x="16573100" y="5347517"/>
            <a:ext cx="961386" cy="96138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-1177077" y="5862504"/>
            <a:ext cx="5427188" cy="542718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1624770" y="6308902"/>
            <a:ext cx="992322" cy="99232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EFEFE"/>
          </a:solidFill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1352742" y="2830495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2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2"/>
                  <a:pt x="43101" y="37837"/>
                </a:cubicBezTo>
                <a:cubicBezTo>
                  <a:pt x="44948" y="35292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1260267" y="3174074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259382" y="2988720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234526" y="2686432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5" y="47703"/>
                  <a:pt x="24527" y="47822"/>
                  <a:pt x="27633" y="47328"/>
                </a:cubicBezTo>
                <a:cubicBezTo>
                  <a:pt x="30738" y="46834"/>
                  <a:pt x="33630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4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077821" y="3130375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6" y="47702"/>
                  <a:pt x="24527" y="47821"/>
                  <a:pt x="27632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0"/>
                  <a:pt x="40382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1024207" y="2636057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883389" y="3159094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6" y="47702"/>
                  <a:pt x="24527" y="47821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2"/>
                  <a:pt x="46238" y="32491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4"/>
                  <a:pt x="6567" y="7439"/>
                  <a:pt x="4721" y="9983"/>
                </a:cubicBezTo>
                <a:cubicBezTo>
                  <a:pt x="2874" y="12529"/>
                  <a:pt x="1584" y="15329"/>
                  <a:pt x="852" y="18387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829835" y="2664523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745056" y="2903927"/>
            <a:ext cx="48400" cy="48353"/>
          </a:xfrm>
          <a:custGeom>
            <a:avLst/>
            <a:gdLst/>
            <a:rect l="0" t="0" r="48400" b="48353"/>
            <a:pathLst>
              <a:path w="48400" h="48353" fill="norm" stroke="0">
                <a:moveTo>
                  <a:pt x="18388" y="47423"/>
                </a:moveTo>
                <a:cubicBezTo>
                  <a:pt x="21486" y="48200"/>
                  <a:pt x="24614" y="48353"/>
                  <a:pt x="27772" y="47880"/>
                </a:cubicBezTo>
                <a:cubicBezTo>
                  <a:pt x="30931" y="47406"/>
                  <a:pt x="33877" y="46345"/>
                  <a:pt x="36612" y="44695"/>
                </a:cubicBezTo>
                <a:cubicBezTo>
                  <a:pt x="39346" y="43044"/>
                  <a:pt x="41658" y="40932"/>
                  <a:pt x="43548" y="38357"/>
                </a:cubicBezTo>
                <a:cubicBezTo>
                  <a:pt x="45438" y="35782"/>
                  <a:pt x="46760" y="32943"/>
                  <a:pt x="47515" y="29840"/>
                </a:cubicBezTo>
                <a:cubicBezTo>
                  <a:pt x="48271" y="26736"/>
                  <a:pt x="48400" y="23607"/>
                  <a:pt x="47905" y="20452"/>
                </a:cubicBezTo>
                <a:cubicBezTo>
                  <a:pt x="47409" y="17297"/>
                  <a:pt x="46326" y="14358"/>
                  <a:pt x="44656" y="11636"/>
                </a:cubicBezTo>
                <a:cubicBezTo>
                  <a:pt x="42986" y="8913"/>
                  <a:pt x="40857" y="6617"/>
                  <a:pt x="38268" y="4745"/>
                </a:cubicBezTo>
                <a:cubicBezTo>
                  <a:pt x="35680" y="2874"/>
                  <a:pt x="32832" y="1573"/>
                  <a:pt x="29723" y="839"/>
                </a:cubicBezTo>
                <a:cubicBezTo>
                  <a:pt x="26614" y="107"/>
                  <a:pt x="23484" y="0"/>
                  <a:pt x="20333" y="518"/>
                </a:cubicBezTo>
                <a:cubicBezTo>
                  <a:pt x="17181" y="1036"/>
                  <a:pt x="14250" y="2140"/>
                  <a:pt x="11540" y="3830"/>
                </a:cubicBezTo>
                <a:cubicBezTo>
                  <a:pt x="8830" y="5520"/>
                  <a:pt x="6549" y="7665"/>
                  <a:pt x="4696" y="10268"/>
                </a:cubicBezTo>
                <a:cubicBezTo>
                  <a:pt x="2844" y="12869"/>
                  <a:pt x="1562" y="15727"/>
                  <a:pt x="852" y="18841"/>
                </a:cubicBezTo>
                <a:cubicBezTo>
                  <a:pt x="119" y="21899"/>
                  <a:pt x="0" y="24980"/>
                  <a:pt x="493" y="28085"/>
                </a:cubicBezTo>
                <a:cubicBezTo>
                  <a:pt x="987" y="31190"/>
                  <a:pt x="2056" y="34083"/>
                  <a:pt x="3700" y="36764"/>
                </a:cubicBezTo>
                <a:cubicBezTo>
                  <a:pt x="5345" y="39443"/>
                  <a:pt x="7439" y="41707"/>
                  <a:pt x="9984" y="43554"/>
                </a:cubicBezTo>
                <a:cubicBezTo>
                  <a:pt x="12529" y="45401"/>
                  <a:pt x="15330" y="46690"/>
                  <a:pt x="18388" y="4742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673131" y="3108465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3"/>
                </a:moveTo>
                <a:cubicBezTo>
                  <a:pt x="26376" y="120"/>
                  <a:pt x="23295" y="0"/>
                  <a:pt x="20189" y="494"/>
                </a:cubicBezTo>
                <a:cubicBezTo>
                  <a:pt x="17084" y="988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3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5"/>
                  <a:pt x="9984" y="43101"/>
                </a:cubicBezTo>
                <a:cubicBezTo>
                  <a:pt x="12529" y="44948"/>
                  <a:pt x="15330" y="46238"/>
                  <a:pt x="18388" y="46971"/>
                </a:cubicBezTo>
                <a:cubicBezTo>
                  <a:pt x="21446" y="47703"/>
                  <a:pt x="24527" y="47822"/>
                  <a:pt x="27632" y="47329"/>
                </a:cubicBezTo>
                <a:cubicBezTo>
                  <a:pt x="30738" y="46835"/>
                  <a:pt x="33631" y="45766"/>
                  <a:pt x="36311" y="44122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5"/>
                </a:cubicBezTo>
                <a:cubicBezTo>
                  <a:pt x="47702" y="26377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2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645079" y="2687522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200520" y="2114794"/>
            <a:ext cx="1653230" cy="1653109"/>
          </a:xfrm>
          <a:custGeom>
            <a:avLst/>
            <a:gdLst/>
            <a:rect l="0" t="0" r="1653230" b="1653109"/>
            <a:pathLst>
              <a:path w="1653230" h="1653109" fill="norm" stroke="0">
                <a:moveTo>
                  <a:pt x="1614661" y="668348"/>
                </a:moveTo>
                <a:cubicBezTo>
                  <a:pt x="1616418" y="669309"/>
                  <a:pt x="1618261" y="670057"/>
                  <a:pt x="1620190" y="670592"/>
                </a:cubicBezTo>
                <a:cubicBezTo>
                  <a:pt x="1622119" y="671128"/>
                  <a:pt x="1624084" y="671438"/>
                  <a:pt x="1626085" y="671520"/>
                </a:cubicBezTo>
                <a:cubicBezTo>
                  <a:pt x="1628086" y="671603"/>
                  <a:pt x="1630069" y="671457"/>
                  <a:pt x="1632036" y="671083"/>
                </a:cubicBezTo>
                <a:cubicBezTo>
                  <a:pt x="1634003" y="670709"/>
                  <a:pt x="1635902" y="670116"/>
                  <a:pt x="1637732" y="669303"/>
                </a:cubicBezTo>
                <a:cubicBezTo>
                  <a:pt x="1639562" y="668491"/>
                  <a:pt x="1641276" y="667482"/>
                  <a:pt x="1642873" y="666274"/>
                </a:cubicBezTo>
                <a:cubicBezTo>
                  <a:pt x="1644471" y="665067"/>
                  <a:pt x="1645910" y="663694"/>
                  <a:pt x="1647191" y="662155"/>
                </a:cubicBezTo>
                <a:cubicBezTo>
                  <a:pt x="1648472" y="660616"/>
                  <a:pt x="1649561" y="658952"/>
                  <a:pt x="1650458" y="657161"/>
                </a:cubicBezTo>
                <a:cubicBezTo>
                  <a:pt x="1651355" y="655372"/>
                  <a:pt x="1652037" y="653503"/>
                  <a:pt x="1652503" y="651556"/>
                </a:cubicBezTo>
                <a:cubicBezTo>
                  <a:pt x="1652969" y="649608"/>
                  <a:pt x="1653208" y="647634"/>
                  <a:pt x="1653219" y="645632"/>
                </a:cubicBezTo>
                <a:cubicBezTo>
                  <a:pt x="1653230" y="643630"/>
                  <a:pt x="1653014" y="641652"/>
                  <a:pt x="1652569" y="639700"/>
                </a:cubicBezTo>
                <a:cubicBezTo>
                  <a:pt x="1652124" y="637748"/>
                  <a:pt x="1651464" y="635872"/>
                  <a:pt x="1650586" y="634072"/>
                </a:cubicBezTo>
                <a:cubicBezTo>
                  <a:pt x="1649709" y="632272"/>
                  <a:pt x="1648639" y="630596"/>
                  <a:pt x="1647375" y="629042"/>
                </a:cubicBezTo>
                <a:cubicBezTo>
                  <a:pt x="1646112" y="627489"/>
                  <a:pt x="1644688" y="626100"/>
                  <a:pt x="1643104" y="624875"/>
                </a:cubicBezTo>
                <a:cubicBezTo>
                  <a:pt x="1641520" y="623650"/>
                  <a:pt x="1639818" y="622622"/>
                  <a:pt x="1637997" y="621789"/>
                </a:cubicBezTo>
                <a:cubicBezTo>
                  <a:pt x="1636176" y="620957"/>
                  <a:pt x="1634284" y="620342"/>
                  <a:pt x="1632321" y="619946"/>
                </a:cubicBezTo>
                <a:cubicBezTo>
                  <a:pt x="1630359" y="619550"/>
                  <a:pt x="1628376" y="619382"/>
                  <a:pt x="1626375" y="619442"/>
                </a:cubicBezTo>
                <a:lnTo>
                  <a:pt x="1483460" y="585212"/>
                </a:lnTo>
                <a:lnTo>
                  <a:pt x="1522971" y="420250"/>
                </a:lnTo>
                <a:cubicBezTo>
                  <a:pt x="1523776" y="416890"/>
                  <a:pt x="1523907" y="413503"/>
                  <a:pt x="1523365" y="410091"/>
                </a:cubicBezTo>
                <a:cubicBezTo>
                  <a:pt x="1522822" y="406679"/>
                  <a:pt x="1521648" y="403500"/>
                  <a:pt x="1519841" y="400555"/>
                </a:cubicBezTo>
                <a:cubicBezTo>
                  <a:pt x="1518034" y="397610"/>
                  <a:pt x="1515732" y="395122"/>
                  <a:pt x="1512936" y="393093"/>
                </a:cubicBezTo>
                <a:cubicBezTo>
                  <a:pt x="1510139" y="391064"/>
                  <a:pt x="1507061" y="389646"/>
                  <a:pt x="1503701" y="388841"/>
                </a:cubicBezTo>
                <a:lnTo>
                  <a:pt x="1339500" y="349512"/>
                </a:lnTo>
                <a:lnTo>
                  <a:pt x="1373549" y="207357"/>
                </a:lnTo>
                <a:cubicBezTo>
                  <a:pt x="1374702" y="205610"/>
                  <a:pt x="1375631" y="203750"/>
                  <a:pt x="1376336" y="201779"/>
                </a:cubicBezTo>
                <a:cubicBezTo>
                  <a:pt x="1377040" y="199808"/>
                  <a:pt x="1377501" y="197782"/>
                  <a:pt x="1377717" y="195699"/>
                </a:cubicBezTo>
                <a:cubicBezTo>
                  <a:pt x="1377934" y="193617"/>
                  <a:pt x="1377900" y="191539"/>
                  <a:pt x="1377615" y="189465"/>
                </a:cubicBezTo>
                <a:cubicBezTo>
                  <a:pt x="1377330" y="187391"/>
                  <a:pt x="1376803" y="185380"/>
                  <a:pt x="1376034" y="183433"/>
                </a:cubicBezTo>
                <a:cubicBezTo>
                  <a:pt x="1375265" y="181487"/>
                  <a:pt x="1374276" y="179659"/>
                  <a:pt x="1373066" y="177950"/>
                </a:cubicBezTo>
                <a:cubicBezTo>
                  <a:pt x="1371856" y="176241"/>
                  <a:pt x="1370461" y="174701"/>
                  <a:pt x="1368880" y="173329"/>
                </a:cubicBezTo>
                <a:cubicBezTo>
                  <a:pt x="1367299" y="171957"/>
                  <a:pt x="1365578" y="170792"/>
                  <a:pt x="1363716" y="169835"/>
                </a:cubicBezTo>
                <a:cubicBezTo>
                  <a:pt x="1361854" y="168877"/>
                  <a:pt x="1359906" y="168155"/>
                  <a:pt x="1357870" y="167667"/>
                </a:cubicBezTo>
                <a:cubicBezTo>
                  <a:pt x="1355834" y="167180"/>
                  <a:pt x="1353769" y="166941"/>
                  <a:pt x="1351676" y="166951"/>
                </a:cubicBezTo>
                <a:cubicBezTo>
                  <a:pt x="1349583" y="166961"/>
                  <a:pt x="1347520" y="167219"/>
                  <a:pt x="1345489" y="167726"/>
                </a:cubicBezTo>
                <a:cubicBezTo>
                  <a:pt x="1343458" y="168233"/>
                  <a:pt x="1341516" y="168974"/>
                  <a:pt x="1339664" y="169949"/>
                </a:cubicBezTo>
                <a:cubicBezTo>
                  <a:pt x="1337811" y="170924"/>
                  <a:pt x="1336101" y="172106"/>
                  <a:pt x="1334533" y="173493"/>
                </a:cubicBezTo>
                <a:cubicBezTo>
                  <a:pt x="1332966" y="174880"/>
                  <a:pt x="1331585" y="176434"/>
                  <a:pt x="1330392" y="178154"/>
                </a:cubicBezTo>
                <a:cubicBezTo>
                  <a:pt x="1329198" y="179874"/>
                  <a:pt x="1328227" y="181711"/>
                  <a:pt x="1327476" y="183666"/>
                </a:cubicBezTo>
                <a:cubicBezTo>
                  <a:pt x="1326726" y="185620"/>
                  <a:pt x="1326218" y="187635"/>
                  <a:pt x="1325953" y="189712"/>
                </a:cubicBezTo>
                <a:cubicBezTo>
                  <a:pt x="1325688" y="191788"/>
                  <a:pt x="1325674" y="193866"/>
                  <a:pt x="1325910" y="195947"/>
                </a:cubicBezTo>
                <a:lnTo>
                  <a:pt x="1291679" y="338862"/>
                </a:lnTo>
                <a:lnTo>
                  <a:pt x="1164981" y="308515"/>
                </a:lnTo>
                <a:lnTo>
                  <a:pt x="1199212" y="165600"/>
                </a:lnTo>
                <a:cubicBezTo>
                  <a:pt x="1200017" y="162240"/>
                  <a:pt x="1200148" y="158854"/>
                  <a:pt x="1199606" y="155441"/>
                </a:cubicBezTo>
                <a:cubicBezTo>
                  <a:pt x="1199064" y="152029"/>
                  <a:pt x="1197889" y="148850"/>
                  <a:pt x="1196082" y="145905"/>
                </a:cubicBezTo>
                <a:cubicBezTo>
                  <a:pt x="1194275" y="142959"/>
                  <a:pt x="1191974" y="140472"/>
                  <a:pt x="1189177" y="138443"/>
                </a:cubicBezTo>
                <a:cubicBezTo>
                  <a:pt x="1186381" y="136413"/>
                  <a:pt x="1183302" y="134996"/>
                  <a:pt x="1179942" y="134191"/>
                </a:cubicBezTo>
                <a:cubicBezTo>
                  <a:pt x="1176582" y="133386"/>
                  <a:pt x="1173195" y="133255"/>
                  <a:pt x="1169783" y="133797"/>
                </a:cubicBezTo>
                <a:cubicBezTo>
                  <a:pt x="1166370" y="134340"/>
                  <a:pt x="1163192" y="135514"/>
                  <a:pt x="1160247" y="137321"/>
                </a:cubicBezTo>
                <a:cubicBezTo>
                  <a:pt x="1157301" y="139128"/>
                  <a:pt x="1154814" y="141430"/>
                  <a:pt x="1152784" y="144227"/>
                </a:cubicBezTo>
                <a:cubicBezTo>
                  <a:pt x="1150755" y="147023"/>
                  <a:pt x="1149338" y="150102"/>
                  <a:pt x="1148533" y="153462"/>
                </a:cubicBezTo>
                <a:lnTo>
                  <a:pt x="1114302" y="296377"/>
                </a:lnTo>
                <a:lnTo>
                  <a:pt x="987604" y="266030"/>
                </a:lnTo>
                <a:lnTo>
                  <a:pt x="1021835" y="123115"/>
                </a:lnTo>
                <a:cubicBezTo>
                  <a:pt x="1022640" y="119755"/>
                  <a:pt x="1022771" y="116368"/>
                  <a:pt x="1022229" y="112956"/>
                </a:cubicBezTo>
                <a:cubicBezTo>
                  <a:pt x="1021686" y="109544"/>
                  <a:pt x="1020512" y="106365"/>
                  <a:pt x="1018705" y="103419"/>
                </a:cubicBezTo>
                <a:cubicBezTo>
                  <a:pt x="1016898" y="100474"/>
                  <a:pt x="1014596" y="97987"/>
                  <a:pt x="1011800" y="95958"/>
                </a:cubicBezTo>
                <a:cubicBezTo>
                  <a:pt x="1009003" y="93928"/>
                  <a:pt x="1005925" y="92511"/>
                  <a:pt x="1002565" y="91706"/>
                </a:cubicBezTo>
                <a:cubicBezTo>
                  <a:pt x="999205" y="90901"/>
                  <a:pt x="995818" y="90770"/>
                  <a:pt x="992406" y="91312"/>
                </a:cubicBezTo>
                <a:cubicBezTo>
                  <a:pt x="988993" y="91855"/>
                  <a:pt x="985814" y="93029"/>
                  <a:pt x="982869" y="94836"/>
                </a:cubicBezTo>
                <a:cubicBezTo>
                  <a:pt x="979924" y="96643"/>
                  <a:pt x="977437" y="98945"/>
                  <a:pt x="975407" y="101741"/>
                </a:cubicBezTo>
                <a:cubicBezTo>
                  <a:pt x="973378" y="104538"/>
                  <a:pt x="971961" y="107616"/>
                  <a:pt x="971156" y="110976"/>
                </a:cubicBezTo>
                <a:lnTo>
                  <a:pt x="936925" y="253891"/>
                </a:lnTo>
                <a:lnTo>
                  <a:pt x="810227" y="223545"/>
                </a:lnTo>
                <a:lnTo>
                  <a:pt x="844458" y="80630"/>
                </a:lnTo>
                <a:cubicBezTo>
                  <a:pt x="845419" y="78873"/>
                  <a:pt x="846167" y="77030"/>
                  <a:pt x="846703" y="75101"/>
                </a:cubicBezTo>
                <a:cubicBezTo>
                  <a:pt x="847238" y="73172"/>
                  <a:pt x="847548" y="71207"/>
                  <a:pt x="847631" y="69206"/>
                </a:cubicBezTo>
                <a:cubicBezTo>
                  <a:pt x="847714" y="67205"/>
                  <a:pt x="847568" y="65222"/>
                  <a:pt x="847193" y="63255"/>
                </a:cubicBezTo>
                <a:cubicBezTo>
                  <a:pt x="846819" y="61288"/>
                  <a:pt x="846226" y="59389"/>
                  <a:pt x="845414" y="57559"/>
                </a:cubicBezTo>
                <a:cubicBezTo>
                  <a:pt x="844601" y="55729"/>
                  <a:pt x="843592" y="54015"/>
                  <a:pt x="842385" y="52418"/>
                </a:cubicBezTo>
                <a:cubicBezTo>
                  <a:pt x="841177" y="50820"/>
                  <a:pt x="839804" y="49381"/>
                  <a:pt x="838265" y="48100"/>
                </a:cubicBezTo>
                <a:cubicBezTo>
                  <a:pt x="836726" y="46820"/>
                  <a:pt x="835062" y="45731"/>
                  <a:pt x="833272" y="44833"/>
                </a:cubicBezTo>
                <a:cubicBezTo>
                  <a:pt x="831482" y="43936"/>
                  <a:pt x="829613" y="43255"/>
                  <a:pt x="827666" y="42788"/>
                </a:cubicBezTo>
                <a:cubicBezTo>
                  <a:pt x="825719" y="42321"/>
                  <a:pt x="823744" y="42083"/>
                  <a:pt x="821742" y="42072"/>
                </a:cubicBezTo>
                <a:cubicBezTo>
                  <a:pt x="819740" y="42060"/>
                  <a:pt x="817762" y="42277"/>
                  <a:pt x="815810" y="42722"/>
                </a:cubicBezTo>
                <a:cubicBezTo>
                  <a:pt x="813858" y="43166"/>
                  <a:pt x="811982" y="43828"/>
                  <a:pt x="810182" y="44705"/>
                </a:cubicBezTo>
                <a:cubicBezTo>
                  <a:pt x="808382" y="45582"/>
                  <a:pt x="806706" y="46652"/>
                  <a:pt x="805152" y="47916"/>
                </a:cubicBezTo>
                <a:cubicBezTo>
                  <a:pt x="803599" y="49179"/>
                  <a:pt x="802210" y="50603"/>
                  <a:pt x="800985" y="52188"/>
                </a:cubicBezTo>
                <a:cubicBezTo>
                  <a:pt x="799760" y="53771"/>
                  <a:pt x="798732" y="55473"/>
                  <a:pt x="797899" y="57294"/>
                </a:cubicBezTo>
                <a:cubicBezTo>
                  <a:pt x="797067" y="59116"/>
                  <a:pt x="796452" y="61007"/>
                  <a:pt x="796056" y="62970"/>
                </a:cubicBezTo>
                <a:cubicBezTo>
                  <a:pt x="795660" y="64932"/>
                  <a:pt x="795492" y="66915"/>
                  <a:pt x="795552" y="68916"/>
                </a:cubicBezTo>
                <a:lnTo>
                  <a:pt x="761321" y="211831"/>
                </a:lnTo>
                <a:lnTo>
                  <a:pt x="634623" y="181485"/>
                </a:lnTo>
                <a:lnTo>
                  <a:pt x="668854" y="38570"/>
                </a:lnTo>
                <a:cubicBezTo>
                  <a:pt x="669815" y="36812"/>
                  <a:pt x="670563" y="34970"/>
                  <a:pt x="671099" y="33041"/>
                </a:cubicBezTo>
                <a:cubicBezTo>
                  <a:pt x="671635" y="31111"/>
                  <a:pt x="671944" y="29146"/>
                  <a:pt x="672027" y="27146"/>
                </a:cubicBezTo>
                <a:cubicBezTo>
                  <a:pt x="672110" y="25145"/>
                  <a:pt x="671964" y="23161"/>
                  <a:pt x="671590" y="21195"/>
                </a:cubicBezTo>
                <a:cubicBezTo>
                  <a:pt x="671216" y="19228"/>
                  <a:pt x="670622" y="17329"/>
                  <a:pt x="669810" y="15499"/>
                </a:cubicBezTo>
                <a:cubicBezTo>
                  <a:pt x="668998" y="13669"/>
                  <a:pt x="667988" y="11955"/>
                  <a:pt x="666781" y="10358"/>
                </a:cubicBezTo>
                <a:cubicBezTo>
                  <a:pt x="665574" y="8760"/>
                  <a:pt x="664201" y="7320"/>
                  <a:pt x="662662" y="6040"/>
                </a:cubicBezTo>
                <a:cubicBezTo>
                  <a:pt x="661123" y="4759"/>
                  <a:pt x="659458" y="3670"/>
                  <a:pt x="657668" y="2773"/>
                </a:cubicBezTo>
                <a:cubicBezTo>
                  <a:pt x="655878" y="1876"/>
                  <a:pt x="654010" y="1194"/>
                  <a:pt x="652063" y="728"/>
                </a:cubicBezTo>
                <a:cubicBezTo>
                  <a:pt x="650115" y="261"/>
                  <a:pt x="648141" y="22"/>
                  <a:pt x="646138" y="12"/>
                </a:cubicBezTo>
                <a:cubicBezTo>
                  <a:pt x="644136" y="0"/>
                  <a:pt x="642159" y="217"/>
                  <a:pt x="640207" y="661"/>
                </a:cubicBezTo>
                <a:cubicBezTo>
                  <a:pt x="638254" y="1106"/>
                  <a:pt x="636378" y="1767"/>
                  <a:pt x="634578" y="2644"/>
                </a:cubicBezTo>
                <a:cubicBezTo>
                  <a:pt x="632778" y="3521"/>
                  <a:pt x="631102" y="4592"/>
                  <a:pt x="629549" y="5855"/>
                </a:cubicBezTo>
                <a:cubicBezTo>
                  <a:pt x="627996" y="7119"/>
                  <a:pt x="626607" y="8543"/>
                  <a:pt x="625382" y="10127"/>
                </a:cubicBezTo>
                <a:cubicBezTo>
                  <a:pt x="624157" y="11711"/>
                  <a:pt x="623128" y="13413"/>
                  <a:pt x="622296" y="15234"/>
                </a:cubicBezTo>
                <a:cubicBezTo>
                  <a:pt x="621463" y="17055"/>
                  <a:pt x="620849" y="18947"/>
                  <a:pt x="620452" y="20910"/>
                </a:cubicBezTo>
                <a:cubicBezTo>
                  <a:pt x="620056" y="22872"/>
                  <a:pt x="619888" y="24854"/>
                  <a:pt x="619949" y="26856"/>
                </a:cubicBezTo>
                <a:lnTo>
                  <a:pt x="585718" y="169771"/>
                </a:lnTo>
                <a:lnTo>
                  <a:pt x="420250" y="130139"/>
                </a:lnTo>
                <a:cubicBezTo>
                  <a:pt x="416890" y="129333"/>
                  <a:pt x="413504" y="129202"/>
                  <a:pt x="410091" y="129745"/>
                </a:cubicBezTo>
                <a:cubicBezTo>
                  <a:pt x="406679" y="130287"/>
                  <a:pt x="403500" y="131462"/>
                  <a:pt x="400555" y="133269"/>
                </a:cubicBezTo>
                <a:cubicBezTo>
                  <a:pt x="397610" y="135075"/>
                  <a:pt x="395122" y="137377"/>
                  <a:pt x="393093" y="140174"/>
                </a:cubicBezTo>
                <a:cubicBezTo>
                  <a:pt x="391063" y="142970"/>
                  <a:pt x="389646" y="146048"/>
                  <a:pt x="388841" y="149409"/>
                </a:cubicBezTo>
                <a:lnTo>
                  <a:pt x="349330" y="314369"/>
                </a:lnTo>
                <a:lnTo>
                  <a:pt x="207175" y="280321"/>
                </a:lnTo>
                <a:cubicBezTo>
                  <a:pt x="205418" y="279360"/>
                  <a:pt x="203575" y="278612"/>
                  <a:pt x="201646" y="278076"/>
                </a:cubicBezTo>
                <a:cubicBezTo>
                  <a:pt x="199717" y="277540"/>
                  <a:pt x="197752" y="277230"/>
                  <a:pt x="195751" y="277147"/>
                </a:cubicBezTo>
                <a:cubicBezTo>
                  <a:pt x="193751" y="277064"/>
                  <a:pt x="191767" y="277210"/>
                  <a:pt x="189800" y="277585"/>
                </a:cubicBezTo>
                <a:cubicBezTo>
                  <a:pt x="187833" y="277960"/>
                  <a:pt x="185935" y="278553"/>
                  <a:pt x="184104" y="279365"/>
                </a:cubicBezTo>
                <a:cubicBezTo>
                  <a:pt x="182274" y="280177"/>
                  <a:pt x="180560" y="281187"/>
                  <a:pt x="178963" y="282394"/>
                </a:cubicBezTo>
                <a:cubicBezTo>
                  <a:pt x="177366" y="283601"/>
                  <a:pt x="175926" y="284974"/>
                  <a:pt x="174645" y="286513"/>
                </a:cubicBezTo>
                <a:cubicBezTo>
                  <a:pt x="173365" y="288052"/>
                  <a:pt x="172276" y="289716"/>
                  <a:pt x="171378" y="291506"/>
                </a:cubicBezTo>
                <a:cubicBezTo>
                  <a:pt x="170481" y="293297"/>
                  <a:pt x="169799" y="295165"/>
                  <a:pt x="169333" y="297112"/>
                </a:cubicBezTo>
                <a:cubicBezTo>
                  <a:pt x="168867" y="299059"/>
                  <a:pt x="168628" y="301034"/>
                  <a:pt x="168617" y="303037"/>
                </a:cubicBezTo>
                <a:cubicBezTo>
                  <a:pt x="168606" y="305039"/>
                  <a:pt x="168822" y="307016"/>
                  <a:pt x="169267" y="308968"/>
                </a:cubicBezTo>
                <a:cubicBezTo>
                  <a:pt x="169712" y="310921"/>
                  <a:pt x="170373" y="312796"/>
                  <a:pt x="171250" y="314596"/>
                </a:cubicBezTo>
                <a:cubicBezTo>
                  <a:pt x="172127" y="316396"/>
                  <a:pt x="173197" y="318073"/>
                  <a:pt x="174461" y="319626"/>
                </a:cubicBezTo>
                <a:cubicBezTo>
                  <a:pt x="175725" y="321179"/>
                  <a:pt x="177148" y="322568"/>
                  <a:pt x="178732" y="323793"/>
                </a:cubicBezTo>
                <a:cubicBezTo>
                  <a:pt x="180316" y="325018"/>
                  <a:pt x="182019" y="326047"/>
                  <a:pt x="183840" y="326879"/>
                </a:cubicBezTo>
                <a:cubicBezTo>
                  <a:pt x="185661" y="327712"/>
                  <a:pt x="187552" y="328326"/>
                  <a:pt x="189515" y="328723"/>
                </a:cubicBezTo>
                <a:cubicBezTo>
                  <a:pt x="191478" y="329119"/>
                  <a:pt x="193460" y="329287"/>
                  <a:pt x="195461" y="329226"/>
                </a:cubicBezTo>
                <a:lnTo>
                  <a:pt x="338376" y="363457"/>
                </a:lnTo>
                <a:lnTo>
                  <a:pt x="308030" y="490155"/>
                </a:lnTo>
                <a:lnTo>
                  <a:pt x="165114" y="455924"/>
                </a:lnTo>
                <a:cubicBezTo>
                  <a:pt x="163358" y="454921"/>
                  <a:pt x="161510" y="454134"/>
                  <a:pt x="159570" y="453561"/>
                </a:cubicBezTo>
                <a:cubicBezTo>
                  <a:pt x="157631" y="452988"/>
                  <a:pt x="155651" y="452646"/>
                  <a:pt x="153631" y="452534"/>
                </a:cubicBezTo>
                <a:cubicBezTo>
                  <a:pt x="151612" y="452423"/>
                  <a:pt x="149607" y="452544"/>
                  <a:pt x="147616" y="452899"/>
                </a:cubicBezTo>
                <a:cubicBezTo>
                  <a:pt x="145624" y="453255"/>
                  <a:pt x="143701" y="453834"/>
                  <a:pt x="141845" y="454637"/>
                </a:cubicBezTo>
                <a:cubicBezTo>
                  <a:pt x="139988" y="455440"/>
                  <a:pt x="138249" y="456447"/>
                  <a:pt x="136627" y="457655"/>
                </a:cubicBezTo>
                <a:cubicBezTo>
                  <a:pt x="135005" y="458863"/>
                  <a:pt x="133544" y="460242"/>
                  <a:pt x="132243" y="461790"/>
                </a:cubicBezTo>
                <a:cubicBezTo>
                  <a:pt x="130942" y="463338"/>
                  <a:pt x="129836" y="465016"/>
                  <a:pt x="128925" y="466822"/>
                </a:cubicBezTo>
                <a:cubicBezTo>
                  <a:pt x="128015" y="468628"/>
                  <a:pt x="127324" y="470515"/>
                  <a:pt x="126853" y="472481"/>
                </a:cubicBezTo>
                <a:cubicBezTo>
                  <a:pt x="126382" y="474449"/>
                  <a:pt x="126143" y="476443"/>
                  <a:pt x="126137" y="478465"/>
                </a:cubicBezTo>
                <a:cubicBezTo>
                  <a:pt x="126130" y="480489"/>
                  <a:pt x="126356" y="482485"/>
                  <a:pt x="126814" y="484454"/>
                </a:cubicBezTo>
                <a:cubicBezTo>
                  <a:pt x="127272" y="486425"/>
                  <a:pt x="127951" y="488315"/>
                  <a:pt x="128849" y="490127"/>
                </a:cubicBezTo>
                <a:cubicBezTo>
                  <a:pt x="129748" y="491939"/>
                  <a:pt x="130843" y="493623"/>
                  <a:pt x="132134" y="495181"/>
                </a:cubicBezTo>
                <a:cubicBezTo>
                  <a:pt x="133424" y="496738"/>
                  <a:pt x="134877" y="498125"/>
                  <a:pt x="136491" y="499345"/>
                </a:cubicBezTo>
                <a:cubicBezTo>
                  <a:pt x="138105" y="500563"/>
                  <a:pt x="139838" y="501580"/>
                  <a:pt x="141689" y="502396"/>
                </a:cubicBezTo>
                <a:cubicBezTo>
                  <a:pt x="143539" y="503211"/>
                  <a:pt x="145459" y="503803"/>
                  <a:pt x="147448" y="504172"/>
                </a:cubicBezTo>
                <a:cubicBezTo>
                  <a:pt x="149437" y="504540"/>
                  <a:pt x="151441" y="504675"/>
                  <a:pt x="153461" y="504576"/>
                </a:cubicBezTo>
                <a:lnTo>
                  <a:pt x="296377" y="538807"/>
                </a:lnTo>
                <a:lnTo>
                  <a:pt x="266030" y="665505"/>
                </a:lnTo>
                <a:lnTo>
                  <a:pt x="123115" y="631274"/>
                </a:lnTo>
                <a:cubicBezTo>
                  <a:pt x="119755" y="630469"/>
                  <a:pt x="116368" y="630338"/>
                  <a:pt x="112956" y="630880"/>
                </a:cubicBezTo>
                <a:cubicBezTo>
                  <a:pt x="109543" y="631423"/>
                  <a:pt x="106365" y="632597"/>
                  <a:pt x="103419" y="634405"/>
                </a:cubicBezTo>
                <a:cubicBezTo>
                  <a:pt x="100474" y="636212"/>
                  <a:pt x="97987" y="638513"/>
                  <a:pt x="95957" y="641310"/>
                </a:cubicBezTo>
                <a:cubicBezTo>
                  <a:pt x="93928" y="644106"/>
                  <a:pt x="92511" y="647185"/>
                  <a:pt x="91706" y="650545"/>
                </a:cubicBezTo>
                <a:cubicBezTo>
                  <a:pt x="90901" y="653905"/>
                  <a:pt x="90770" y="657291"/>
                  <a:pt x="91312" y="660703"/>
                </a:cubicBezTo>
                <a:cubicBezTo>
                  <a:pt x="91854" y="664116"/>
                  <a:pt x="93029" y="667295"/>
                  <a:pt x="94836" y="670240"/>
                </a:cubicBezTo>
                <a:cubicBezTo>
                  <a:pt x="96643" y="673185"/>
                  <a:pt x="98945" y="675673"/>
                  <a:pt x="101741" y="677702"/>
                </a:cubicBezTo>
                <a:cubicBezTo>
                  <a:pt x="104538" y="679731"/>
                  <a:pt x="107616" y="681148"/>
                  <a:pt x="110976" y="681954"/>
                </a:cubicBezTo>
                <a:lnTo>
                  <a:pt x="253892" y="716184"/>
                </a:lnTo>
                <a:lnTo>
                  <a:pt x="223545" y="842883"/>
                </a:lnTo>
                <a:lnTo>
                  <a:pt x="80630" y="808651"/>
                </a:lnTo>
                <a:cubicBezTo>
                  <a:pt x="78873" y="807691"/>
                  <a:pt x="77030" y="806942"/>
                  <a:pt x="75101" y="806407"/>
                </a:cubicBezTo>
                <a:cubicBezTo>
                  <a:pt x="73171" y="805871"/>
                  <a:pt x="71207" y="805562"/>
                  <a:pt x="69206" y="805479"/>
                </a:cubicBezTo>
                <a:cubicBezTo>
                  <a:pt x="67205" y="805396"/>
                  <a:pt x="65222" y="805542"/>
                  <a:pt x="63255" y="805916"/>
                </a:cubicBezTo>
                <a:cubicBezTo>
                  <a:pt x="61288" y="806290"/>
                  <a:pt x="59389" y="806883"/>
                  <a:pt x="57559" y="807696"/>
                </a:cubicBezTo>
                <a:cubicBezTo>
                  <a:pt x="55729" y="808508"/>
                  <a:pt x="54015" y="809517"/>
                  <a:pt x="52418" y="810725"/>
                </a:cubicBezTo>
                <a:cubicBezTo>
                  <a:pt x="50820" y="811932"/>
                  <a:pt x="49381" y="813305"/>
                  <a:pt x="48100" y="814844"/>
                </a:cubicBezTo>
                <a:cubicBezTo>
                  <a:pt x="46819" y="816383"/>
                  <a:pt x="45730" y="818048"/>
                  <a:pt x="44833" y="819838"/>
                </a:cubicBezTo>
                <a:cubicBezTo>
                  <a:pt x="43936" y="821627"/>
                  <a:pt x="43254" y="823496"/>
                  <a:pt x="42788" y="825443"/>
                </a:cubicBezTo>
                <a:cubicBezTo>
                  <a:pt x="42321" y="827391"/>
                  <a:pt x="42083" y="829365"/>
                  <a:pt x="42071" y="831367"/>
                </a:cubicBezTo>
                <a:cubicBezTo>
                  <a:pt x="42060" y="833369"/>
                  <a:pt x="42277" y="835347"/>
                  <a:pt x="42722" y="837299"/>
                </a:cubicBezTo>
                <a:cubicBezTo>
                  <a:pt x="43166" y="839251"/>
                  <a:pt x="43827" y="841128"/>
                  <a:pt x="44704" y="842928"/>
                </a:cubicBezTo>
                <a:cubicBezTo>
                  <a:pt x="45582" y="844728"/>
                  <a:pt x="46652" y="846404"/>
                  <a:pt x="47916" y="847957"/>
                </a:cubicBezTo>
                <a:cubicBezTo>
                  <a:pt x="49179" y="849510"/>
                  <a:pt x="50603" y="850899"/>
                  <a:pt x="52187" y="852124"/>
                </a:cubicBezTo>
                <a:cubicBezTo>
                  <a:pt x="53771" y="853349"/>
                  <a:pt x="55473" y="854377"/>
                  <a:pt x="57294" y="855210"/>
                </a:cubicBezTo>
                <a:cubicBezTo>
                  <a:pt x="59115" y="856042"/>
                  <a:pt x="61007" y="856657"/>
                  <a:pt x="62970" y="857053"/>
                </a:cubicBezTo>
                <a:cubicBezTo>
                  <a:pt x="64932" y="857450"/>
                  <a:pt x="66914" y="857617"/>
                  <a:pt x="68916" y="857557"/>
                </a:cubicBezTo>
                <a:lnTo>
                  <a:pt x="211831" y="891788"/>
                </a:lnTo>
                <a:lnTo>
                  <a:pt x="181485" y="1018486"/>
                </a:lnTo>
                <a:lnTo>
                  <a:pt x="38569" y="984255"/>
                </a:lnTo>
                <a:cubicBezTo>
                  <a:pt x="36812" y="983294"/>
                  <a:pt x="34969" y="982546"/>
                  <a:pt x="33040" y="982010"/>
                </a:cubicBezTo>
                <a:cubicBezTo>
                  <a:pt x="31111" y="981474"/>
                  <a:pt x="29146" y="981165"/>
                  <a:pt x="27146" y="981082"/>
                </a:cubicBezTo>
                <a:cubicBezTo>
                  <a:pt x="25145" y="980999"/>
                  <a:pt x="23161" y="981145"/>
                  <a:pt x="21194" y="981519"/>
                </a:cubicBezTo>
                <a:cubicBezTo>
                  <a:pt x="19227" y="981894"/>
                  <a:pt x="17329" y="982487"/>
                  <a:pt x="15499" y="983299"/>
                </a:cubicBezTo>
                <a:cubicBezTo>
                  <a:pt x="13668" y="984111"/>
                  <a:pt x="11955" y="985120"/>
                  <a:pt x="10357" y="986328"/>
                </a:cubicBezTo>
                <a:cubicBezTo>
                  <a:pt x="8760" y="987535"/>
                  <a:pt x="7321" y="988909"/>
                  <a:pt x="6040" y="990447"/>
                </a:cubicBezTo>
                <a:cubicBezTo>
                  <a:pt x="4759" y="991986"/>
                  <a:pt x="3670" y="993651"/>
                  <a:pt x="2773" y="995441"/>
                </a:cubicBezTo>
                <a:cubicBezTo>
                  <a:pt x="1876" y="997231"/>
                  <a:pt x="1194" y="999099"/>
                  <a:pt x="727" y="1001047"/>
                </a:cubicBezTo>
                <a:cubicBezTo>
                  <a:pt x="261" y="1002994"/>
                  <a:pt x="22" y="1004969"/>
                  <a:pt x="11" y="1006970"/>
                </a:cubicBezTo>
                <a:cubicBezTo>
                  <a:pt x="0" y="1008973"/>
                  <a:pt x="217" y="1010950"/>
                  <a:pt x="661" y="1012903"/>
                </a:cubicBezTo>
                <a:cubicBezTo>
                  <a:pt x="1106" y="1014854"/>
                  <a:pt x="1767" y="1016731"/>
                  <a:pt x="2644" y="1018531"/>
                </a:cubicBezTo>
                <a:cubicBezTo>
                  <a:pt x="3521" y="1020331"/>
                  <a:pt x="4592" y="1022007"/>
                  <a:pt x="5855" y="1023560"/>
                </a:cubicBezTo>
                <a:cubicBezTo>
                  <a:pt x="7119" y="1025113"/>
                  <a:pt x="8543" y="1026502"/>
                  <a:pt x="10127" y="1027727"/>
                </a:cubicBezTo>
                <a:cubicBezTo>
                  <a:pt x="11711" y="1028952"/>
                  <a:pt x="13413" y="1029981"/>
                  <a:pt x="15234" y="1030814"/>
                </a:cubicBezTo>
                <a:cubicBezTo>
                  <a:pt x="17055" y="1031646"/>
                  <a:pt x="18947" y="1032260"/>
                  <a:pt x="20909" y="1032656"/>
                </a:cubicBezTo>
                <a:cubicBezTo>
                  <a:pt x="22872" y="1033053"/>
                  <a:pt x="24854" y="1033221"/>
                  <a:pt x="26855" y="1033160"/>
                </a:cubicBezTo>
                <a:lnTo>
                  <a:pt x="169771" y="1067391"/>
                </a:lnTo>
                <a:lnTo>
                  <a:pt x="130260" y="1232353"/>
                </a:lnTo>
                <a:cubicBezTo>
                  <a:pt x="129455" y="1235712"/>
                  <a:pt x="129323" y="1239099"/>
                  <a:pt x="129866" y="1242511"/>
                </a:cubicBezTo>
                <a:cubicBezTo>
                  <a:pt x="130408" y="1245924"/>
                  <a:pt x="131583" y="1249103"/>
                  <a:pt x="133390" y="1252048"/>
                </a:cubicBezTo>
                <a:cubicBezTo>
                  <a:pt x="135197" y="1254993"/>
                  <a:pt x="137498" y="1257480"/>
                  <a:pt x="140295" y="1259509"/>
                </a:cubicBezTo>
                <a:cubicBezTo>
                  <a:pt x="143091" y="1261539"/>
                  <a:pt x="146170" y="1262956"/>
                  <a:pt x="149530" y="1263762"/>
                </a:cubicBezTo>
                <a:lnTo>
                  <a:pt x="314491" y="1303272"/>
                </a:lnTo>
                <a:lnTo>
                  <a:pt x="280320" y="1445934"/>
                </a:lnTo>
                <a:cubicBezTo>
                  <a:pt x="279360" y="1447691"/>
                  <a:pt x="278611" y="1449534"/>
                  <a:pt x="278076" y="1451463"/>
                </a:cubicBezTo>
                <a:cubicBezTo>
                  <a:pt x="277540" y="1453393"/>
                  <a:pt x="277230" y="1455358"/>
                  <a:pt x="277148" y="1457358"/>
                </a:cubicBezTo>
                <a:cubicBezTo>
                  <a:pt x="277065" y="1459359"/>
                  <a:pt x="277210" y="1461343"/>
                  <a:pt x="277585" y="1463309"/>
                </a:cubicBezTo>
                <a:cubicBezTo>
                  <a:pt x="277959" y="1465276"/>
                  <a:pt x="278553" y="1467175"/>
                  <a:pt x="279365" y="1469005"/>
                </a:cubicBezTo>
                <a:cubicBezTo>
                  <a:pt x="280177" y="1470835"/>
                  <a:pt x="281186" y="1472549"/>
                  <a:pt x="282394" y="1474146"/>
                </a:cubicBezTo>
                <a:cubicBezTo>
                  <a:pt x="283601" y="1475744"/>
                  <a:pt x="284974" y="1477183"/>
                  <a:pt x="286513" y="1478464"/>
                </a:cubicBezTo>
                <a:cubicBezTo>
                  <a:pt x="288052" y="1479745"/>
                  <a:pt x="289716" y="1480834"/>
                  <a:pt x="291506" y="1481730"/>
                </a:cubicBezTo>
                <a:cubicBezTo>
                  <a:pt x="293296" y="1482628"/>
                  <a:pt x="295165" y="1483309"/>
                  <a:pt x="297112" y="1483776"/>
                </a:cubicBezTo>
                <a:cubicBezTo>
                  <a:pt x="299059" y="1484243"/>
                  <a:pt x="301034" y="1484481"/>
                  <a:pt x="303036" y="1484492"/>
                </a:cubicBezTo>
                <a:cubicBezTo>
                  <a:pt x="305039" y="1484503"/>
                  <a:pt x="307016" y="1484287"/>
                  <a:pt x="308968" y="1483842"/>
                </a:cubicBezTo>
                <a:cubicBezTo>
                  <a:pt x="310920" y="1483398"/>
                  <a:pt x="312796" y="1482737"/>
                  <a:pt x="314596" y="1481859"/>
                </a:cubicBezTo>
                <a:cubicBezTo>
                  <a:pt x="316396" y="1480982"/>
                  <a:pt x="318073" y="1479912"/>
                  <a:pt x="319626" y="1478649"/>
                </a:cubicBezTo>
                <a:cubicBezTo>
                  <a:pt x="321179" y="1477385"/>
                  <a:pt x="322568" y="1475961"/>
                  <a:pt x="323793" y="1474377"/>
                </a:cubicBezTo>
                <a:cubicBezTo>
                  <a:pt x="325018" y="1472793"/>
                  <a:pt x="326047" y="1471091"/>
                  <a:pt x="326879" y="1469270"/>
                </a:cubicBezTo>
                <a:cubicBezTo>
                  <a:pt x="327712" y="1467448"/>
                  <a:pt x="328326" y="1465557"/>
                  <a:pt x="328722" y="1463594"/>
                </a:cubicBezTo>
                <a:cubicBezTo>
                  <a:pt x="329119" y="1461632"/>
                  <a:pt x="329286" y="1459650"/>
                  <a:pt x="329226" y="1457648"/>
                </a:cubicBezTo>
                <a:lnTo>
                  <a:pt x="363457" y="1314733"/>
                </a:lnTo>
                <a:lnTo>
                  <a:pt x="490155" y="1345079"/>
                </a:lnTo>
                <a:lnTo>
                  <a:pt x="455924" y="1487994"/>
                </a:lnTo>
                <a:cubicBezTo>
                  <a:pt x="454921" y="1489751"/>
                  <a:pt x="454133" y="1491599"/>
                  <a:pt x="453561" y="1493539"/>
                </a:cubicBezTo>
                <a:cubicBezTo>
                  <a:pt x="452988" y="1495478"/>
                  <a:pt x="452646" y="1497458"/>
                  <a:pt x="452534" y="1499477"/>
                </a:cubicBezTo>
                <a:cubicBezTo>
                  <a:pt x="452422" y="1501497"/>
                  <a:pt x="452544" y="1503503"/>
                  <a:pt x="452899" y="1505493"/>
                </a:cubicBezTo>
                <a:cubicBezTo>
                  <a:pt x="453255" y="1507485"/>
                  <a:pt x="453834" y="1509409"/>
                  <a:pt x="454637" y="1511264"/>
                </a:cubicBezTo>
                <a:cubicBezTo>
                  <a:pt x="455441" y="1513121"/>
                  <a:pt x="456446" y="1514860"/>
                  <a:pt x="457655" y="1516482"/>
                </a:cubicBezTo>
                <a:cubicBezTo>
                  <a:pt x="458863" y="1518104"/>
                  <a:pt x="460241" y="1519565"/>
                  <a:pt x="461790" y="1520867"/>
                </a:cubicBezTo>
                <a:cubicBezTo>
                  <a:pt x="463338" y="1522168"/>
                  <a:pt x="465016" y="1523273"/>
                  <a:pt x="466822" y="1524184"/>
                </a:cubicBezTo>
                <a:cubicBezTo>
                  <a:pt x="468628" y="1525095"/>
                  <a:pt x="470514" y="1525785"/>
                  <a:pt x="472481" y="1526256"/>
                </a:cubicBezTo>
                <a:cubicBezTo>
                  <a:pt x="474448" y="1526727"/>
                  <a:pt x="476443" y="1526966"/>
                  <a:pt x="478466" y="1526973"/>
                </a:cubicBezTo>
                <a:cubicBezTo>
                  <a:pt x="480488" y="1526979"/>
                  <a:pt x="482484" y="1526753"/>
                  <a:pt x="484454" y="1526295"/>
                </a:cubicBezTo>
                <a:cubicBezTo>
                  <a:pt x="486424" y="1525837"/>
                  <a:pt x="488315" y="1525159"/>
                  <a:pt x="490127" y="1524260"/>
                </a:cubicBezTo>
                <a:cubicBezTo>
                  <a:pt x="491939" y="1523361"/>
                  <a:pt x="493624" y="1522267"/>
                  <a:pt x="495181" y="1520975"/>
                </a:cubicBezTo>
                <a:cubicBezTo>
                  <a:pt x="496738" y="1519685"/>
                  <a:pt x="498126" y="1518232"/>
                  <a:pt x="499345" y="1516618"/>
                </a:cubicBezTo>
                <a:cubicBezTo>
                  <a:pt x="500563" y="1515004"/>
                  <a:pt x="501580" y="1513271"/>
                  <a:pt x="502396" y="1511421"/>
                </a:cubicBezTo>
                <a:cubicBezTo>
                  <a:pt x="503211" y="1509570"/>
                  <a:pt x="503803" y="1507650"/>
                  <a:pt x="504171" y="1505661"/>
                </a:cubicBezTo>
                <a:cubicBezTo>
                  <a:pt x="504540" y="1503673"/>
                  <a:pt x="504674" y="1501668"/>
                  <a:pt x="504576" y="1499648"/>
                </a:cubicBezTo>
                <a:lnTo>
                  <a:pt x="538807" y="1356733"/>
                </a:lnTo>
                <a:lnTo>
                  <a:pt x="665505" y="1387079"/>
                </a:lnTo>
                <a:lnTo>
                  <a:pt x="631274" y="1529994"/>
                </a:lnTo>
                <a:cubicBezTo>
                  <a:pt x="630469" y="1533354"/>
                  <a:pt x="630338" y="1536741"/>
                  <a:pt x="630880" y="1540153"/>
                </a:cubicBezTo>
                <a:cubicBezTo>
                  <a:pt x="631423" y="1543565"/>
                  <a:pt x="632597" y="1546744"/>
                  <a:pt x="634404" y="1549690"/>
                </a:cubicBezTo>
                <a:cubicBezTo>
                  <a:pt x="636211" y="1552635"/>
                  <a:pt x="638513" y="1555122"/>
                  <a:pt x="641309" y="1557151"/>
                </a:cubicBezTo>
                <a:cubicBezTo>
                  <a:pt x="644106" y="1559182"/>
                  <a:pt x="647184" y="1560599"/>
                  <a:pt x="650544" y="1561403"/>
                </a:cubicBezTo>
                <a:cubicBezTo>
                  <a:pt x="653905" y="1562209"/>
                  <a:pt x="657291" y="1562340"/>
                  <a:pt x="660703" y="1561797"/>
                </a:cubicBezTo>
                <a:cubicBezTo>
                  <a:pt x="664116" y="1561255"/>
                  <a:pt x="667295" y="1560080"/>
                  <a:pt x="670240" y="1558273"/>
                </a:cubicBezTo>
                <a:cubicBezTo>
                  <a:pt x="673185" y="1556466"/>
                  <a:pt x="675672" y="1554165"/>
                  <a:pt x="677702" y="1551368"/>
                </a:cubicBezTo>
                <a:cubicBezTo>
                  <a:pt x="679731" y="1548571"/>
                  <a:pt x="681148" y="1545493"/>
                  <a:pt x="681953" y="1542133"/>
                </a:cubicBezTo>
                <a:lnTo>
                  <a:pt x="716184" y="1399218"/>
                </a:lnTo>
                <a:lnTo>
                  <a:pt x="842882" y="1429565"/>
                </a:lnTo>
                <a:lnTo>
                  <a:pt x="808651" y="1572480"/>
                </a:lnTo>
                <a:cubicBezTo>
                  <a:pt x="807691" y="1574236"/>
                  <a:pt x="806942" y="1576080"/>
                  <a:pt x="806406" y="1578008"/>
                </a:cubicBezTo>
                <a:cubicBezTo>
                  <a:pt x="805871" y="1579938"/>
                  <a:pt x="805561" y="1581903"/>
                  <a:pt x="805478" y="1583903"/>
                </a:cubicBezTo>
                <a:cubicBezTo>
                  <a:pt x="805396" y="1585904"/>
                  <a:pt x="805541" y="1587888"/>
                  <a:pt x="805916" y="1589855"/>
                </a:cubicBezTo>
                <a:cubicBezTo>
                  <a:pt x="806290" y="1591821"/>
                  <a:pt x="806883" y="1593721"/>
                  <a:pt x="807696" y="1595551"/>
                </a:cubicBezTo>
                <a:cubicBezTo>
                  <a:pt x="808508" y="1597381"/>
                  <a:pt x="809517" y="1599095"/>
                  <a:pt x="810725" y="1600691"/>
                </a:cubicBezTo>
                <a:cubicBezTo>
                  <a:pt x="811932" y="1602289"/>
                  <a:pt x="813305" y="1603728"/>
                  <a:pt x="814844" y="1605009"/>
                </a:cubicBezTo>
                <a:cubicBezTo>
                  <a:pt x="816383" y="1606290"/>
                  <a:pt x="818047" y="1607379"/>
                  <a:pt x="819837" y="1608276"/>
                </a:cubicBezTo>
                <a:cubicBezTo>
                  <a:pt x="821627" y="1609173"/>
                  <a:pt x="823496" y="1609855"/>
                  <a:pt x="825443" y="1610322"/>
                </a:cubicBezTo>
                <a:cubicBezTo>
                  <a:pt x="827390" y="1610788"/>
                  <a:pt x="829365" y="1611026"/>
                  <a:pt x="831367" y="1611037"/>
                </a:cubicBezTo>
                <a:cubicBezTo>
                  <a:pt x="833369" y="1611049"/>
                  <a:pt x="835347" y="1610832"/>
                  <a:pt x="837299" y="1610388"/>
                </a:cubicBezTo>
                <a:cubicBezTo>
                  <a:pt x="839251" y="1609943"/>
                  <a:pt x="841127" y="1609282"/>
                  <a:pt x="842927" y="1608405"/>
                </a:cubicBezTo>
                <a:cubicBezTo>
                  <a:pt x="844727" y="1607527"/>
                  <a:pt x="846404" y="1606457"/>
                  <a:pt x="847957" y="1605193"/>
                </a:cubicBezTo>
                <a:cubicBezTo>
                  <a:pt x="849510" y="1603930"/>
                  <a:pt x="850899" y="1602506"/>
                  <a:pt x="852124" y="1600922"/>
                </a:cubicBezTo>
                <a:cubicBezTo>
                  <a:pt x="853349" y="1599338"/>
                  <a:pt x="854377" y="1597636"/>
                  <a:pt x="855210" y="1595815"/>
                </a:cubicBezTo>
                <a:cubicBezTo>
                  <a:pt x="856042" y="1593994"/>
                  <a:pt x="856657" y="1592102"/>
                  <a:pt x="857053" y="1590139"/>
                </a:cubicBezTo>
                <a:cubicBezTo>
                  <a:pt x="857450" y="1588177"/>
                  <a:pt x="857617" y="1586195"/>
                  <a:pt x="857557" y="1584193"/>
                </a:cubicBezTo>
                <a:lnTo>
                  <a:pt x="891788" y="1441278"/>
                </a:lnTo>
                <a:lnTo>
                  <a:pt x="1018486" y="1471625"/>
                </a:lnTo>
                <a:lnTo>
                  <a:pt x="984255" y="1614540"/>
                </a:lnTo>
                <a:cubicBezTo>
                  <a:pt x="983294" y="1616297"/>
                  <a:pt x="982546" y="1618140"/>
                  <a:pt x="982010" y="1620069"/>
                </a:cubicBezTo>
                <a:cubicBezTo>
                  <a:pt x="981474" y="1621998"/>
                  <a:pt x="981165" y="1623963"/>
                  <a:pt x="981082" y="1625964"/>
                </a:cubicBezTo>
                <a:cubicBezTo>
                  <a:pt x="980999" y="1627964"/>
                  <a:pt x="981145" y="1629948"/>
                  <a:pt x="981519" y="1631915"/>
                </a:cubicBezTo>
                <a:cubicBezTo>
                  <a:pt x="981894" y="1633882"/>
                  <a:pt x="982487" y="1635781"/>
                  <a:pt x="983299" y="1637611"/>
                </a:cubicBezTo>
                <a:cubicBezTo>
                  <a:pt x="984111" y="1639441"/>
                  <a:pt x="985121" y="1641155"/>
                  <a:pt x="986328" y="1642752"/>
                </a:cubicBezTo>
                <a:cubicBezTo>
                  <a:pt x="987535" y="1644349"/>
                  <a:pt x="988908" y="1645789"/>
                  <a:pt x="990447" y="1647069"/>
                </a:cubicBezTo>
                <a:cubicBezTo>
                  <a:pt x="991986" y="1648351"/>
                  <a:pt x="993651" y="1649440"/>
                  <a:pt x="995441" y="1650336"/>
                </a:cubicBezTo>
                <a:cubicBezTo>
                  <a:pt x="997231" y="1651233"/>
                  <a:pt x="999099" y="1651915"/>
                  <a:pt x="1001047" y="1652382"/>
                </a:cubicBezTo>
                <a:cubicBezTo>
                  <a:pt x="1002994" y="1652848"/>
                  <a:pt x="1004968" y="1653087"/>
                  <a:pt x="1006971" y="1653098"/>
                </a:cubicBezTo>
                <a:cubicBezTo>
                  <a:pt x="1008973" y="1653109"/>
                  <a:pt x="1010950" y="1652892"/>
                  <a:pt x="1012902" y="1652448"/>
                </a:cubicBezTo>
                <a:cubicBezTo>
                  <a:pt x="1014855" y="1652003"/>
                  <a:pt x="1016731" y="1651343"/>
                  <a:pt x="1018531" y="1650465"/>
                </a:cubicBezTo>
                <a:cubicBezTo>
                  <a:pt x="1020331" y="1649588"/>
                  <a:pt x="1022007" y="1648518"/>
                  <a:pt x="1023560" y="1647254"/>
                </a:cubicBezTo>
                <a:cubicBezTo>
                  <a:pt x="1025113" y="1645990"/>
                  <a:pt x="1026502" y="1644566"/>
                  <a:pt x="1027727" y="1642983"/>
                </a:cubicBezTo>
                <a:cubicBezTo>
                  <a:pt x="1028952" y="1641399"/>
                  <a:pt x="1029981" y="1639696"/>
                  <a:pt x="1030814" y="1637875"/>
                </a:cubicBezTo>
                <a:cubicBezTo>
                  <a:pt x="1031646" y="1636054"/>
                  <a:pt x="1032260" y="1634162"/>
                  <a:pt x="1032657" y="1632200"/>
                </a:cubicBezTo>
                <a:cubicBezTo>
                  <a:pt x="1033053" y="1630237"/>
                  <a:pt x="1033221" y="1628255"/>
                  <a:pt x="1033160" y="1626254"/>
                </a:cubicBezTo>
                <a:lnTo>
                  <a:pt x="1067391" y="1483338"/>
                </a:lnTo>
                <a:lnTo>
                  <a:pt x="1232352" y="1522850"/>
                </a:lnTo>
                <a:cubicBezTo>
                  <a:pt x="1235712" y="1523654"/>
                  <a:pt x="1239099" y="1523786"/>
                  <a:pt x="1242511" y="1523243"/>
                </a:cubicBezTo>
                <a:cubicBezTo>
                  <a:pt x="1245924" y="1522701"/>
                  <a:pt x="1249102" y="1521527"/>
                  <a:pt x="1252048" y="1519720"/>
                </a:cubicBezTo>
                <a:cubicBezTo>
                  <a:pt x="1254993" y="1517913"/>
                  <a:pt x="1257480" y="1515611"/>
                  <a:pt x="1259509" y="1512815"/>
                </a:cubicBezTo>
                <a:cubicBezTo>
                  <a:pt x="1261539" y="1510018"/>
                  <a:pt x="1262956" y="1506940"/>
                  <a:pt x="1263761" y="1503580"/>
                </a:cubicBezTo>
                <a:lnTo>
                  <a:pt x="1303090" y="1339379"/>
                </a:lnTo>
                <a:lnTo>
                  <a:pt x="1445752" y="1373549"/>
                </a:lnTo>
                <a:cubicBezTo>
                  <a:pt x="1447500" y="1374702"/>
                  <a:pt x="1449359" y="1375631"/>
                  <a:pt x="1451330" y="1376336"/>
                </a:cubicBezTo>
                <a:cubicBezTo>
                  <a:pt x="1453301" y="1377041"/>
                  <a:pt x="1455328" y="1377501"/>
                  <a:pt x="1457410" y="1377717"/>
                </a:cubicBezTo>
                <a:cubicBezTo>
                  <a:pt x="1459493" y="1377934"/>
                  <a:pt x="1461571" y="1377900"/>
                  <a:pt x="1463644" y="1377615"/>
                </a:cubicBezTo>
                <a:cubicBezTo>
                  <a:pt x="1465719" y="1377331"/>
                  <a:pt x="1467729" y="1376804"/>
                  <a:pt x="1469676" y="1376035"/>
                </a:cubicBezTo>
                <a:cubicBezTo>
                  <a:pt x="1471623" y="1375266"/>
                  <a:pt x="1473451" y="1374276"/>
                  <a:pt x="1475159" y="1373067"/>
                </a:cubicBezTo>
                <a:cubicBezTo>
                  <a:pt x="1476868" y="1371857"/>
                  <a:pt x="1478408" y="1370461"/>
                  <a:pt x="1479781" y="1368880"/>
                </a:cubicBezTo>
                <a:cubicBezTo>
                  <a:pt x="1481153" y="1367299"/>
                  <a:pt x="1482317" y="1365578"/>
                  <a:pt x="1483275" y="1363717"/>
                </a:cubicBezTo>
                <a:cubicBezTo>
                  <a:pt x="1484232" y="1361855"/>
                  <a:pt x="1484955" y="1359906"/>
                  <a:pt x="1485442" y="1357870"/>
                </a:cubicBezTo>
                <a:cubicBezTo>
                  <a:pt x="1485930" y="1355834"/>
                  <a:pt x="1486168" y="1353769"/>
                  <a:pt x="1486159" y="1351676"/>
                </a:cubicBezTo>
                <a:cubicBezTo>
                  <a:pt x="1486149" y="1349583"/>
                  <a:pt x="1485890" y="1347521"/>
                  <a:pt x="1485383" y="1345489"/>
                </a:cubicBezTo>
                <a:cubicBezTo>
                  <a:pt x="1484876" y="1343458"/>
                  <a:pt x="1484135" y="1341517"/>
                  <a:pt x="1483160" y="1339664"/>
                </a:cubicBezTo>
                <a:cubicBezTo>
                  <a:pt x="1482185" y="1337811"/>
                  <a:pt x="1481003" y="1336101"/>
                  <a:pt x="1479616" y="1334533"/>
                </a:cubicBezTo>
                <a:cubicBezTo>
                  <a:pt x="1478229" y="1332966"/>
                  <a:pt x="1476675" y="1331585"/>
                  <a:pt x="1474955" y="1330392"/>
                </a:cubicBezTo>
                <a:cubicBezTo>
                  <a:pt x="1473235" y="1329199"/>
                  <a:pt x="1471398" y="1328227"/>
                  <a:pt x="1469444" y="1327476"/>
                </a:cubicBezTo>
                <a:cubicBezTo>
                  <a:pt x="1467490" y="1326726"/>
                  <a:pt x="1465474" y="1326218"/>
                  <a:pt x="1463398" y="1325953"/>
                </a:cubicBezTo>
                <a:cubicBezTo>
                  <a:pt x="1461321" y="1325689"/>
                  <a:pt x="1459243" y="1325674"/>
                  <a:pt x="1457163" y="1325911"/>
                </a:cubicBezTo>
                <a:lnTo>
                  <a:pt x="1314247" y="1291679"/>
                </a:lnTo>
                <a:lnTo>
                  <a:pt x="1344594" y="1164982"/>
                </a:lnTo>
                <a:lnTo>
                  <a:pt x="1487509" y="1199213"/>
                </a:lnTo>
                <a:cubicBezTo>
                  <a:pt x="1490869" y="1200017"/>
                  <a:pt x="1494256" y="1200148"/>
                  <a:pt x="1497668" y="1199606"/>
                </a:cubicBezTo>
                <a:cubicBezTo>
                  <a:pt x="1501081" y="1199064"/>
                  <a:pt x="1504259" y="1197889"/>
                  <a:pt x="1507204" y="1196082"/>
                </a:cubicBezTo>
                <a:cubicBezTo>
                  <a:pt x="1510150" y="1194275"/>
                  <a:pt x="1512637" y="1191974"/>
                  <a:pt x="1514666" y="1189177"/>
                </a:cubicBezTo>
                <a:cubicBezTo>
                  <a:pt x="1516696" y="1186381"/>
                  <a:pt x="1518113" y="1183302"/>
                  <a:pt x="1518918" y="1179942"/>
                </a:cubicBezTo>
                <a:cubicBezTo>
                  <a:pt x="1519723" y="1176582"/>
                  <a:pt x="1519854" y="1173196"/>
                  <a:pt x="1519312" y="1169783"/>
                </a:cubicBezTo>
                <a:cubicBezTo>
                  <a:pt x="1518769" y="1166371"/>
                  <a:pt x="1517595" y="1163192"/>
                  <a:pt x="1515788" y="1160247"/>
                </a:cubicBezTo>
                <a:cubicBezTo>
                  <a:pt x="1513981" y="1157301"/>
                  <a:pt x="1511679" y="1154814"/>
                  <a:pt x="1508883" y="1152785"/>
                </a:cubicBezTo>
                <a:cubicBezTo>
                  <a:pt x="1506086" y="1150755"/>
                  <a:pt x="1503008" y="1149338"/>
                  <a:pt x="1499648" y="1148533"/>
                </a:cubicBezTo>
                <a:lnTo>
                  <a:pt x="1356732" y="1114303"/>
                </a:lnTo>
                <a:lnTo>
                  <a:pt x="1387079" y="987604"/>
                </a:lnTo>
                <a:lnTo>
                  <a:pt x="1529994" y="1021835"/>
                </a:lnTo>
                <a:cubicBezTo>
                  <a:pt x="1533355" y="1022640"/>
                  <a:pt x="1536741" y="1022772"/>
                  <a:pt x="1540153" y="1022229"/>
                </a:cubicBezTo>
                <a:cubicBezTo>
                  <a:pt x="1543566" y="1021686"/>
                  <a:pt x="1546745" y="1020512"/>
                  <a:pt x="1549690" y="1018705"/>
                </a:cubicBezTo>
                <a:cubicBezTo>
                  <a:pt x="1552635" y="1016898"/>
                  <a:pt x="1555122" y="1014596"/>
                  <a:pt x="1557152" y="1011800"/>
                </a:cubicBezTo>
                <a:cubicBezTo>
                  <a:pt x="1559181" y="1009004"/>
                  <a:pt x="1560598" y="1005925"/>
                  <a:pt x="1561403" y="1002565"/>
                </a:cubicBezTo>
                <a:cubicBezTo>
                  <a:pt x="1562208" y="999205"/>
                  <a:pt x="1562339" y="995818"/>
                  <a:pt x="1561797" y="992406"/>
                </a:cubicBezTo>
                <a:cubicBezTo>
                  <a:pt x="1561255" y="988993"/>
                  <a:pt x="1560080" y="985814"/>
                  <a:pt x="1558273" y="982869"/>
                </a:cubicBezTo>
                <a:cubicBezTo>
                  <a:pt x="1556466" y="979924"/>
                  <a:pt x="1554164" y="977437"/>
                  <a:pt x="1551368" y="975407"/>
                </a:cubicBezTo>
                <a:cubicBezTo>
                  <a:pt x="1548571" y="973378"/>
                  <a:pt x="1545493" y="971961"/>
                  <a:pt x="1542133" y="971156"/>
                </a:cubicBezTo>
                <a:lnTo>
                  <a:pt x="1399218" y="936925"/>
                </a:lnTo>
                <a:lnTo>
                  <a:pt x="1429564" y="810227"/>
                </a:lnTo>
                <a:lnTo>
                  <a:pt x="1572480" y="844458"/>
                </a:lnTo>
                <a:cubicBezTo>
                  <a:pt x="1574236" y="845419"/>
                  <a:pt x="1576079" y="846167"/>
                  <a:pt x="1578008" y="846703"/>
                </a:cubicBezTo>
                <a:cubicBezTo>
                  <a:pt x="1579938" y="847239"/>
                  <a:pt x="1581903" y="847548"/>
                  <a:pt x="1583903" y="847631"/>
                </a:cubicBezTo>
                <a:cubicBezTo>
                  <a:pt x="1585904" y="847714"/>
                  <a:pt x="1587887" y="847568"/>
                  <a:pt x="1589854" y="847193"/>
                </a:cubicBezTo>
                <a:cubicBezTo>
                  <a:pt x="1591821" y="846819"/>
                  <a:pt x="1593720" y="846226"/>
                  <a:pt x="1595550" y="845414"/>
                </a:cubicBezTo>
                <a:cubicBezTo>
                  <a:pt x="1597380" y="844602"/>
                  <a:pt x="1599094" y="843592"/>
                  <a:pt x="1600691" y="842385"/>
                </a:cubicBezTo>
                <a:cubicBezTo>
                  <a:pt x="1602289" y="841177"/>
                  <a:pt x="1603728" y="839805"/>
                  <a:pt x="1605009" y="838266"/>
                </a:cubicBezTo>
                <a:cubicBezTo>
                  <a:pt x="1606290" y="836726"/>
                  <a:pt x="1607379" y="835062"/>
                  <a:pt x="1608276" y="833272"/>
                </a:cubicBezTo>
                <a:cubicBezTo>
                  <a:pt x="1609173" y="831482"/>
                  <a:pt x="1609855" y="829614"/>
                  <a:pt x="1610321" y="827667"/>
                </a:cubicBezTo>
                <a:cubicBezTo>
                  <a:pt x="1610788" y="825719"/>
                  <a:pt x="1611026" y="823744"/>
                  <a:pt x="1611038" y="821742"/>
                </a:cubicBezTo>
                <a:cubicBezTo>
                  <a:pt x="1611049" y="819740"/>
                  <a:pt x="1610832" y="817762"/>
                  <a:pt x="1610387" y="815811"/>
                </a:cubicBezTo>
                <a:cubicBezTo>
                  <a:pt x="1609943" y="813858"/>
                  <a:pt x="1609282" y="811982"/>
                  <a:pt x="1608405" y="810182"/>
                </a:cubicBezTo>
                <a:cubicBezTo>
                  <a:pt x="1607527" y="808382"/>
                  <a:pt x="1606457" y="806706"/>
                  <a:pt x="1605193" y="805152"/>
                </a:cubicBezTo>
                <a:cubicBezTo>
                  <a:pt x="1603930" y="803599"/>
                  <a:pt x="1602506" y="802210"/>
                  <a:pt x="1600922" y="800985"/>
                </a:cubicBezTo>
                <a:cubicBezTo>
                  <a:pt x="1599338" y="799760"/>
                  <a:pt x="1597636" y="798732"/>
                  <a:pt x="1595815" y="797899"/>
                </a:cubicBezTo>
                <a:cubicBezTo>
                  <a:pt x="1593994" y="797067"/>
                  <a:pt x="1592102" y="796452"/>
                  <a:pt x="1590139" y="796056"/>
                </a:cubicBezTo>
                <a:cubicBezTo>
                  <a:pt x="1588177" y="795660"/>
                  <a:pt x="1586195" y="795492"/>
                  <a:pt x="1584193" y="795552"/>
                </a:cubicBezTo>
                <a:lnTo>
                  <a:pt x="1441278" y="761322"/>
                </a:lnTo>
                <a:lnTo>
                  <a:pt x="1471625" y="634623"/>
                </a:lnTo>
                <a:lnTo>
                  <a:pt x="1614661" y="668348"/>
                </a:lnTo>
                <a:close/>
                <a:moveTo>
                  <a:pt x="1207711" y="1025022"/>
                </a:moveTo>
                <a:lnTo>
                  <a:pt x="1138000" y="948040"/>
                </a:lnTo>
                <a:cubicBezTo>
                  <a:pt x="1134225" y="952259"/>
                  <a:pt x="1130022" y="955995"/>
                  <a:pt x="1125390" y="959249"/>
                </a:cubicBezTo>
                <a:cubicBezTo>
                  <a:pt x="1120757" y="962503"/>
                  <a:pt x="1115817" y="965191"/>
                  <a:pt x="1110568" y="967311"/>
                </a:cubicBezTo>
                <a:cubicBezTo>
                  <a:pt x="1105319" y="969432"/>
                  <a:pt x="1099899" y="970929"/>
                  <a:pt x="1094306" y="971806"/>
                </a:cubicBezTo>
                <a:cubicBezTo>
                  <a:pt x="1088713" y="972682"/>
                  <a:pt x="1083094" y="972913"/>
                  <a:pt x="1077448" y="972500"/>
                </a:cubicBezTo>
                <a:cubicBezTo>
                  <a:pt x="1071803" y="972086"/>
                  <a:pt x="1066277" y="971039"/>
                  <a:pt x="1060871" y="969358"/>
                </a:cubicBezTo>
                <a:cubicBezTo>
                  <a:pt x="1055466" y="967677"/>
                  <a:pt x="1050321" y="965405"/>
                  <a:pt x="1045437" y="962543"/>
                </a:cubicBezTo>
                <a:cubicBezTo>
                  <a:pt x="1040553" y="959680"/>
                  <a:pt x="1036057" y="956302"/>
                  <a:pt x="1031948" y="952409"/>
                </a:cubicBezTo>
                <a:cubicBezTo>
                  <a:pt x="1027839" y="948514"/>
                  <a:pt x="1024225" y="944206"/>
                  <a:pt x="1021105" y="939482"/>
                </a:cubicBezTo>
                <a:cubicBezTo>
                  <a:pt x="1017985" y="934758"/>
                  <a:pt x="1015441" y="929743"/>
                  <a:pt x="1013472" y="924436"/>
                </a:cubicBezTo>
                <a:cubicBezTo>
                  <a:pt x="1011503" y="919128"/>
                  <a:pt x="1010161" y="913667"/>
                  <a:pt x="1009445" y="908052"/>
                </a:cubicBezTo>
                <a:cubicBezTo>
                  <a:pt x="1008729" y="902436"/>
                  <a:pt x="1008659" y="896812"/>
                  <a:pt x="1009234" y="891180"/>
                </a:cubicBezTo>
                <a:cubicBezTo>
                  <a:pt x="1009809" y="885549"/>
                  <a:pt x="1011015" y="880056"/>
                  <a:pt x="1012850" y="874701"/>
                </a:cubicBezTo>
                <a:cubicBezTo>
                  <a:pt x="1014686" y="869345"/>
                  <a:pt x="1017104" y="864268"/>
                  <a:pt x="1020105" y="859468"/>
                </a:cubicBezTo>
                <a:cubicBezTo>
                  <a:pt x="1023106" y="854668"/>
                  <a:pt x="1026612" y="850271"/>
                  <a:pt x="1030622" y="846275"/>
                </a:cubicBezTo>
                <a:cubicBezTo>
                  <a:pt x="1034633" y="842280"/>
                  <a:pt x="1039043" y="838791"/>
                  <a:pt x="1043854" y="835807"/>
                </a:cubicBezTo>
                <a:cubicBezTo>
                  <a:pt x="1048666" y="832824"/>
                  <a:pt x="1053752" y="830425"/>
                  <a:pt x="1059114" y="828608"/>
                </a:cubicBezTo>
                <a:cubicBezTo>
                  <a:pt x="1064475" y="826792"/>
                  <a:pt x="1069973" y="825608"/>
                  <a:pt x="1075607" y="825054"/>
                </a:cubicBezTo>
                <a:cubicBezTo>
                  <a:pt x="1081240" y="824499"/>
                  <a:pt x="1086864" y="824590"/>
                  <a:pt x="1092476" y="825326"/>
                </a:cubicBezTo>
                <a:cubicBezTo>
                  <a:pt x="1098089" y="826063"/>
                  <a:pt x="1103546" y="827425"/>
                  <a:pt x="1108846" y="829414"/>
                </a:cubicBezTo>
                <a:cubicBezTo>
                  <a:pt x="1114146" y="831402"/>
                  <a:pt x="1119152" y="833965"/>
                  <a:pt x="1123864" y="837102"/>
                </a:cubicBezTo>
                <a:cubicBezTo>
                  <a:pt x="1128576" y="840240"/>
                  <a:pt x="1132871" y="843870"/>
                  <a:pt x="1136750" y="847993"/>
                </a:cubicBezTo>
                <a:cubicBezTo>
                  <a:pt x="1140629" y="852116"/>
                  <a:pt x="1143990" y="856625"/>
                  <a:pt x="1146834" y="861520"/>
                </a:cubicBezTo>
                <a:cubicBezTo>
                  <a:pt x="1149678" y="866415"/>
                  <a:pt x="1151931" y="871568"/>
                  <a:pt x="1153593" y="876979"/>
                </a:cubicBezTo>
                <a:cubicBezTo>
                  <a:pt x="1155254" y="882391"/>
                  <a:pt x="1156281" y="887920"/>
                  <a:pt x="1156673" y="893567"/>
                </a:cubicBezTo>
                <a:lnTo>
                  <a:pt x="1158701" y="894053"/>
                </a:lnTo>
                <a:lnTo>
                  <a:pt x="1240235" y="984317"/>
                </a:lnTo>
                <a:lnTo>
                  <a:pt x="1330698" y="1005984"/>
                </a:lnTo>
                <a:lnTo>
                  <a:pt x="1318984" y="1054889"/>
                </a:lnTo>
                <a:lnTo>
                  <a:pt x="1220919" y="1031401"/>
                </a:lnTo>
                <a:cubicBezTo>
                  <a:pt x="1215893" y="1030567"/>
                  <a:pt x="1211490" y="1028440"/>
                  <a:pt x="1207711" y="1025022"/>
                </a:cubicBezTo>
                <a:close/>
                <a:moveTo>
                  <a:pt x="1137400" y="676480"/>
                </a:moveTo>
                <a:cubicBezTo>
                  <a:pt x="1140047" y="674858"/>
                  <a:pt x="1142785" y="673409"/>
                  <a:pt x="1145614" y="672132"/>
                </a:cubicBezTo>
                <a:cubicBezTo>
                  <a:pt x="1148444" y="670854"/>
                  <a:pt x="1151342" y="669759"/>
                  <a:pt x="1154309" y="668847"/>
                </a:cubicBezTo>
                <a:cubicBezTo>
                  <a:pt x="1157277" y="667934"/>
                  <a:pt x="1160289" y="667212"/>
                  <a:pt x="1163348" y="666679"/>
                </a:cubicBezTo>
                <a:cubicBezTo>
                  <a:pt x="1166406" y="666145"/>
                  <a:pt x="1169485" y="665806"/>
                  <a:pt x="1172586" y="665660"/>
                </a:cubicBezTo>
                <a:cubicBezTo>
                  <a:pt x="1175687" y="665514"/>
                  <a:pt x="1178785" y="665563"/>
                  <a:pt x="1181880" y="665807"/>
                </a:cubicBezTo>
                <a:cubicBezTo>
                  <a:pt x="1184975" y="666052"/>
                  <a:pt x="1188042" y="666489"/>
                  <a:pt x="1191082" y="667119"/>
                </a:cubicBezTo>
                <a:cubicBezTo>
                  <a:pt x="1194121" y="667749"/>
                  <a:pt x="1197110" y="668568"/>
                  <a:pt x="1200046" y="669574"/>
                </a:cubicBezTo>
                <a:cubicBezTo>
                  <a:pt x="1202983" y="670580"/>
                  <a:pt x="1205845" y="671767"/>
                  <a:pt x="1208633" y="673133"/>
                </a:cubicBezTo>
                <a:cubicBezTo>
                  <a:pt x="1211420" y="674500"/>
                  <a:pt x="1214111" y="676035"/>
                  <a:pt x="1216705" y="677740"/>
                </a:cubicBezTo>
                <a:cubicBezTo>
                  <a:pt x="1219299" y="679445"/>
                  <a:pt x="1221776" y="681306"/>
                  <a:pt x="1224136" y="683323"/>
                </a:cubicBezTo>
                <a:cubicBezTo>
                  <a:pt x="1226496" y="685340"/>
                  <a:pt x="1228720" y="687497"/>
                  <a:pt x="1230809" y="689794"/>
                </a:cubicBezTo>
                <a:cubicBezTo>
                  <a:pt x="1232897" y="692090"/>
                  <a:pt x="1234834" y="694509"/>
                  <a:pt x="1236618" y="697050"/>
                </a:cubicBezTo>
                <a:cubicBezTo>
                  <a:pt x="1238402" y="699590"/>
                  <a:pt x="1240020" y="702232"/>
                  <a:pt x="1241472" y="704976"/>
                </a:cubicBezTo>
                <a:cubicBezTo>
                  <a:pt x="1242923" y="707720"/>
                  <a:pt x="1244197" y="710545"/>
                  <a:pt x="1245293" y="713449"/>
                </a:cubicBezTo>
                <a:cubicBezTo>
                  <a:pt x="1246389" y="716353"/>
                  <a:pt x="1247299" y="719315"/>
                  <a:pt x="1248022" y="722334"/>
                </a:cubicBezTo>
                <a:cubicBezTo>
                  <a:pt x="1248746" y="725353"/>
                  <a:pt x="1249277" y="728405"/>
                  <a:pt x="1249616" y="731491"/>
                </a:cubicBezTo>
                <a:lnTo>
                  <a:pt x="1388477" y="764751"/>
                </a:lnTo>
                <a:lnTo>
                  <a:pt x="1376764" y="813657"/>
                </a:lnTo>
                <a:lnTo>
                  <a:pt x="1237903" y="780397"/>
                </a:lnTo>
                <a:cubicBezTo>
                  <a:pt x="1234803" y="784944"/>
                  <a:pt x="1231240" y="789094"/>
                  <a:pt x="1227214" y="792846"/>
                </a:cubicBezTo>
                <a:cubicBezTo>
                  <a:pt x="1223188" y="796599"/>
                  <a:pt x="1218798" y="799861"/>
                  <a:pt x="1214044" y="802635"/>
                </a:cubicBezTo>
                <a:cubicBezTo>
                  <a:pt x="1209290" y="805407"/>
                  <a:pt x="1204289" y="807622"/>
                  <a:pt x="1199041" y="809279"/>
                </a:cubicBezTo>
                <a:cubicBezTo>
                  <a:pt x="1193793" y="810937"/>
                  <a:pt x="1188427" y="811995"/>
                  <a:pt x="1182942" y="812455"/>
                </a:cubicBezTo>
                <a:cubicBezTo>
                  <a:pt x="1177458" y="812915"/>
                  <a:pt x="1171990" y="812765"/>
                  <a:pt x="1166540" y="812005"/>
                </a:cubicBezTo>
                <a:cubicBezTo>
                  <a:pt x="1161089" y="811245"/>
                  <a:pt x="1155789" y="809894"/>
                  <a:pt x="1150640" y="807951"/>
                </a:cubicBezTo>
                <a:cubicBezTo>
                  <a:pt x="1145490" y="806009"/>
                  <a:pt x="1140618" y="803522"/>
                  <a:pt x="1136024" y="800493"/>
                </a:cubicBezTo>
                <a:cubicBezTo>
                  <a:pt x="1131429" y="797464"/>
                  <a:pt x="1127225" y="793965"/>
                  <a:pt x="1123411" y="789998"/>
                </a:cubicBezTo>
                <a:cubicBezTo>
                  <a:pt x="1119596" y="786030"/>
                  <a:pt x="1116266" y="781690"/>
                  <a:pt x="1113421" y="776980"/>
                </a:cubicBezTo>
                <a:cubicBezTo>
                  <a:pt x="1110575" y="772269"/>
                  <a:pt x="1108283" y="767303"/>
                  <a:pt x="1106545" y="762081"/>
                </a:cubicBezTo>
                <a:cubicBezTo>
                  <a:pt x="1104807" y="756859"/>
                  <a:pt x="1103666" y="751510"/>
                  <a:pt x="1103121" y="746034"/>
                </a:cubicBezTo>
                <a:cubicBezTo>
                  <a:pt x="1102577" y="740557"/>
                  <a:pt x="1102643" y="735088"/>
                  <a:pt x="1103319" y="729626"/>
                </a:cubicBezTo>
                <a:cubicBezTo>
                  <a:pt x="1103995" y="724164"/>
                  <a:pt x="1105264" y="718844"/>
                  <a:pt x="1107127" y="713665"/>
                </a:cubicBezTo>
                <a:cubicBezTo>
                  <a:pt x="1108990" y="708486"/>
                  <a:pt x="1111401" y="703576"/>
                  <a:pt x="1114359" y="698936"/>
                </a:cubicBezTo>
                <a:cubicBezTo>
                  <a:pt x="1117318" y="694295"/>
                  <a:pt x="1120751" y="690037"/>
                  <a:pt x="1124659" y="686163"/>
                </a:cubicBezTo>
                <a:cubicBezTo>
                  <a:pt x="1128568" y="682288"/>
                  <a:pt x="1132855" y="678891"/>
                  <a:pt x="1137521" y="675973"/>
                </a:cubicBezTo>
                <a:lnTo>
                  <a:pt x="1137400" y="676480"/>
                </a:lnTo>
                <a:close/>
                <a:moveTo>
                  <a:pt x="1141308" y="355896"/>
                </a:moveTo>
                <a:lnTo>
                  <a:pt x="1098823" y="533274"/>
                </a:lnTo>
                <a:cubicBezTo>
                  <a:pt x="1103635" y="536452"/>
                  <a:pt x="1108016" y="540142"/>
                  <a:pt x="1111966" y="544344"/>
                </a:cubicBezTo>
                <a:cubicBezTo>
                  <a:pt x="1115916" y="548547"/>
                  <a:pt x="1119328" y="553148"/>
                  <a:pt x="1122201" y="558149"/>
                </a:cubicBezTo>
                <a:cubicBezTo>
                  <a:pt x="1125075" y="563149"/>
                  <a:pt x="1127334" y="568413"/>
                  <a:pt x="1128977" y="573942"/>
                </a:cubicBezTo>
                <a:cubicBezTo>
                  <a:pt x="1130620" y="579470"/>
                  <a:pt x="1131603" y="585113"/>
                  <a:pt x="1131926" y="590872"/>
                </a:cubicBezTo>
                <a:cubicBezTo>
                  <a:pt x="1132250" y="596629"/>
                  <a:pt x="1131905" y="602348"/>
                  <a:pt x="1130892" y="608025"/>
                </a:cubicBezTo>
                <a:cubicBezTo>
                  <a:pt x="1129878" y="613703"/>
                  <a:pt x="1128224" y="619187"/>
                  <a:pt x="1125928" y="624477"/>
                </a:cubicBezTo>
                <a:cubicBezTo>
                  <a:pt x="1123633" y="629769"/>
                  <a:pt x="1120758" y="634723"/>
                  <a:pt x="1117304" y="639342"/>
                </a:cubicBezTo>
                <a:cubicBezTo>
                  <a:pt x="1113850" y="643960"/>
                  <a:pt x="1109910" y="648118"/>
                  <a:pt x="1105484" y="651815"/>
                </a:cubicBezTo>
                <a:cubicBezTo>
                  <a:pt x="1101058" y="655513"/>
                  <a:pt x="1096265" y="658650"/>
                  <a:pt x="1091105" y="661226"/>
                </a:cubicBezTo>
                <a:cubicBezTo>
                  <a:pt x="1085945" y="663803"/>
                  <a:pt x="1080558" y="665750"/>
                  <a:pt x="1074943" y="667067"/>
                </a:cubicBezTo>
                <a:cubicBezTo>
                  <a:pt x="1069328" y="668385"/>
                  <a:pt x="1063637" y="669037"/>
                  <a:pt x="1057870" y="669023"/>
                </a:cubicBezTo>
                <a:cubicBezTo>
                  <a:pt x="1052103" y="669010"/>
                  <a:pt x="1046415" y="668331"/>
                  <a:pt x="1040806" y="666987"/>
                </a:cubicBezTo>
                <a:cubicBezTo>
                  <a:pt x="1035197" y="665644"/>
                  <a:pt x="1029819" y="663672"/>
                  <a:pt x="1024672" y="661071"/>
                </a:cubicBezTo>
                <a:cubicBezTo>
                  <a:pt x="1019524" y="658471"/>
                  <a:pt x="1014746" y="655311"/>
                  <a:pt x="1010337" y="651593"/>
                </a:cubicBezTo>
                <a:cubicBezTo>
                  <a:pt x="1005928" y="647875"/>
                  <a:pt x="1002008" y="643699"/>
                  <a:pt x="998575" y="639064"/>
                </a:cubicBezTo>
                <a:cubicBezTo>
                  <a:pt x="995143" y="634429"/>
                  <a:pt x="992291" y="629462"/>
                  <a:pt x="990020" y="624160"/>
                </a:cubicBezTo>
                <a:cubicBezTo>
                  <a:pt x="987750" y="618858"/>
                  <a:pt x="986121" y="613366"/>
                  <a:pt x="985134" y="607685"/>
                </a:cubicBezTo>
                <a:cubicBezTo>
                  <a:pt x="984147" y="602002"/>
                  <a:pt x="983829" y="596283"/>
                  <a:pt x="984180" y="590526"/>
                </a:cubicBezTo>
                <a:cubicBezTo>
                  <a:pt x="984530" y="584770"/>
                  <a:pt x="985540" y="579131"/>
                  <a:pt x="987209" y="573610"/>
                </a:cubicBezTo>
                <a:cubicBezTo>
                  <a:pt x="988878" y="568089"/>
                  <a:pt x="991161" y="562836"/>
                  <a:pt x="994058" y="557850"/>
                </a:cubicBezTo>
                <a:cubicBezTo>
                  <a:pt x="996955" y="552862"/>
                  <a:pt x="1000388" y="548277"/>
                  <a:pt x="1004357" y="544093"/>
                </a:cubicBezTo>
                <a:cubicBezTo>
                  <a:pt x="1008327" y="539909"/>
                  <a:pt x="1012725" y="536239"/>
                  <a:pt x="1017552" y="533084"/>
                </a:cubicBezTo>
                <a:cubicBezTo>
                  <a:pt x="1022380" y="529928"/>
                  <a:pt x="1027506" y="527372"/>
                  <a:pt x="1032931" y="525414"/>
                </a:cubicBezTo>
                <a:cubicBezTo>
                  <a:pt x="1038356" y="523457"/>
                  <a:pt x="1043934" y="522152"/>
                  <a:pt x="1049664" y="521499"/>
                </a:cubicBezTo>
                <a:lnTo>
                  <a:pt x="1092149" y="344122"/>
                </a:lnTo>
                <a:lnTo>
                  <a:pt x="1141308" y="355896"/>
                </a:lnTo>
                <a:close/>
                <a:moveTo>
                  <a:pt x="919573" y="563486"/>
                </a:moveTo>
                <a:cubicBezTo>
                  <a:pt x="918515" y="567927"/>
                  <a:pt x="917059" y="572234"/>
                  <a:pt x="915207" y="576407"/>
                </a:cubicBezTo>
                <a:cubicBezTo>
                  <a:pt x="913354" y="580581"/>
                  <a:pt x="911135" y="584549"/>
                  <a:pt x="908550" y="588313"/>
                </a:cubicBezTo>
                <a:cubicBezTo>
                  <a:pt x="905966" y="592076"/>
                  <a:pt x="903059" y="595572"/>
                  <a:pt x="899829" y="598800"/>
                </a:cubicBezTo>
                <a:cubicBezTo>
                  <a:pt x="896600" y="602028"/>
                  <a:pt x="893102" y="604933"/>
                  <a:pt x="889337" y="607515"/>
                </a:cubicBezTo>
                <a:cubicBezTo>
                  <a:pt x="885571" y="610098"/>
                  <a:pt x="881602" y="612314"/>
                  <a:pt x="877427" y="614164"/>
                </a:cubicBezTo>
                <a:cubicBezTo>
                  <a:pt x="873253" y="616014"/>
                  <a:pt x="868945" y="617467"/>
                  <a:pt x="864503" y="618523"/>
                </a:cubicBezTo>
                <a:cubicBezTo>
                  <a:pt x="860061" y="619578"/>
                  <a:pt x="855559" y="620219"/>
                  <a:pt x="850999" y="620444"/>
                </a:cubicBezTo>
                <a:cubicBezTo>
                  <a:pt x="846439" y="620669"/>
                  <a:pt x="841896" y="620476"/>
                  <a:pt x="837372" y="619863"/>
                </a:cubicBezTo>
                <a:cubicBezTo>
                  <a:pt x="832847" y="619251"/>
                  <a:pt x="828417" y="618230"/>
                  <a:pt x="824080" y="616800"/>
                </a:cubicBezTo>
                <a:cubicBezTo>
                  <a:pt x="819744" y="615370"/>
                  <a:pt x="815575" y="613556"/>
                  <a:pt x="811574" y="611357"/>
                </a:cubicBezTo>
                <a:cubicBezTo>
                  <a:pt x="807572" y="609158"/>
                  <a:pt x="803805" y="606612"/>
                  <a:pt x="800273" y="603718"/>
                </a:cubicBezTo>
                <a:cubicBezTo>
                  <a:pt x="796741" y="600825"/>
                  <a:pt x="793504" y="597633"/>
                  <a:pt x="790561" y="594142"/>
                </a:cubicBezTo>
                <a:cubicBezTo>
                  <a:pt x="787618" y="590652"/>
                  <a:pt x="785018" y="586921"/>
                  <a:pt x="782763" y="582951"/>
                </a:cubicBezTo>
                <a:cubicBezTo>
                  <a:pt x="780508" y="578981"/>
                  <a:pt x="778635" y="574838"/>
                  <a:pt x="777145" y="570523"/>
                </a:cubicBezTo>
                <a:cubicBezTo>
                  <a:pt x="775654" y="566207"/>
                  <a:pt x="774570" y="561791"/>
                  <a:pt x="773893" y="557275"/>
                </a:cubicBezTo>
                <a:cubicBezTo>
                  <a:pt x="773217" y="552760"/>
                  <a:pt x="772959" y="548221"/>
                  <a:pt x="773120" y="543658"/>
                </a:cubicBezTo>
                <a:cubicBezTo>
                  <a:pt x="773281" y="539095"/>
                  <a:pt x="773858" y="534585"/>
                  <a:pt x="774851" y="530128"/>
                </a:cubicBezTo>
                <a:cubicBezTo>
                  <a:pt x="775843" y="525672"/>
                  <a:pt x="777235" y="521343"/>
                  <a:pt x="779026" y="517144"/>
                </a:cubicBezTo>
                <a:cubicBezTo>
                  <a:pt x="780817" y="512943"/>
                  <a:pt x="782977" y="508943"/>
                  <a:pt x="785506" y="505141"/>
                </a:cubicBezTo>
                <a:cubicBezTo>
                  <a:pt x="788035" y="501340"/>
                  <a:pt x="790891" y="497801"/>
                  <a:pt x="794072" y="494527"/>
                </a:cubicBezTo>
                <a:cubicBezTo>
                  <a:pt x="797254" y="491252"/>
                  <a:pt x="800708" y="488296"/>
                  <a:pt x="804435" y="485658"/>
                </a:cubicBezTo>
                <a:cubicBezTo>
                  <a:pt x="808162" y="483021"/>
                  <a:pt x="812099" y="480746"/>
                  <a:pt x="816245" y="478834"/>
                </a:cubicBezTo>
                <a:cubicBezTo>
                  <a:pt x="820392" y="476923"/>
                  <a:pt x="824678" y="475407"/>
                  <a:pt x="829104" y="474286"/>
                </a:cubicBezTo>
                <a:cubicBezTo>
                  <a:pt x="833531" y="473165"/>
                  <a:pt x="838022" y="472459"/>
                  <a:pt x="842578" y="472166"/>
                </a:cubicBezTo>
                <a:cubicBezTo>
                  <a:pt x="843084" y="471512"/>
                  <a:pt x="843669" y="470937"/>
                  <a:pt x="844331" y="470443"/>
                </a:cubicBezTo>
                <a:lnTo>
                  <a:pt x="934341" y="388847"/>
                </a:lnTo>
                <a:lnTo>
                  <a:pt x="953277" y="309787"/>
                </a:lnTo>
                <a:lnTo>
                  <a:pt x="1001169" y="321259"/>
                </a:lnTo>
                <a:lnTo>
                  <a:pt x="980412" y="407920"/>
                </a:lnTo>
                <a:cubicBezTo>
                  <a:pt x="979157" y="412988"/>
                  <a:pt x="976608" y="417289"/>
                  <a:pt x="972766" y="420825"/>
                </a:cubicBezTo>
                <a:lnTo>
                  <a:pt x="897041" y="489765"/>
                </a:lnTo>
                <a:cubicBezTo>
                  <a:pt x="902034" y="494240"/>
                  <a:pt x="906345" y="499296"/>
                  <a:pt x="909973" y="504934"/>
                </a:cubicBezTo>
                <a:cubicBezTo>
                  <a:pt x="913602" y="510572"/>
                  <a:pt x="916418" y="516590"/>
                  <a:pt x="918422" y="522988"/>
                </a:cubicBezTo>
                <a:cubicBezTo>
                  <a:pt x="920427" y="529386"/>
                  <a:pt x="921547" y="535936"/>
                  <a:pt x="921783" y="542636"/>
                </a:cubicBezTo>
                <a:cubicBezTo>
                  <a:pt x="922020" y="549336"/>
                  <a:pt x="921364" y="555948"/>
                  <a:pt x="919816" y="562472"/>
                </a:cubicBezTo>
                <a:lnTo>
                  <a:pt x="919573" y="563486"/>
                </a:lnTo>
                <a:close/>
                <a:moveTo>
                  <a:pt x="725202" y="591951"/>
                </a:moveTo>
                <a:cubicBezTo>
                  <a:pt x="723179" y="600248"/>
                  <a:pt x="719824" y="607966"/>
                  <a:pt x="715139" y="615106"/>
                </a:cubicBezTo>
                <a:cubicBezTo>
                  <a:pt x="710453" y="622245"/>
                  <a:pt x="704707" y="628393"/>
                  <a:pt x="697900" y="633550"/>
                </a:cubicBezTo>
                <a:cubicBezTo>
                  <a:pt x="691093" y="638708"/>
                  <a:pt x="683620" y="642576"/>
                  <a:pt x="675478" y="645154"/>
                </a:cubicBezTo>
                <a:cubicBezTo>
                  <a:pt x="667337" y="647733"/>
                  <a:pt x="658999" y="648873"/>
                  <a:pt x="650465" y="648575"/>
                </a:cubicBezTo>
                <a:cubicBezTo>
                  <a:pt x="641930" y="648277"/>
                  <a:pt x="633692" y="646558"/>
                  <a:pt x="625751" y="643419"/>
                </a:cubicBezTo>
                <a:cubicBezTo>
                  <a:pt x="617809" y="640279"/>
                  <a:pt x="610623" y="635899"/>
                  <a:pt x="604192" y="630280"/>
                </a:cubicBezTo>
                <a:cubicBezTo>
                  <a:pt x="597762" y="624661"/>
                  <a:pt x="592458" y="618127"/>
                  <a:pt x="588281" y="610678"/>
                </a:cubicBezTo>
                <a:cubicBezTo>
                  <a:pt x="584105" y="603230"/>
                  <a:pt x="581297" y="595296"/>
                  <a:pt x="579857" y="586879"/>
                </a:cubicBezTo>
                <a:cubicBezTo>
                  <a:pt x="578312" y="576982"/>
                  <a:pt x="578699" y="567162"/>
                  <a:pt x="581019" y="557416"/>
                </a:cubicBezTo>
                <a:cubicBezTo>
                  <a:pt x="582800" y="550014"/>
                  <a:pt x="585655" y="543052"/>
                  <a:pt x="589585" y="536532"/>
                </a:cubicBezTo>
                <a:cubicBezTo>
                  <a:pt x="593515" y="530010"/>
                  <a:pt x="598336" y="524233"/>
                  <a:pt x="604049" y="519200"/>
                </a:cubicBezTo>
                <a:cubicBezTo>
                  <a:pt x="609762" y="514167"/>
                  <a:pt x="616100" y="510112"/>
                  <a:pt x="623064" y="507036"/>
                </a:cubicBezTo>
                <a:cubicBezTo>
                  <a:pt x="630029" y="503959"/>
                  <a:pt x="637295" y="502004"/>
                  <a:pt x="644863" y="501170"/>
                </a:cubicBezTo>
                <a:lnTo>
                  <a:pt x="659551" y="439848"/>
                </a:lnTo>
                <a:cubicBezTo>
                  <a:pt x="660806" y="434780"/>
                  <a:pt x="663355" y="430479"/>
                  <a:pt x="667196" y="426944"/>
                </a:cubicBezTo>
                <a:lnTo>
                  <a:pt x="757206" y="345348"/>
                </a:lnTo>
                <a:lnTo>
                  <a:pt x="775900" y="267302"/>
                </a:lnTo>
                <a:lnTo>
                  <a:pt x="823792" y="278774"/>
                </a:lnTo>
                <a:lnTo>
                  <a:pt x="803035" y="365435"/>
                </a:lnTo>
                <a:cubicBezTo>
                  <a:pt x="801779" y="370502"/>
                  <a:pt x="799231" y="374804"/>
                  <a:pt x="795389" y="378340"/>
                </a:cubicBezTo>
                <a:lnTo>
                  <a:pt x="705186" y="459621"/>
                </a:lnTo>
                <a:lnTo>
                  <a:pt x="692501" y="512580"/>
                </a:lnTo>
                <a:cubicBezTo>
                  <a:pt x="698912" y="516642"/>
                  <a:pt x="704563" y="521574"/>
                  <a:pt x="709457" y="527374"/>
                </a:cubicBezTo>
                <a:cubicBezTo>
                  <a:pt x="714350" y="533174"/>
                  <a:pt x="718258" y="539576"/>
                  <a:pt x="721182" y="546578"/>
                </a:cubicBezTo>
                <a:cubicBezTo>
                  <a:pt x="724106" y="553581"/>
                  <a:pt x="725910" y="560862"/>
                  <a:pt x="726594" y="568420"/>
                </a:cubicBezTo>
                <a:cubicBezTo>
                  <a:pt x="727278" y="575977"/>
                  <a:pt x="726810" y="583463"/>
                  <a:pt x="725191" y="590877"/>
                </a:cubicBezTo>
                <a:lnTo>
                  <a:pt x="725202" y="591951"/>
                </a:lnTo>
                <a:close/>
                <a:moveTo>
                  <a:pt x="406651" y="557181"/>
                </a:moveTo>
                <a:cubicBezTo>
                  <a:pt x="409822" y="552360"/>
                  <a:pt x="413507" y="547970"/>
                  <a:pt x="417706" y="544010"/>
                </a:cubicBezTo>
                <a:cubicBezTo>
                  <a:pt x="421905" y="540050"/>
                  <a:pt x="426503" y="536628"/>
                  <a:pt x="431503" y="533745"/>
                </a:cubicBezTo>
                <a:cubicBezTo>
                  <a:pt x="436502" y="530861"/>
                  <a:pt x="441766" y="528594"/>
                  <a:pt x="447296" y="526942"/>
                </a:cubicBezTo>
                <a:cubicBezTo>
                  <a:pt x="452826" y="525290"/>
                  <a:pt x="458471" y="524299"/>
                  <a:pt x="464233" y="523968"/>
                </a:cubicBezTo>
                <a:cubicBezTo>
                  <a:pt x="469995" y="523637"/>
                  <a:pt x="475717" y="523975"/>
                  <a:pt x="481399" y="524983"/>
                </a:cubicBezTo>
                <a:cubicBezTo>
                  <a:pt x="487082" y="525991"/>
                  <a:pt x="492571" y="527641"/>
                  <a:pt x="497868" y="529933"/>
                </a:cubicBezTo>
                <a:cubicBezTo>
                  <a:pt x="503164" y="532225"/>
                  <a:pt x="508125" y="535098"/>
                  <a:pt x="512749" y="538550"/>
                </a:cubicBezTo>
                <a:cubicBezTo>
                  <a:pt x="517373" y="542003"/>
                  <a:pt x="521537" y="545943"/>
                  <a:pt x="525240" y="550370"/>
                </a:cubicBezTo>
                <a:cubicBezTo>
                  <a:pt x="528942" y="554796"/>
                  <a:pt x="532084" y="559591"/>
                  <a:pt x="534665" y="564753"/>
                </a:cubicBezTo>
                <a:cubicBezTo>
                  <a:pt x="537246" y="569915"/>
                  <a:pt x="539196" y="575305"/>
                  <a:pt x="540516" y="580923"/>
                </a:cubicBezTo>
                <a:cubicBezTo>
                  <a:pt x="541836" y="586542"/>
                  <a:pt x="542489" y="592236"/>
                  <a:pt x="542477" y="598008"/>
                </a:cubicBezTo>
                <a:cubicBezTo>
                  <a:pt x="542464" y="603779"/>
                  <a:pt x="541786" y="609471"/>
                  <a:pt x="540441" y="615083"/>
                </a:cubicBezTo>
                <a:cubicBezTo>
                  <a:pt x="539097" y="620695"/>
                  <a:pt x="537123" y="626077"/>
                  <a:pt x="534520" y="631227"/>
                </a:cubicBezTo>
                <a:cubicBezTo>
                  <a:pt x="531916" y="636378"/>
                  <a:pt x="528754" y="641159"/>
                  <a:pt x="525032" y="645569"/>
                </a:cubicBezTo>
                <a:cubicBezTo>
                  <a:pt x="521310" y="649980"/>
                  <a:pt x="517129" y="653902"/>
                  <a:pt x="512490" y="657334"/>
                </a:cubicBezTo>
                <a:cubicBezTo>
                  <a:pt x="507850" y="660767"/>
                  <a:pt x="502878" y="663618"/>
                  <a:pt x="497571" y="665886"/>
                </a:cubicBezTo>
                <a:cubicBezTo>
                  <a:pt x="492265" y="668155"/>
                  <a:pt x="486768" y="669782"/>
                  <a:pt x="481081" y="670764"/>
                </a:cubicBezTo>
                <a:cubicBezTo>
                  <a:pt x="475394" y="671747"/>
                  <a:pt x="469671" y="672061"/>
                  <a:pt x="463911" y="671705"/>
                </a:cubicBezTo>
                <a:cubicBezTo>
                  <a:pt x="458150" y="671349"/>
                  <a:pt x="452509" y="670333"/>
                  <a:pt x="446987" y="668657"/>
                </a:cubicBezTo>
                <a:cubicBezTo>
                  <a:pt x="441464" y="666981"/>
                  <a:pt x="436210" y="664690"/>
                  <a:pt x="431223" y="661784"/>
                </a:cubicBezTo>
                <a:cubicBezTo>
                  <a:pt x="426237" y="658879"/>
                  <a:pt x="421653" y="655438"/>
                  <a:pt x="417471" y="651459"/>
                </a:cubicBezTo>
                <a:cubicBezTo>
                  <a:pt x="413290" y="647482"/>
                  <a:pt x="409624" y="643075"/>
                  <a:pt x="406474" y="638239"/>
                </a:cubicBezTo>
                <a:cubicBezTo>
                  <a:pt x="403324" y="633404"/>
                  <a:pt x="400774" y="628270"/>
                  <a:pt x="398825" y="622838"/>
                </a:cubicBezTo>
                <a:cubicBezTo>
                  <a:pt x="396876" y="617407"/>
                  <a:pt x="395580" y="611822"/>
                  <a:pt x="394937" y="606087"/>
                </a:cubicBezTo>
                <a:lnTo>
                  <a:pt x="335643" y="591885"/>
                </a:lnTo>
                <a:lnTo>
                  <a:pt x="348388" y="538672"/>
                </a:lnTo>
                <a:lnTo>
                  <a:pt x="353691" y="544497"/>
                </a:lnTo>
                <a:lnTo>
                  <a:pt x="406651" y="557181"/>
                </a:lnTo>
                <a:close/>
                <a:moveTo>
                  <a:pt x="421458" y="801868"/>
                </a:moveTo>
                <a:lnTo>
                  <a:pt x="340287" y="710085"/>
                </a:lnTo>
                <a:lnTo>
                  <a:pt x="309120" y="702619"/>
                </a:lnTo>
                <a:lnTo>
                  <a:pt x="320955" y="653207"/>
                </a:lnTo>
                <a:lnTo>
                  <a:pt x="359725" y="662493"/>
                </a:lnTo>
                <a:cubicBezTo>
                  <a:pt x="364679" y="663694"/>
                  <a:pt x="368917" y="666138"/>
                  <a:pt x="372437" y="669825"/>
                </a:cubicBezTo>
                <a:lnTo>
                  <a:pt x="453971" y="760088"/>
                </a:lnTo>
                <a:lnTo>
                  <a:pt x="506678" y="772713"/>
                </a:lnTo>
                <a:cubicBezTo>
                  <a:pt x="509156" y="768960"/>
                  <a:pt x="511953" y="765462"/>
                  <a:pt x="515069" y="762219"/>
                </a:cubicBezTo>
                <a:cubicBezTo>
                  <a:pt x="518185" y="758977"/>
                  <a:pt x="521569" y="756042"/>
                  <a:pt x="525219" y="753417"/>
                </a:cubicBezTo>
                <a:cubicBezTo>
                  <a:pt x="528870" y="750791"/>
                  <a:pt x="532729" y="748516"/>
                  <a:pt x="536794" y="746594"/>
                </a:cubicBezTo>
                <a:cubicBezTo>
                  <a:pt x="540860" y="744672"/>
                  <a:pt x="545066" y="743133"/>
                  <a:pt x="549412" y="741977"/>
                </a:cubicBezTo>
                <a:cubicBezTo>
                  <a:pt x="553758" y="740821"/>
                  <a:pt x="558173" y="740069"/>
                  <a:pt x="562656" y="739718"/>
                </a:cubicBezTo>
                <a:cubicBezTo>
                  <a:pt x="567140" y="739367"/>
                  <a:pt x="571618" y="739425"/>
                  <a:pt x="576091" y="739890"/>
                </a:cubicBezTo>
                <a:cubicBezTo>
                  <a:pt x="580564" y="740356"/>
                  <a:pt x="584958" y="741222"/>
                  <a:pt x="589273" y="742489"/>
                </a:cubicBezTo>
                <a:cubicBezTo>
                  <a:pt x="593588" y="743756"/>
                  <a:pt x="597753" y="745403"/>
                  <a:pt x="601768" y="747429"/>
                </a:cubicBezTo>
                <a:cubicBezTo>
                  <a:pt x="605782" y="749454"/>
                  <a:pt x="609581" y="751827"/>
                  <a:pt x="613163" y="754545"/>
                </a:cubicBezTo>
                <a:cubicBezTo>
                  <a:pt x="616746" y="757265"/>
                  <a:pt x="620053" y="760285"/>
                  <a:pt x="623084" y="763606"/>
                </a:cubicBezTo>
                <a:cubicBezTo>
                  <a:pt x="626116" y="766928"/>
                  <a:pt x="628822" y="770496"/>
                  <a:pt x="631204" y="774312"/>
                </a:cubicBezTo>
                <a:cubicBezTo>
                  <a:pt x="633585" y="778126"/>
                  <a:pt x="635601" y="782125"/>
                  <a:pt x="637253" y="786308"/>
                </a:cubicBezTo>
                <a:cubicBezTo>
                  <a:pt x="638905" y="790491"/>
                  <a:pt x="640166" y="794788"/>
                  <a:pt x="641034" y="799201"/>
                </a:cubicBezTo>
                <a:cubicBezTo>
                  <a:pt x="641903" y="803613"/>
                  <a:pt x="642365" y="808068"/>
                  <a:pt x="642422" y="812565"/>
                </a:cubicBezTo>
                <a:cubicBezTo>
                  <a:pt x="642478" y="817062"/>
                  <a:pt x="642127" y="821527"/>
                  <a:pt x="641370" y="825959"/>
                </a:cubicBezTo>
                <a:cubicBezTo>
                  <a:pt x="640612" y="830392"/>
                  <a:pt x="639460" y="834720"/>
                  <a:pt x="637913" y="838943"/>
                </a:cubicBezTo>
                <a:cubicBezTo>
                  <a:pt x="636366" y="843166"/>
                  <a:pt x="634451" y="847213"/>
                  <a:pt x="632166" y="851088"/>
                </a:cubicBezTo>
                <a:cubicBezTo>
                  <a:pt x="629881" y="854961"/>
                  <a:pt x="627265" y="858596"/>
                  <a:pt x="624318" y="861992"/>
                </a:cubicBezTo>
                <a:cubicBezTo>
                  <a:pt x="621370" y="865389"/>
                  <a:pt x="618140" y="868491"/>
                  <a:pt x="614627" y="871299"/>
                </a:cubicBezTo>
                <a:cubicBezTo>
                  <a:pt x="611114" y="874106"/>
                  <a:pt x="607376" y="876574"/>
                  <a:pt x="603413" y="878699"/>
                </a:cubicBezTo>
                <a:cubicBezTo>
                  <a:pt x="599450" y="880825"/>
                  <a:pt x="595328" y="882576"/>
                  <a:pt x="591046" y="883951"/>
                </a:cubicBezTo>
                <a:cubicBezTo>
                  <a:pt x="586764" y="885325"/>
                  <a:pt x="582393" y="886302"/>
                  <a:pt x="577933" y="886879"/>
                </a:cubicBezTo>
                <a:cubicBezTo>
                  <a:pt x="573473" y="887457"/>
                  <a:pt x="568998" y="887626"/>
                  <a:pt x="564507" y="887388"/>
                </a:cubicBezTo>
                <a:cubicBezTo>
                  <a:pt x="560016" y="887150"/>
                  <a:pt x="555584" y="886508"/>
                  <a:pt x="551210" y="885461"/>
                </a:cubicBezTo>
                <a:cubicBezTo>
                  <a:pt x="546339" y="884304"/>
                  <a:pt x="541646" y="882645"/>
                  <a:pt x="537131" y="880482"/>
                </a:cubicBezTo>
                <a:cubicBezTo>
                  <a:pt x="525472" y="874994"/>
                  <a:pt x="515891" y="867013"/>
                  <a:pt x="508387" y="856538"/>
                </a:cubicBezTo>
                <a:cubicBezTo>
                  <a:pt x="500883" y="846062"/>
                  <a:pt x="496409" y="834422"/>
                  <a:pt x="494964" y="821618"/>
                </a:cubicBezTo>
                <a:lnTo>
                  <a:pt x="434656" y="807173"/>
                </a:lnTo>
                <a:cubicBezTo>
                  <a:pt x="429588" y="805917"/>
                  <a:pt x="425286" y="803369"/>
                  <a:pt x="421751" y="799527"/>
                </a:cubicBezTo>
                <a:lnTo>
                  <a:pt x="421458" y="801868"/>
                </a:lnTo>
                <a:close/>
                <a:moveTo>
                  <a:pt x="408894" y="1276048"/>
                </a:moveTo>
                <a:lnTo>
                  <a:pt x="455991" y="1079412"/>
                </a:lnTo>
                <a:cubicBezTo>
                  <a:pt x="448693" y="1074603"/>
                  <a:pt x="442443" y="1068687"/>
                  <a:pt x="437242" y="1061664"/>
                </a:cubicBezTo>
                <a:cubicBezTo>
                  <a:pt x="432040" y="1054640"/>
                  <a:pt x="428203" y="1046936"/>
                  <a:pt x="425731" y="1038553"/>
                </a:cubicBezTo>
                <a:cubicBezTo>
                  <a:pt x="423259" y="1030170"/>
                  <a:pt x="422302" y="1021617"/>
                  <a:pt x="422860" y="1012895"/>
                </a:cubicBezTo>
                <a:cubicBezTo>
                  <a:pt x="423418" y="1004172"/>
                  <a:pt x="425458" y="995811"/>
                  <a:pt x="428979" y="987811"/>
                </a:cubicBezTo>
                <a:cubicBezTo>
                  <a:pt x="432500" y="979812"/>
                  <a:pt x="437288" y="972661"/>
                  <a:pt x="443343" y="966357"/>
                </a:cubicBezTo>
                <a:cubicBezTo>
                  <a:pt x="449398" y="960055"/>
                  <a:pt x="456351" y="954983"/>
                  <a:pt x="464203" y="951143"/>
                </a:cubicBezTo>
                <a:cubicBezTo>
                  <a:pt x="472055" y="947305"/>
                  <a:pt x="480327" y="944931"/>
                  <a:pt x="489020" y="944022"/>
                </a:cubicBezTo>
                <a:cubicBezTo>
                  <a:pt x="497713" y="943115"/>
                  <a:pt x="506297" y="943728"/>
                  <a:pt x="514773" y="945861"/>
                </a:cubicBezTo>
                <a:lnTo>
                  <a:pt x="519841" y="947075"/>
                </a:lnTo>
                <a:cubicBezTo>
                  <a:pt x="527909" y="949635"/>
                  <a:pt x="535320" y="953467"/>
                  <a:pt x="542073" y="958572"/>
                </a:cubicBezTo>
                <a:cubicBezTo>
                  <a:pt x="548827" y="963675"/>
                  <a:pt x="554536" y="969759"/>
                  <a:pt x="559201" y="976823"/>
                </a:cubicBezTo>
                <a:cubicBezTo>
                  <a:pt x="563867" y="983886"/>
                  <a:pt x="567222" y="991525"/>
                  <a:pt x="569266" y="999739"/>
                </a:cubicBezTo>
                <a:cubicBezTo>
                  <a:pt x="571310" y="1007954"/>
                  <a:pt x="571926" y="1016274"/>
                  <a:pt x="571115" y="1024700"/>
                </a:cubicBezTo>
                <a:cubicBezTo>
                  <a:pt x="570303" y="1033126"/>
                  <a:pt x="568111" y="1041176"/>
                  <a:pt x="564537" y="1048849"/>
                </a:cubicBezTo>
                <a:cubicBezTo>
                  <a:pt x="560963" y="1056523"/>
                  <a:pt x="556212" y="1063382"/>
                  <a:pt x="550285" y="1069425"/>
                </a:cubicBezTo>
                <a:cubicBezTo>
                  <a:pt x="544357" y="1075468"/>
                  <a:pt x="537592" y="1080350"/>
                  <a:pt x="529989" y="1084072"/>
                </a:cubicBezTo>
                <a:cubicBezTo>
                  <a:pt x="522386" y="1087794"/>
                  <a:pt x="514380" y="1090142"/>
                  <a:pt x="505971" y="1091116"/>
                </a:cubicBezTo>
                <a:lnTo>
                  <a:pt x="459419" y="1285470"/>
                </a:lnTo>
                <a:lnTo>
                  <a:pt x="408894" y="1276048"/>
                </a:lnTo>
                <a:close/>
                <a:moveTo>
                  <a:pt x="548261" y="1309429"/>
                </a:moveTo>
                <a:lnTo>
                  <a:pt x="572539" y="1208070"/>
                </a:lnTo>
                <a:cubicBezTo>
                  <a:pt x="573739" y="1203116"/>
                  <a:pt x="576183" y="1198879"/>
                  <a:pt x="579870" y="1195359"/>
                </a:cubicBezTo>
                <a:lnTo>
                  <a:pt x="657106" y="1125708"/>
                </a:lnTo>
                <a:cubicBezTo>
                  <a:pt x="652815" y="1121938"/>
                  <a:pt x="649008" y="1117732"/>
                  <a:pt x="645685" y="1113087"/>
                </a:cubicBezTo>
                <a:cubicBezTo>
                  <a:pt x="642361" y="1108442"/>
                  <a:pt x="639608" y="1103481"/>
                  <a:pt x="637425" y="1098204"/>
                </a:cubicBezTo>
                <a:cubicBezTo>
                  <a:pt x="635242" y="1092926"/>
                  <a:pt x="633686" y="1087469"/>
                  <a:pt x="632758" y="1081834"/>
                </a:cubicBezTo>
                <a:cubicBezTo>
                  <a:pt x="631830" y="1076199"/>
                  <a:pt x="631553" y="1070532"/>
                  <a:pt x="631928" y="1064833"/>
                </a:cubicBezTo>
                <a:cubicBezTo>
                  <a:pt x="632302" y="1059134"/>
                  <a:pt x="633319" y="1053551"/>
                  <a:pt x="634977" y="1048086"/>
                </a:cubicBezTo>
                <a:cubicBezTo>
                  <a:pt x="636635" y="1042621"/>
                  <a:pt x="638891" y="1037415"/>
                  <a:pt x="641746" y="1032469"/>
                </a:cubicBezTo>
                <a:cubicBezTo>
                  <a:pt x="644601" y="1027522"/>
                  <a:pt x="647980" y="1022964"/>
                  <a:pt x="651883" y="1018794"/>
                </a:cubicBezTo>
                <a:cubicBezTo>
                  <a:pt x="655786" y="1014625"/>
                  <a:pt x="660111" y="1010952"/>
                  <a:pt x="664859" y="1007777"/>
                </a:cubicBezTo>
                <a:cubicBezTo>
                  <a:pt x="669606" y="1004602"/>
                  <a:pt x="674652" y="1002007"/>
                  <a:pt x="679996" y="999992"/>
                </a:cubicBezTo>
                <a:cubicBezTo>
                  <a:pt x="685340" y="997977"/>
                  <a:pt x="690843" y="996595"/>
                  <a:pt x="696504" y="995845"/>
                </a:cubicBezTo>
                <a:cubicBezTo>
                  <a:pt x="702166" y="995095"/>
                  <a:pt x="707839" y="994997"/>
                  <a:pt x="713524" y="995552"/>
                </a:cubicBezTo>
                <a:cubicBezTo>
                  <a:pt x="719208" y="996107"/>
                  <a:pt x="724755" y="997299"/>
                  <a:pt x="730165" y="999129"/>
                </a:cubicBezTo>
                <a:cubicBezTo>
                  <a:pt x="735576" y="1000959"/>
                  <a:pt x="740708" y="1003378"/>
                  <a:pt x="745561" y="1006388"/>
                </a:cubicBezTo>
                <a:cubicBezTo>
                  <a:pt x="750415" y="1009398"/>
                  <a:pt x="754864" y="1012920"/>
                  <a:pt x="758908" y="1016953"/>
                </a:cubicBezTo>
                <a:cubicBezTo>
                  <a:pt x="762952" y="1020985"/>
                  <a:pt x="766486" y="1025424"/>
                  <a:pt x="769510" y="1030270"/>
                </a:cubicBezTo>
                <a:cubicBezTo>
                  <a:pt x="772533" y="1035115"/>
                  <a:pt x="774968" y="1040240"/>
                  <a:pt x="776813" y="1045645"/>
                </a:cubicBezTo>
                <a:cubicBezTo>
                  <a:pt x="778658" y="1051050"/>
                  <a:pt x="779866" y="1056594"/>
                  <a:pt x="780436" y="1062276"/>
                </a:cubicBezTo>
                <a:cubicBezTo>
                  <a:pt x="781007" y="1067960"/>
                  <a:pt x="780925" y="1073633"/>
                  <a:pt x="780191" y="1079297"/>
                </a:cubicBezTo>
                <a:cubicBezTo>
                  <a:pt x="779458" y="1084960"/>
                  <a:pt x="778091" y="1090468"/>
                  <a:pt x="776091" y="1095817"/>
                </a:cubicBezTo>
                <a:cubicBezTo>
                  <a:pt x="774091" y="1101167"/>
                  <a:pt x="771510" y="1106219"/>
                  <a:pt x="768348" y="1110976"/>
                </a:cubicBezTo>
                <a:cubicBezTo>
                  <a:pt x="765186" y="1115732"/>
                  <a:pt x="761526" y="1120067"/>
                  <a:pt x="757368" y="1123982"/>
                </a:cubicBezTo>
                <a:cubicBezTo>
                  <a:pt x="753209" y="1127897"/>
                  <a:pt x="748661" y="1131288"/>
                  <a:pt x="743722" y="1134158"/>
                </a:cubicBezTo>
                <a:cubicBezTo>
                  <a:pt x="738784" y="1137027"/>
                  <a:pt x="733584" y="1139298"/>
                  <a:pt x="728124" y="1140971"/>
                </a:cubicBezTo>
                <a:cubicBezTo>
                  <a:pt x="722663" y="1142645"/>
                  <a:pt x="717084" y="1143677"/>
                  <a:pt x="711386" y="1144067"/>
                </a:cubicBezTo>
                <a:cubicBezTo>
                  <a:pt x="710865" y="1144803"/>
                  <a:pt x="710261" y="1145462"/>
                  <a:pt x="709573" y="1146045"/>
                </a:cubicBezTo>
                <a:lnTo>
                  <a:pt x="619623" y="1227386"/>
                </a:lnTo>
                <a:lnTo>
                  <a:pt x="597167" y="1321143"/>
                </a:lnTo>
                <a:lnTo>
                  <a:pt x="548261" y="1309429"/>
                </a:lnTo>
                <a:close/>
                <a:moveTo>
                  <a:pt x="725639" y="1351914"/>
                </a:moveTo>
                <a:lnTo>
                  <a:pt x="749916" y="1250556"/>
                </a:lnTo>
                <a:cubicBezTo>
                  <a:pt x="751200" y="1245593"/>
                  <a:pt x="753728" y="1241375"/>
                  <a:pt x="757501" y="1237904"/>
                </a:cubicBezTo>
                <a:lnTo>
                  <a:pt x="848240" y="1153268"/>
                </a:lnTo>
                <a:lnTo>
                  <a:pt x="860378" y="1102589"/>
                </a:lnTo>
                <a:cubicBezTo>
                  <a:pt x="855533" y="1099412"/>
                  <a:pt x="851121" y="1095718"/>
                  <a:pt x="847140" y="1091507"/>
                </a:cubicBezTo>
                <a:cubicBezTo>
                  <a:pt x="843160" y="1087296"/>
                  <a:pt x="839720" y="1082683"/>
                  <a:pt x="836819" y="1077667"/>
                </a:cubicBezTo>
                <a:cubicBezTo>
                  <a:pt x="833919" y="1072651"/>
                  <a:pt x="831637" y="1067367"/>
                  <a:pt x="829973" y="1061817"/>
                </a:cubicBezTo>
                <a:cubicBezTo>
                  <a:pt x="828310" y="1056267"/>
                  <a:pt x="827309" y="1050600"/>
                  <a:pt x="826972" y="1044815"/>
                </a:cubicBezTo>
                <a:cubicBezTo>
                  <a:pt x="826635" y="1039031"/>
                  <a:pt x="826970" y="1033287"/>
                  <a:pt x="827978" y="1027581"/>
                </a:cubicBezTo>
                <a:cubicBezTo>
                  <a:pt x="828985" y="1021875"/>
                  <a:pt x="830638" y="1016362"/>
                  <a:pt x="832936" y="1011043"/>
                </a:cubicBezTo>
                <a:cubicBezTo>
                  <a:pt x="835234" y="1005724"/>
                  <a:pt x="838115" y="1000742"/>
                  <a:pt x="841579" y="996097"/>
                </a:cubicBezTo>
                <a:cubicBezTo>
                  <a:pt x="845043" y="991453"/>
                  <a:pt x="848996" y="987271"/>
                  <a:pt x="853439" y="983552"/>
                </a:cubicBezTo>
                <a:cubicBezTo>
                  <a:pt x="857882" y="979832"/>
                  <a:pt x="862695" y="976676"/>
                  <a:pt x="867876" y="974084"/>
                </a:cubicBezTo>
                <a:cubicBezTo>
                  <a:pt x="873058" y="971491"/>
                  <a:pt x="878469" y="969532"/>
                  <a:pt x="884109" y="968205"/>
                </a:cubicBezTo>
                <a:cubicBezTo>
                  <a:pt x="889749" y="966879"/>
                  <a:pt x="895467" y="966222"/>
                  <a:pt x="901261" y="966234"/>
                </a:cubicBezTo>
                <a:cubicBezTo>
                  <a:pt x="907055" y="966246"/>
                  <a:pt x="912769" y="966927"/>
                  <a:pt x="918404" y="968277"/>
                </a:cubicBezTo>
                <a:cubicBezTo>
                  <a:pt x="924039" y="969626"/>
                  <a:pt x="929442" y="971608"/>
                  <a:pt x="934613" y="974222"/>
                </a:cubicBezTo>
                <a:cubicBezTo>
                  <a:pt x="939783" y="976836"/>
                  <a:pt x="944583" y="980012"/>
                  <a:pt x="949010" y="983750"/>
                </a:cubicBezTo>
                <a:cubicBezTo>
                  <a:pt x="953437" y="987488"/>
                  <a:pt x="957374" y="991686"/>
                  <a:pt x="960818" y="996345"/>
                </a:cubicBezTo>
                <a:cubicBezTo>
                  <a:pt x="964263" y="1001004"/>
                  <a:pt x="967123" y="1005998"/>
                  <a:pt x="969399" y="1011326"/>
                </a:cubicBezTo>
                <a:cubicBezTo>
                  <a:pt x="971675" y="1016655"/>
                  <a:pt x="973305" y="1022174"/>
                  <a:pt x="974289" y="1027884"/>
                </a:cubicBezTo>
                <a:cubicBezTo>
                  <a:pt x="975273" y="1033594"/>
                  <a:pt x="975584" y="1039340"/>
                  <a:pt x="975223" y="1045123"/>
                </a:cubicBezTo>
                <a:cubicBezTo>
                  <a:pt x="974862" y="1050906"/>
                  <a:pt x="973838" y="1056570"/>
                  <a:pt x="972151" y="1062113"/>
                </a:cubicBezTo>
                <a:cubicBezTo>
                  <a:pt x="970464" y="1067656"/>
                  <a:pt x="968160" y="1072929"/>
                  <a:pt x="965239" y="1077933"/>
                </a:cubicBezTo>
                <a:cubicBezTo>
                  <a:pt x="962318" y="1082937"/>
                  <a:pt x="958858" y="1087536"/>
                  <a:pt x="954861" y="1091730"/>
                </a:cubicBezTo>
                <a:cubicBezTo>
                  <a:pt x="950863" y="1095925"/>
                  <a:pt x="946435" y="1099600"/>
                  <a:pt x="941577" y="1102758"/>
                </a:cubicBezTo>
                <a:cubicBezTo>
                  <a:pt x="936719" y="1105915"/>
                  <a:pt x="931562" y="1108470"/>
                  <a:pt x="926106" y="1110421"/>
                </a:cubicBezTo>
                <a:cubicBezTo>
                  <a:pt x="920650" y="1112371"/>
                  <a:pt x="915043" y="1113665"/>
                  <a:pt x="909284" y="1114303"/>
                </a:cubicBezTo>
                <a:lnTo>
                  <a:pt x="894839" y="1174611"/>
                </a:lnTo>
                <a:cubicBezTo>
                  <a:pt x="893583" y="1179679"/>
                  <a:pt x="891034" y="1183980"/>
                  <a:pt x="887193" y="1187517"/>
                </a:cubicBezTo>
                <a:lnTo>
                  <a:pt x="797243" y="1268858"/>
                </a:lnTo>
                <a:lnTo>
                  <a:pt x="774787" y="1362615"/>
                </a:lnTo>
                <a:lnTo>
                  <a:pt x="725639" y="1351914"/>
                </a:lnTo>
                <a:close/>
                <a:moveTo>
                  <a:pt x="908084" y="1395613"/>
                </a:moveTo>
                <a:lnTo>
                  <a:pt x="932361" y="1294255"/>
                </a:lnTo>
                <a:cubicBezTo>
                  <a:pt x="933645" y="1289292"/>
                  <a:pt x="936173" y="1285074"/>
                  <a:pt x="939946" y="1281603"/>
                </a:cubicBezTo>
                <a:lnTo>
                  <a:pt x="1030431" y="1196907"/>
                </a:lnTo>
                <a:lnTo>
                  <a:pt x="1042570" y="1146228"/>
                </a:lnTo>
                <a:cubicBezTo>
                  <a:pt x="1036341" y="1142143"/>
                  <a:pt x="1030853" y="1137228"/>
                  <a:pt x="1026108" y="1131486"/>
                </a:cubicBezTo>
                <a:cubicBezTo>
                  <a:pt x="1021363" y="1125744"/>
                  <a:pt x="1017571" y="1119429"/>
                  <a:pt x="1014733" y="1112541"/>
                </a:cubicBezTo>
                <a:cubicBezTo>
                  <a:pt x="1011895" y="1105653"/>
                  <a:pt x="1010137" y="1098500"/>
                  <a:pt x="1009459" y="1091081"/>
                </a:cubicBezTo>
                <a:cubicBezTo>
                  <a:pt x="1008781" y="1083663"/>
                  <a:pt x="1009214" y="1076309"/>
                  <a:pt x="1010757" y="1069022"/>
                </a:cubicBezTo>
                <a:cubicBezTo>
                  <a:pt x="1012300" y="1061734"/>
                  <a:pt x="1014884" y="1054836"/>
                  <a:pt x="1018510" y="1048328"/>
                </a:cubicBezTo>
                <a:cubicBezTo>
                  <a:pt x="1022136" y="1041821"/>
                  <a:pt x="1026642" y="1035994"/>
                  <a:pt x="1032028" y="1030847"/>
                </a:cubicBezTo>
                <a:cubicBezTo>
                  <a:pt x="1037414" y="1025701"/>
                  <a:pt x="1043440" y="1021464"/>
                  <a:pt x="1050105" y="1018137"/>
                </a:cubicBezTo>
                <a:cubicBezTo>
                  <a:pt x="1056771" y="1014811"/>
                  <a:pt x="1063779" y="1012542"/>
                  <a:pt x="1071129" y="1011331"/>
                </a:cubicBezTo>
                <a:cubicBezTo>
                  <a:pt x="1081034" y="1009569"/>
                  <a:pt x="1090874" y="1009872"/>
                  <a:pt x="1100652" y="1012241"/>
                </a:cubicBezTo>
                <a:cubicBezTo>
                  <a:pt x="1109261" y="1014104"/>
                  <a:pt x="1117281" y="1017400"/>
                  <a:pt x="1124713" y="1022128"/>
                </a:cubicBezTo>
                <a:cubicBezTo>
                  <a:pt x="1132145" y="1026855"/>
                  <a:pt x="1138529" y="1032723"/>
                  <a:pt x="1143866" y="1039730"/>
                </a:cubicBezTo>
                <a:cubicBezTo>
                  <a:pt x="1149203" y="1046738"/>
                  <a:pt x="1153162" y="1054453"/>
                  <a:pt x="1155744" y="1062874"/>
                </a:cubicBezTo>
                <a:cubicBezTo>
                  <a:pt x="1158326" y="1071295"/>
                  <a:pt x="1159371" y="1079903"/>
                  <a:pt x="1158879" y="1088697"/>
                </a:cubicBezTo>
                <a:cubicBezTo>
                  <a:pt x="1158387" y="1097492"/>
                  <a:pt x="1156389" y="1105929"/>
                  <a:pt x="1152884" y="1114010"/>
                </a:cubicBezTo>
                <a:cubicBezTo>
                  <a:pt x="1149379" y="1122091"/>
                  <a:pt x="1144584" y="1129316"/>
                  <a:pt x="1138499" y="1135685"/>
                </a:cubicBezTo>
                <a:cubicBezTo>
                  <a:pt x="1132414" y="1142054"/>
                  <a:pt x="1125415" y="1147173"/>
                  <a:pt x="1117503" y="1151042"/>
                </a:cubicBezTo>
                <a:cubicBezTo>
                  <a:pt x="1109590" y="1154912"/>
                  <a:pt x="1101252" y="1157292"/>
                  <a:pt x="1092489" y="1158184"/>
                </a:cubicBezTo>
                <a:lnTo>
                  <a:pt x="1078044" y="1218492"/>
                </a:lnTo>
                <a:cubicBezTo>
                  <a:pt x="1076947" y="1223655"/>
                  <a:pt x="1074399" y="1227956"/>
                  <a:pt x="1070398" y="1231398"/>
                </a:cubicBezTo>
                <a:lnTo>
                  <a:pt x="980449" y="1312739"/>
                </a:lnTo>
                <a:lnTo>
                  <a:pt x="957992" y="1406496"/>
                </a:lnTo>
                <a:lnTo>
                  <a:pt x="908084" y="1395613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850459" y="3833044"/>
            <a:ext cx="555177" cy="555196"/>
          </a:xfrm>
          <a:custGeom>
            <a:avLst/>
            <a:gdLst/>
            <a:rect l="0" t="0" r="555177" b="555196"/>
            <a:pathLst>
              <a:path w="555177" h="555196" fill="norm" stroke="0">
                <a:moveTo>
                  <a:pt x="148410" y="554069"/>
                </a:moveTo>
                <a:lnTo>
                  <a:pt x="545883" y="423161"/>
                </a:lnTo>
                <a:cubicBezTo>
                  <a:pt x="547569" y="422606"/>
                  <a:pt x="549085" y="421749"/>
                  <a:pt x="550430" y="420591"/>
                </a:cubicBezTo>
                <a:cubicBezTo>
                  <a:pt x="551775" y="419433"/>
                  <a:pt x="552848" y="418061"/>
                  <a:pt x="553647" y="416476"/>
                </a:cubicBezTo>
                <a:cubicBezTo>
                  <a:pt x="554447" y="414891"/>
                  <a:pt x="554913" y="413213"/>
                  <a:pt x="555045" y="411443"/>
                </a:cubicBezTo>
                <a:cubicBezTo>
                  <a:pt x="555177" y="409673"/>
                  <a:pt x="554966" y="407944"/>
                  <a:pt x="554410" y="406259"/>
                </a:cubicBezTo>
                <a:lnTo>
                  <a:pt x="423670" y="9294"/>
                </a:lnTo>
                <a:cubicBezTo>
                  <a:pt x="423114" y="7608"/>
                  <a:pt x="422258" y="6093"/>
                  <a:pt x="421099" y="4747"/>
                </a:cubicBezTo>
                <a:cubicBezTo>
                  <a:pt x="419941" y="3402"/>
                  <a:pt x="418569" y="2329"/>
                  <a:pt x="416984" y="1530"/>
                </a:cubicBezTo>
                <a:cubicBezTo>
                  <a:pt x="415399" y="730"/>
                  <a:pt x="413722" y="264"/>
                  <a:pt x="411952" y="133"/>
                </a:cubicBezTo>
                <a:cubicBezTo>
                  <a:pt x="410181" y="0"/>
                  <a:pt x="408453" y="212"/>
                  <a:pt x="406767" y="767"/>
                </a:cubicBezTo>
                <a:lnTo>
                  <a:pt x="9294" y="131675"/>
                </a:lnTo>
                <a:cubicBezTo>
                  <a:pt x="7608" y="132230"/>
                  <a:pt x="6092" y="133087"/>
                  <a:pt x="4747" y="134245"/>
                </a:cubicBezTo>
                <a:cubicBezTo>
                  <a:pt x="3402" y="135404"/>
                  <a:pt x="2329" y="136775"/>
                  <a:pt x="1530" y="138360"/>
                </a:cubicBezTo>
                <a:cubicBezTo>
                  <a:pt x="730" y="139945"/>
                  <a:pt x="264" y="141623"/>
                  <a:pt x="132" y="143393"/>
                </a:cubicBezTo>
                <a:cubicBezTo>
                  <a:pt x="0" y="145163"/>
                  <a:pt x="212" y="146891"/>
                  <a:pt x="767" y="148578"/>
                </a:cubicBezTo>
                <a:lnTo>
                  <a:pt x="131675" y="546050"/>
                </a:lnTo>
                <a:cubicBezTo>
                  <a:pt x="132935" y="549417"/>
                  <a:pt x="135186" y="551877"/>
                  <a:pt x="138428" y="553430"/>
                </a:cubicBezTo>
                <a:cubicBezTo>
                  <a:pt x="141669" y="554983"/>
                  <a:pt x="144997" y="555196"/>
                  <a:pt x="148410" y="554069"/>
                </a:cubicBezTo>
                <a:close/>
                <a:moveTo>
                  <a:pt x="30259" y="152536"/>
                </a:moveTo>
                <a:lnTo>
                  <a:pt x="402683" y="29878"/>
                </a:lnTo>
                <a:lnTo>
                  <a:pt x="525467" y="402683"/>
                </a:lnTo>
                <a:lnTo>
                  <a:pt x="152662" y="525467"/>
                </a:lnTo>
                <a:lnTo>
                  <a:pt x="30259" y="152536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697082" y="3678416"/>
            <a:ext cx="863350" cy="863350"/>
          </a:xfrm>
          <a:custGeom>
            <a:avLst/>
            <a:gdLst/>
            <a:rect l="0" t="0" r="863350" b="863350"/>
            <a:pathLst>
              <a:path w="863350" h="863350" fill="norm" stroke="0">
                <a:moveTo>
                  <a:pt x="732840" y="150384"/>
                </a:moveTo>
                <a:cubicBezTo>
                  <a:pt x="734923" y="150274"/>
                  <a:pt x="736873" y="149708"/>
                  <a:pt x="738691" y="148687"/>
                </a:cubicBezTo>
                <a:cubicBezTo>
                  <a:pt x="740509" y="147665"/>
                  <a:pt x="742006" y="146295"/>
                  <a:pt x="743183" y="144573"/>
                </a:cubicBezTo>
                <a:cubicBezTo>
                  <a:pt x="744360" y="142853"/>
                  <a:pt x="745095" y="140960"/>
                  <a:pt x="745388" y="138895"/>
                </a:cubicBezTo>
                <a:cubicBezTo>
                  <a:pt x="745681" y="136831"/>
                  <a:pt x="745501" y="134809"/>
                  <a:pt x="744849" y="132828"/>
                </a:cubicBezTo>
                <a:cubicBezTo>
                  <a:pt x="744197" y="130848"/>
                  <a:pt x="743139" y="129114"/>
                  <a:pt x="741677" y="127628"/>
                </a:cubicBezTo>
                <a:cubicBezTo>
                  <a:pt x="740215" y="126141"/>
                  <a:pt x="738499" y="125056"/>
                  <a:pt x="736530" y="124371"/>
                </a:cubicBezTo>
                <a:cubicBezTo>
                  <a:pt x="734560" y="123686"/>
                  <a:pt x="732541" y="123474"/>
                  <a:pt x="730472" y="123733"/>
                </a:cubicBezTo>
                <a:cubicBezTo>
                  <a:pt x="728403" y="123992"/>
                  <a:pt x="726498" y="124695"/>
                  <a:pt x="724758" y="125844"/>
                </a:cubicBezTo>
                <a:lnTo>
                  <a:pt x="653045" y="149463"/>
                </a:lnTo>
                <a:lnTo>
                  <a:pt x="625783" y="66687"/>
                </a:lnTo>
                <a:cubicBezTo>
                  <a:pt x="625228" y="65001"/>
                  <a:pt x="624371" y="63486"/>
                  <a:pt x="623213" y="62140"/>
                </a:cubicBezTo>
                <a:cubicBezTo>
                  <a:pt x="622054" y="60796"/>
                  <a:pt x="620683" y="59723"/>
                  <a:pt x="619098" y="58924"/>
                </a:cubicBezTo>
                <a:cubicBezTo>
                  <a:pt x="617513" y="58124"/>
                  <a:pt x="615835" y="57658"/>
                  <a:pt x="614065" y="57526"/>
                </a:cubicBezTo>
                <a:cubicBezTo>
                  <a:pt x="612295" y="57393"/>
                  <a:pt x="610566" y="57605"/>
                  <a:pt x="608880" y="58160"/>
                </a:cubicBezTo>
                <a:lnTo>
                  <a:pt x="526487" y="85296"/>
                </a:lnTo>
                <a:lnTo>
                  <a:pt x="502994" y="13965"/>
                </a:lnTo>
                <a:cubicBezTo>
                  <a:pt x="503059" y="11784"/>
                  <a:pt x="502618" y="9709"/>
                  <a:pt x="501669" y="7744"/>
                </a:cubicBezTo>
                <a:cubicBezTo>
                  <a:pt x="500720" y="5778"/>
                  <a:pt x="499371" y="4142"/>
                  <a:pt x="497622" y="2836"/>
                </a:cubicBezTo>
                <a:cubicBezTo>
                  <a:pt x="495873" y="1531"/>
                  <a:pt x="493921" y="702"/>
                  <a:pt x="491767" y="351"/>
                </a:cubicBezTo>
                <a:cubicBezTo>
                  <a:pt x="489612" y="0"/>
                  <a:pt x="487498" y="166"/>
                  <a:pt x="485425" y="849"/>
                </a:cubicBezTo>
                <a:cubicBezTo>
                  <a:pt x="483352" y="1532"/>
                  <a:pt x="481553" y="2654"/>
                  <a:pt x="480029" y="4217"/>
                </a:cubicBezTo>
                <a:cubicBezTo>
                  <a:pt x="478505" y="5779"/>
                  <a:pt x="477428" y="7606"/>
                  <a:pt x="476797" y="9696"/>
                </a:cubicBezTo>
                <a:cubicBezTo>
                  <a:pt x="476166" y="11785"/>
                  <a:pt x="476053" y="13902"/>
                  <a:pt x="476458" y="16047"/>
                </a:cubicBezTo>
                <a:cubicBezTo>
                  <a:pt x="476863" y="18192"/>
                  <a:pt x="477740" y="20122"/>
                  <a:pt x="479089" y="21838"/>
                </a:cubicBezTo>
                <a:lnTo>
                  <a:pt x="502708" y="93551"/>
                </a:lnTo>
                <a:lnTo>
                  <a:pt x="439133" y="114490"/>
                </a:lnTo>
                <a:lnTo>
                  <a:pt x="415514" y="42776"/>
                </a:lnTo>
                <a:cubicBezTo>
                  <a:pt x="414959" y="41091"/>
                  <a:pt x="414102" y="39575"/>
                  <a:pt x="412944" y="38229"/>
                </a:cubicBezTo>
                <a:cubicBezTo>
                  <a:pt x="411785" y="36885"/>
                  <a:pt x="410414" y="35812"/>
                  <a:pt x="408829" y="35013"/>
                </a:cubicBezTo>
                <a:cubicBezTo>
                  <a:pt x="407244" y="34213"/>
                  <a:pt x="405566" y="33747"/>
                  <a:pt x="403796" y="33615"/>
                </a:cubicBezTo>
                <a:cubicBezTo>
                  <a:pt x="402026" y="33482"/>
                  <a:pt x="400297" y="33694"/>
                  <a:pt x="398611" y="34249"/>
                </a:cubicBezTo>
                <a:cubicBezTo>
                  <a:pt x="396925" y="34805"/>
                  <a:pt x="395409" y="35661"/>
                  <a:pt x="394064" y="36819"/>
                </a:cubicBezTo>
                <a:cubicBezTo>
                  <a:pt x="392719" y="37978"/>
                  <a:pt x="391647" y="39350"/>
                  <a:pt x="390847" y="40935"/>
                </a:cubicBezTo>
                <a:cubicBezTo>
                  <a:pt x="390047" y="42520"/>
                  <a:pt x="389581" y="44197"/>
                  <a:pt x="389449" y="45968"/>
                </a:cubicBezTo>
                <a:cubicBezTo>
                  <a:pt x="389317" y="47738"/>
                  <a:pt x="389529" y="49466"/>
                  <a:pt x="390084" y="51152"/>
                </a:cubicBezTo>
                <a:lnTo>
                  <a:pt x="413703" y="122865"/>
                </a:lnTo>
                <a:lnTo>
                  <a:pt x="350127" y="143804"/>
                </a:lnTo>
                <a:lnTo>
                  <a:pt x="326509" y="72091"/>
                </a:lnTo>
                <a:cubicBezTo>
                  <a:pt x="325953" y="70404"/>
                  <a:pt x="325097" y="68889"/>
                  <a:pt x="323938" y="67544"/>
                </a:cubicBezTo>
                <a:cubicBezTo>
                  <a:pt x="322780" y="66198"/>
                  <a:pt x="321408" y="65126"/>
                  <a:pt x="319823" y="64326"/>
                </a:cubicBezTo>
                <a:cubicBezTo>
                  <a:pt x="318238" y="63527"/>
                  <a:pt x="316561" y="63061"/>
                  <a:pt x="314791" y="62929"/>
                </a:cubicBezTo>
                <a:cubicBezTo>
                  <a:pt x="313020" y="62796"/>
                  <a:pt x="311292" y="63008"/>
                  <a:pt x="309606" y="63564"/>
                </a:cubicBezTo>
                <a:cubicBezTo>
                  <a:pt x="307920" y="64119"/>
                  <a:pt x="306404" y="64976"/>
                  <a:pt x="305059" y="66134"/>
                </a:cubicBezTo>
                <a:cubicBezTo>
                  <a:pt x="303714" y="67292"/>
                  <a:pt x="302641" y="68664"/>
                  <a:pt x="301842" y="70248"/>
                </a:cubicBezTo>
                <a:cubicBezTo>
                  <a:pt x="301042" y="71834"/>
                  <a:pt x="300576" y="73511"/>
                  <a:pt x="300444" y="75281"/>
                </a:cubicBezTo>
                <a:cubicBezTo>
                  <a:pt x="300312" y="77052"/>
                  <a:pt x="300523" y="78780"/>
                  <a:pt x="301079" y="80466"/>
                </a:cubicBezTo>
                <a:lnTo>
                  <a:pt x="324697" y="152179"/>
                </a:lnTo>
                <a:lnTo>
                  <a:pt x="261122" y="173117"/>
                </a:lnTo>
                <a:lnTo>
                  <a:pt x="237503" y="101405"/>
                </a:lnTo>
                <a:cubicBezTo>
                  <a:pt x="237393" y="99323"/>
                  <a:pt x="236828" y="97372"/>
                  <a:pt x="235806" y="95555"/>
                </a:cubicBezTo>
                <a:cubicBezTo>
                  <a:pt x="234785" y="93737"/>
                  <a:pt x="233414" y="92239"/>
                  <a:pt x="231693" y="91062"/>
                </a:cubicBezTo>
                <a:cubicBezTo>
                  <a:pt x="229972" y="89884"/>
                  <a:pt x="228079" y="89150"/>
                  <a:pt x="226015" y="88857"/>
                </a:cubicBezTo>
                <a:cubicBezTo>
                  <a:pt x="223950" y="88564"/>
                  <a:pt x="221928" y="88744"/>
                  <a:pt x="219947" y="89396"/>
                </a:cubicBezTo>
                <a:cubicBezTo>
                  <a:pt x="217967" y="90049"/>
                  <a:pt x="216233" y="91106"/>
                  <a:pt x="214747" y="92568"/>
                </a:cubicBezTo>
                <a:cubicBezTo>
                  <a:pt x="213260" y="94031"/>
                  <a:pt x="212175" y="95746"/>
                  <a:pt x="211490" y="97716"/>
                </a:cubicBezTo>
                <a:cubicBezTo>
                  <a:pt x="210806" y="99685"/>
                  <a:pt x="210593" y="101705"/>
                  <a:pt x="210852" y="103774"/>
                </a:cubicBezTo>
                <a:cubicBezTo>
                  <a:pt x="211111" y="105842"/>
                  <a:pt x="211814" y="107747"/>
                  <a:pt x="212963" y="109487"/>
                </a:cubicBezTo>
                <a:lnTo>
                  <a:pt x="236582" y="181200"/>
                </a:lnTo>
                <a:lnTo>
                  <a:pt x="173007" y="202139"/>
                </a:lnTo>
                <a:lnTo>
                  <a:pt x="149388" y="130425"/>
                </a:lnTo>
                <a:cubicBezTo>
                  <a:pt x="149278" y="128343"/>
                  <a:pt x="148712" y="126393"/>
                  <a:pt x="147691" y="124575"/>
                </a:cubicBezTo>
                <a:cubicBezTo>
                  <a:pt x="146670" y="122758"/>
                  <a:pt x="145299" y="121260"/>
                  <a:pt x="143577" y="120083"/>
                </a:cubicBezTo>
                <a:cubicBezTo>
                  <a:pt x="141857" y="118906"/>
                  <a:pt x="139964" y="118171"/>
                  <a:pt x="137899" y="117878"/>
                </a:cubicBezTo>
                <a:cubicBezTo>
                  <a:pt x="135835" y="117585"/>
                  <a:pt x="133812" y="117765"/>
                  <a:pt x="131832" y="118418"/>
                </a:cubicBezTo>
                <a:cubicBezTo>
                  <a:pt x="129852" y="119069"/>
                  <a:pt x="128118" y="120127"/>
                  <a:pt x="126632" y="121589"/>
                </a:cubicBezTo>
                <a:cubicBezTo>
                  <a:pt x="125145" y="123051"/>
                  <a:pt x="124060" y="124767"/>
                  <a:pt x="123375" y="126736"/>
                </a:cubicBezTo>
                <a:cubicBezTo>
                  <a:pt x="122690" y="128706"/>
                  <a:pt x="122477" y="130725"/>
                  <a:pt x="122736" y="132794"/>
                </a:cubicBezTo>
                <a:cubicBezTo>
                  <a:pt x="122995" y="134863"/>
                  <a:pt x="123699" y="136768"/>
                  <a:pt x="124848" y="138508"/>
                </a:cubicBezTo>
                <a:lnTo>
                  <a:pt x="148467" y="210221"/>
                </a:lnTo>
                <a:lnTo>
                  <a:pt x="65437" y="237567"/>
                </a:lnTo>
                <a:cubicBezTo>
                  <a:pt x="63751" y="238122"/>
                  <a:pt x="62235" y="238979"/>
                  <a:pt x="60890" y="240137"/>
                </a:cubicBezTo>
                <a:cubicBezTo>
                  <a:pt x="59545" y="241295"/>
                  <a:pt x="58472" y="242667"/>
                  <a:pt x="57673" y="244252"/>
                </a:cubicBezTo>
                <a:cubicBezTo>
                  <a:pt x="56873" y="245837"/>
                  <a:pt x="56407" y="247514"/>
                  <a:pt x="56275" y="249285"/>
                </a:cubicBezTo>
                <a:cubicBezTo>
                  <a:pt x="56143" y="251055"/>
                  <a:pt x="56355" y="252783"/>
                  <a:pt x="56910" y="254469"/>
                </a:cubicBezTo>
                <a:lnTo>
                  <a:pt x="84172" y="337245"/>
                </a:lnTo>
                <a:lnTo>
                  <a:pt x="12840" y="360738"/>
                </a:lnTo>
                <a:cubicBezTo>
                  <a:pt x="10758" y="360848"/>
                  <a:pt x="8808" y="361413"/>
                  <a:pt x="6990" y="362434"/>
                </a:cubicBezTo>
                <a:cubicBezTo>
                  <a:pt x="5172" y="363456"/>
                  <a:pt x="3675" y="364827"/>
                  <a:pt x="2498" y="366548"/>
                </a:cubicBezTo>
                <a:cubicBezTo>
                  <a:pt x="1321" y="368269"/>
                  <a:pt x="586" y="370162"/>
                  <a:pt x="293" y="372226"/>
                </a:cubicBezTo>
                <a:cubicBezTo>
                  <a:pt x="0" y="374291"/>
                  <a:pt x="180" y="376313"/>
                  <a:pt x="832" y="378294"/>
                </a:cubicBezTo>
                <a:cubicBezTo>
                  <a:pt x="1484" y="380274"/>
                  <a:pt x="2542" y="382007"/>
                  <a:pt x="4004" y="383494"/>
                </a:cubicBezTo>
                <a:cubicBezTo>
                  <a:pt x="5466" y="384980"/>
                  <a:pt x="7182" y="386066"/>
                  <a:pt x="9151" y="386750"/>
                </a:cubicBezTo>
                <a:cubicBezTo>
                  <a:pt x="11121" y="387435"/>
                  <a:pt x="13140" y="387648"/>
                  <a:pt x="15209" y="387389"/>
                </a:cubicBezTo>
                <a:cubicBezTo>
                  <a:pt x="17278" y="387130"/>
                  <a:pt x="19183" y="386426"/>
                  <a:pt x="20923" y="385278"/>
                </a:cubicBezTo>
                <a:lnTo>
                  <a:pt x="92636" y="361659"/>
                </a:lnTo>
                <a:lnTo>
                  <a:pt x="113574" y="425234"/>
                </a:lnTo>
                <a:lnTo>
                  <a:pt x="41861" y="448853"/>
                </a:lnTo>
                <a:cubicBezTo>
                  <a:pt x="39756" y="448925"/>
                  <a:pt x="37777" y="449465"/>
                  <a:pt x="35927" y="450471"/>
                </a:cubicBezTo>
                <a:cubicBezTo>
                  <a:pt x="34076" y="451477"/>
                  <a:pt x="32547" y="452844"/>
                  <a:pt x="31342" y="454573"/>
                </a:cubicBezTo>
                <a:cubicBezTo>
                  <a:pt x="30137" y="456300"/>
                  <a:pt x="29381" y="458207"/>
                  <a:pt x="29076" y="460291"/>
                </a:cubicBezTo>
                <a:cubicBezTo>
                  <a:pt x="28770" y="462376"/>
                  <a:pt x="28947" y="464419"/>
                  <a:pt x="29606" y="466420"/>
                </a:cubicBezTo>
                <a:cubicBezTo>
                  <a:pt x="30265" y="468421"/>
                  <a:pt x="31337" y="470169"/>
                  <a:pt x="32821" y="471664"/>
                </a:cubicBezTo>
                <a:cubicBezTo>
                  <a:pt x="34306" y="473159"/>
                  <a:pt x="36046" y="474243"/>
                  <a:pt x="38042" y="474917"/>
                </a:cubicBezTo>
                <a:cubicBezTo>
                  <a:pt x="40039" y="475590"/>
                  <a:pt x="42080" y="475781"/>
                  <a:pt x="44167" y="475491"/>
                </a:cubicBezTo>
                <a:cubicBezTo>
                  <a:pt x="46254" y="475200"/>
                  <a:pt x="48165" y="474459"/>
                  <a:pt x="49902" y="473266"/>
                </a:cubicBezTo>
                <a:lnTo>
                  <a:pt x="121615" y="449647"/>
                </a:lnTo>
                <a:lnTo>
                  <a:pt x="142553" y="513223"/>
                </a:lnTo>
                <a:lnTo>
                  <a:pt x="70840" y="536841"/>
                </a:lnTo>
                <a:cubicBezTo>
                  <a:pt x="69154" y="537397"/>
                  <a:pt x="67639" y="538253"/>
                  <a:pt x="66293" y="539412"/>
                </a:cubicBezTo>
                <a:cubicBezTo>
                  <a:pt x="64948" y="540570"/>
                  <a:pt x="63876" y="541941"/>
                  <a:pt x="63076" y="543527"/>
                </a:cubicBezTo>
                <a:cubicBezTo>
                  <a:pt x="62276" y="545111"/>
                  <a:pt x="61810" y="546789"/>
                  <a:pt x="61678" y="548559"/>
                </a:cubicBezTo>
                <a:cubicBezTo>
                  <a:pt x="61546" y="550330"/>
                  <a:pt x="61758" y="552058"/>
                  <a:pt x="62313" y="553744"/>
                </a:cubicBezTo>
                <a:cubicBezTo>
                  <a:pt x="62868" y="555430"/>
                  <a:pt x="63725" y="556946"/>
                  <a:pt x="64883" y="558291"/>
                </a:cubicBezTo>
                <a:cubicBezTo>
                  <a:pt x="66042" y="559636"/>
                  <a:pt x="67413" y="560709"/>
                  <a:pt x="68998" y="561508"/>
                </a:cubicBezTo>
                <a:cubicBezTo>
                  <a:pt x="70583" y="562308"/>
                  <a:pt x="72261" y="562774"/>
                  <a:pt x="74031" y="562906"/>
                </a:cubicBezTo>
                <a:cubicBezTo>
                  <a:pt x="75801" y="563038"/>
                  <a:pt x="77530" y="562826"/>
                  <a:pt x="79216" y="562271"/>
                </a:cubicBezTo>
                <a:lnTo>
                  <a:pt x="150929" y="538652"/>
                </a:lnTo>
                <a:lnTo>
                  <a:pt x="171867" y="602228"/>
                </a:lnTo>
                <a:lnTo>
                  <a:pt x="100154" y="625847"/>
                </a:lnTo>
                <a:cubicBezTo>
                  <a:pt x="98072" y="625957"/>
                  <a:pt x="96122" y="626522"/>
                  <a:pt x="94304" y="627543"/>
                </a:cubicBezTo>
                <a:cubicBezTo>
                  <a:pt x="92486" y="628565"/>
                  <a:pt x="90989" y="629936"/>
                  <a:pt x="89812" y="631657"/>
                </a:cubicBezTo>
                <a:cubicBezTo>
                  <a:pt x="88634" y="633378"/>
                  <a:pt x="87899" y="635271"/>
                  <a:pt x="87607" y="637335"/>
                </a:cubicBezTo>
                <a:cubicBezTo>
                  <a:pt x="87314" y="639400"/>
                  <a:pt x="87494" y="641422"/>
                  <a:pt x="88146" y="643403"/>
                </a:cubicBezTo>
                <a:cubicBezTo>
                  <a:pt x="88798" y="645383"/>
                  <a:pt x="89855" y="647116"/>
                  <a:pt x="91318" y="648603"/>
                </a:cubicBezTo>
                <a:cubicBezTo>
                  <a:pt x="92780" y="650089"/>
                  <a:pt x="94496" y="651175"/>
                  <a:pt x="96465" y="651859"/>
                </a:cubicBezTo>
                <a:cubicBezTo>
                  <a:pt x="98435" y="652544"/>
                  <a:pt x="100454" y="652757"/>
                  <a:pt x="102523" y="652498"/>
                </a:cubicBezTo>
                <a:cubicBezTo>
                  <a:pt x="104592" y="652239"/>
                  <a:pt x="106497" y="651535"/>
                  <a:pt x="108237" y="650387"/>
                </a:cubicBezTo>
                <a:lnTo>
                  <a:pt x="179950" y="626768"/>
                </a:lnTo>
                <a:lnTo>
                  <a:pt x="200888" y="690343"/>
                </a:lnTo>
                <a:lnTo>
                  <a:pt x="129175" y="713962"/>
                </a:lnTo>
                <a:cubicBezTo>
                  <a:pt x="127093" y="714072"/>
                  <a:pt x="125143" y="714638"/>
                  <a:pt x="123325" y="715659"/>
                </a:cubicBezTo>
                <a:cubicBezTo>
                  <a:pt x="121507" y="716680"/>
                  <a:pt x="120010" y="718052"/>
                  <a:pt x="118833" y="719772"/>
                </a:cubicBezTo>
                <a:cubicBezTo>
                  <a:pt x="117655" y="721493"/>
                  <a:pt x="116920" y="723386"/>
                  <a:pt x="116628" y="725451"/>
                </a:cubicBezTo>
                <a:cubicBezTo>
                  <a:pt x="116335" y="727515"/>
                  <a:pt x="116515" y="729538"/>
                  <a:pt x="117167" y="731518"/>
                </a:cubicBezTo>
                <a:cubicBezTo>
                  <a:pt x="117819" y="733498"/>
                  <a:pt x="118876" y="735232"/>
                  <a:pt x="120339" y="736718"/>
                </a:cubicBezTo>
                <a:cubicBezTo>
                  <a:pt x="121801" y="738205"/>
                  <a:pt x="123517" y="739290"/>
                  <a:pt x="125486" y="739975"/>
                </a:cubicBezTo>
                <a:cubicBezTo>
                  <a:pt x="127456" y="740659"/>
                  <a:pt x="129475" y="740872"/>
                  <a:pt x="131544" y="740613"/>
                </a:cubicBezTo>
                <a:cubicBezTo>
                  <a:pt x="133613" y="740355"/>
                  <a:pt x="135517" y="739651"/>
                  <a:pt x="137257" y="738502"/>
                </a:cubicBezTo>
                <a:lnTo>
                  <a:pt x="208970" y="714883"/>
                </a:lnTo>
                <a:lnTo>
                  <a:pt x="236233" y="797658"/>
                </a:lnTo>
                <a:cubicBezTo>
                  <a:pt x="236788" y="799345"/>
                  <a:pt x="237645" y="800860"/>
                  <a:pt x="238803" y="802205"/>
                </a:cubicBezTo>
                <a:cubicBezTo>
                  <a:pt x="239961" y="803551"/>
                  <a:pt x="241333" y="804623"/>
                  <a:pt x="242918" y="805423"/>
                </a:cubicBezTo>
                <a:cubicBezTo>
                  <a:pt x="244503" y="806222"/>
                  <a:pt x="246180" y="806688"/>
                  <a:pt x="247951" y="806820"/>
                </a:cubicBezTo>
                <a:cubicBezTo>
                  <a:pt x="249721" y="806953"/>
                  <a:pt x="251449" y="806741"/>
                  <a:pt x="253135" y="806186"/>
                </a:cubicBezTo>
                <a:lnTo>
                  <a:pt x="335910" y="778924"/>
                </a:lnTo>
                <a:lnTo>
                  <a:pt x="359487" y="850509"/>
                </a:lnTo>
                <a:cubicBezTo>
                  <a:pt x="359597" y="852592"/>
                  <a:pt x="360163" y="854542"/>
                  <a:pt x="361184" y="856360"/>
                </a:cubicBezTo>
                <a:cubicBezTo>
                  <a:pt x="362205" y="858177"/>
                  <a:pt x="363577" y="859675"/>
                  <a:pt x="365298" y="860852"/>
                </a:cubicBezTo>
                <a:cubicBezTo>
                  <a:pt x="367019" y="862030"/>
                  <a:pt x="368911" y="862764"/>
                  <a:pt x="370976" y="863057"/>
                </a:cubicBezTo>
                <a:cubicBezTo>
                  <a:pt x="373040" y="863350"/>
                  <a:pt x="375063" y="863170"/>
                  <a:pt x="377043" y="862518"/>
                </a:cubicBezTo>
                <a:cubicBezTo>
                  <a:pt x="379024" y="861866"/>
                  <a:pt x="380757" y="860808"/>
                  <a:pt x="382243" y="859346"/>
                </a:cubicBezTo>
                <a:cubicBezTo>
                  <a:pt x="383730" y="857884"/>
                  <a:pt x="384816" y="856168"/>
                  <a:pt x="385500" y="854199"/>
                </a:cubicBezTo>
                <a:cubicBezTo>
                  <a:pt x="386185" y="852229"/>
                  <a:pt x="386398" y="850210"/>
                  <a:pt x="386139" y="848141"/>
                </a:cubicBezTo>
                <a:cubicBezTo>
                  <a:pt x="385880" y="846072"/>
                  <a:pt x="385176" y="844167"/>
                  <a:pt x="384027" y="842427"/>
                </a:cubicBezTo>
                <a:lnTo>
                  <a:pt x="360409" y="770714"/>
                </a:lnTo>
                <a:lnTo>
                  <a:pt x="423984" y="749776"/>
                </a:lnTo>
                <a:lnTo>
                  <a:pt x="447603" y="821489"/>
                </a:lnTo>
                <a:cubicBezTo>
                  <a:pt x="447675" y="823594"/>
                  <a:pt x="448214" y="825572"/>
                  <a:pt x="449221" y="827423"/>
                </a:cubicBezTo>
                <a:cubicBezTo>
                  <a:pt x="450227" y="829274"/>
                  <a:pt x="451594" y="830802"/>
                  <a:pt x="453322" y="832008"/>
                </a:cubicBezTo>
                <a:cubicBezTo>
                  <a:pt x="455050" y="833213"/>
                  <a:pt x="456956" y="833968"/>
                  <a:pt x="459041" y="834274"/>
                </a:cubicBezTo>
                <a:cubicBezTo>
                  <a:pt x="461125" y="834580"/>
                  <a:pt x="463168" y="834403"/>
                  <a:pt x="465169" y="833744"/>
                </a:cubicBezTo>
                <a:cubicBezTo>
                  <a:pt x="467170" y="833084"/>
                  <a:pt x="468919" y="832013"/>
                  <a:pt x="470414" y="830528"/>
                </a:cubicBezTo>
                <a:cubicBezTo>
                  <a:pt x="471909" y="829044"/>
                  <a:pt x="472993" y="827304"/>
                  <a:pt x="473666" y="825307"/>
                </a:cubicBezTo>
                <a:cubicBezTo>
                  <a:pt x="474340" y="823311"/>
                  <a:pt x="474531" y="821270"/>
                  <a:pt x="474241" y="819183"/>
                </a:cubicBezTo>
                <a:cubicBezTo>
                  <a:pt x="473950" y="817096"/>
                  <a:pt x="473208" y="815185"/>
                  <a:pt x="472015" y="813448"/>
                </a:cubicBezTo>
                <a:lnTo>
                  <a:pt x="448397" y="741735"/>
                </a:lnTo>
                <a:lnTo>
                  <a:pt x="511972" y="720797"/>
                </a:lnTo>
                <a:lnTo>
                  <a:pt x="535591" y="792509"/>
                </a:lnTo>
                <a:cubicBezTo>
                  <a:pt x="536146" y="794196"/>
                  <a:pt x="537003" y="795712"/>
                  <a:pt x="538161" y="797057"/>
                </a:cubicBezTo>
                <a:cubicBezTo>
                  <a:pt x="539319" y="798402"/>
                  <a:pt x="540691" y="799474"/>
                  <a:pt x="542276" y="800274"/>
                </a:cubicBezTo>
                <a:cubicBezTo>
                  <a:pt x="543861" y="801074"/>
                  <a:pt x="545539" y="801539"/>
                  <a:pt x="547309" y="801672"/>
                </a:cubicBezTo>
                <a:cubicBezTo>
                  <a:pt x="549079" y="801804"/>
                  <a:pt x="550807" y="801592"/>
                  <a:pt x="552494" y="801037"/>
                </a:cubicBezTo>
                <a:cubicBezTo>
                  <a:pt x="554180" y="800481"/>
                  <a:pt x="555695" y="799625"/>
                  <a:pt x="557041" y="798466"/>
                </a:cubicBezTo>
                <a:cubicBezTo>
                  <a:pt x="558386" y="797308"/>
                  <a:pt x="559458" y="795936"/>
                  <a:pt x="560258" y="794352"/>
                </a:cubicBezTo>
                <a:cubicBezTo>
                  <a:pt x="561057" y="792767"/>
                  <a:pt x="561523" y="791089"/>
                  <a:pt x="561655" y="789318"/>
                </a:cubicBezTo>
                <a:cubicBezTo>
                  <a:pt x="561788" y="787548"/>
                  <a:pt x="561576" y="785820"/>
                  <a:pt x="561021" y="784134"/>
                </a:cubicBezTo>
                <a:lnTo>
                  <a:pt x="537402" y="712421"/>
                </a:lnTo>
                <a:lnTo>
                  <a:pt x="600977" y="691483"/>
                </a:lnTo>
                <a:lnTo>
                  <a:pt x="624596" y="763196"/>
                </a:lnTo>
                <a:cubicBezTo>
                  <a:pt x="624706" y="765278"/>
                  <a:pt x="625272" y="767228"/>
                  <a:pt x="626293" y="769046"/>
                </a:cubicBezTo>
                <a:cubicBezTo>
                  <a:pt x="627314" y="770863"/>
                  <a:pt x="628686" y="772361"/>
                  <a:pt x="630407" y="773538"/>
                </a:cubicBezTo>
                <a:cubicBezTo>
                  <a:pt x="632128" y="774716"/>
                  <a:pt x="634020" y="775450"/>
                  <a:pt x="636085" y="775743"/>
                </a:cubicBezTo>
                <a:cubicBezTo>
                  <a:pt x="638149" y="776036"/>
                  <a:pt x="640172" y="775856"/>
                  <a:pt x="642152" y="775204"/>
                </a:cubicBezTo>
                <a:cubicBezTo>
                  <a:pt x="644133" y="774552"/>
                  <a:pt x="645866" y="773494"/>
                  <a:pt x="647352" y="772032"/>
                </a:cubicBezTo>
                <a:cubicBezTo>
                  <a:pt x="648839" y="770570"/>
                  <a:pt x="649925" y="768854"/>
                  <a:pt x="650609" y="766885"/>
                </a:cubicBezTo>
                <a:cubicBezTo>
                  <a:pt x="651294" y="764915"/>
                  <a:pt x="651507" y="762896"/>
                  <a:pt x="651248" y="760827"/>
                </a:cubicBezTo>
                <a:cubicBezTo>
                  <a:pt x="650989" y="758758"/>
                  <a:pt x="650285" y="756853"/>
                  <a:pt x="649136" y="755113"/>
                </a:cubicBezTo>
                <a:lnTo>
                  <a:pt x="625517" y="683400"/>
                </a:lnTo>
                <a:lnTo>
                  <a:pt x="689093" y="662462"/>
                </a:lnTo>
                <a:lnTo>
                  <a:pt x="712712" y="734175"/>
                </a:lnTo>
                <a:cubicBezTo>
                  <a:pt x="712822" y="736257"/>
                  <a:pt x="713387" y="738207"/>
                  <a:pt x="714409" y="740025"/>
                </a:cubicBezTo>
                <a:cubicBezTo>
                  <a:pt x="715430" y="741843"/>
                  <a:pt x="716801" y="743340"/>
                  <a:pt x="718522" y="744517"/>
                </a:cubicBezTo>
                <a:cubicBezTo>
                  <a:pt x="720243" y="745695"/>
                  <a:pt x="722136" y="746430"/>
                  <a:pt x="724200" y="746722"/>
                </a:cubicBezTo>
                <a:cubicBezTo>
                  <a:pt x="726265" y="747015"/>
                  <a:pt x="728287" y="746835"/>
                  <a:pt x="730268" y="746183"/>
                </a:cubicBezTo>
                <a:cubicBezTo>
                  <a:pt x="732248" y="745531"/>
                  <a:pt x="733981" y="744474"/>
                  <a:pt x="735468" y="743011"/>
                </a:cubicBezTo>
                <a:cubicBezTo>
                  <a:pt x="736954" y="741549"/>
                  <a:pt x="738040" y="739833"/>
                  <a:pt x="738725" y="737863"/>
                </a:cubicBezTo>
                <a:cubicBezTo>
                  <a:pt x="739409" y="735894"/>
                  <a:pt x="739622" y="733875"/>
                  <a:pt x="739363" y="731806"/>
                </a:cubicBezTo>
                <a:cubicBezTo>
                  <a:pt x="739104" y="729737"/>
                  <a:pt x="738400" y="727832"/>
                  <a:pt x="737252" y="726093"/>
                </a:cubicBezTo>
                <a:lnTo>
                  <a:pt x="713633" y="654379"/>
                </a:lnTo>
                <a:lnTo>
                  <a:pt x="796408" y="627118"/>
                </a:lnTo>
                <a:cubicBezTo>
                  <a:pt x="798094" y="626562"/>
                  <a:pt x="799610" y="625705"/>
                  <a:pt x="800955" y="624547"/>
                </a:cubicBezTo>
                <a:cubicBezTo>
                  <a:pt x="802300" y="623389"/>
                  <a:pt x="803373" y="622017"/>
                  <a:pt x="804172" y="620432"/>
                </a:cubicBezTo>
                <a:cubicBezTo>
                  <a:pt x="804972" y="618847"/>
                  <a:pt x="805438" y="617169"/>
                  <a:pt x="805570" y="615399"/>
                </a:cubicBezTo>
                <a:cubicBezTo>
                  <a:pt x="805702" y="613629"/>
                  <a:pt x="805491" y="611901"/>
                  <a:pt x="804935" y="610215"/>
                </a:cubicBezTo>
                <a:lnTo>
                  <a:pt x="777799" y="527821"/>
                </a:lnTo>
                <a:lnTo>
                  <a:pt x="849385" y="504244"/>
                </a:lnTo>
                <a:cubicBezTo>
                  <a:pt x="851566" y="504310"/>
                  <a:pt x="853640" y="503868"/>
                  <a:pt x="855606" y="502919"/>
                </a:cubicBezTo>
                <a:cubicBezTo>
                  <a:pt x="857572" y="501970"/>
                  <a:pt x="859207" y="500621"/>
                  <a:pt x="860513" y="498872"/>
                </a:cubicBezTo>
                <a:cubicBezTo>
                  <a:pt x="861819" y="497123"/>
                  <a:pt x="862648" y="495171"/>
                  <a:pt x="862999" y="493017"/>
                </a:cubicBezTo>
                <a:cubicBezTo>
                  <a:pt x="863350" y="490863"/>
                  <a:pt x="863184" y="488749"/>
                  <a:pt x="862501" y="486676"/>
                </a:cubicBezTo>
                <a:cubicBezTo>
                  <a:pt x="861818" y="484603"/>
                  <a:pt x="860696" y="482804"/>
                  <a:pt x="859133" y="481280"/>
                </a:cubicBezTo>
                <a:cubicBezTo>
                  <a:pt x="857571" y="479756"/>
                  <a:pt x="855744" y="478678"/>
                  <a:pt x="853655" y="478048"/>
                </a:cubicBezTo>
                <a:cubicBezTo>
                  <a:pt x="851565" y="477417"/>
                  <a:pt x="849448" y="477304"/>
                  <a:pt x="847303" y="477709"/>
                </a:cubicBezTo>
                <a:cubicBezTo>
                  <a:pt x="845158" y="478114"/>
                  <a:pt x="843228" y="478991"/>
                  <a:pt x="841512" y="480340"/>
                </a:cubicBezTo>
                <a:lnTo>
                  <a:pt x="769799" y="503958"/>
                </a:lnTo>
                <a:lnTo>
                  <a:pt x="748860" y="440383"/>
                </a:lnTo>
                <a:lnTo>
                  <a:pt x="820573" y="416764"/>
                </a:lnTo>
                <a:cubicBezTo>
                  <a:pt x="822259" y="416209"/>
                  <a:pt x="823775" y="415352"/>
                  <a:pt x="825120" y="414194"/>
                </a:cubicBezTo>
                <a:cubicBezTo>
                  <a:pt x="826465" y="413036"/>
                  <a:pt x="827538" y="411664"/>
                  <a:pt x="828337" y="410079"/>
                </a:cubicBezTo>
                <a:cubicBezTo>
                  <a:pt x="829137" y="408494"/>
                  <a:pt x="829603" y="406817"/>
                  <a:pt x="829735" y="405046"/>
                </a:cubicBezTo>
                <a:cubicBezTo>
                  <a:pt x="829867" y="403276"/>
                  <a:pt x="829656" y="401548"/>
                  <a:pt x="829101" y="399862"/>
                </a:cubicBezTo>
                <a:cubicBezTo>
                  <a:pt x="828545" y="398176"/>
                  <a:pt x="827688" y="396660"/>
                  <a:pt x="826530" y="395315"/>
                </a:cubicBezTo>
                <a:cubicBezTo>
                  <a:pt x="825372" y="393969"/>
                  <a:pt x="824000" y="392897"/>
                  <a:pt x="822415" y="392097"/>
                </a:cubicBezTo>
                <a:cubicBezTo>
                  <a:pt x="820830" y="391298"/>
                  <a:pt x="819153" y="390832"/>
                  <a:pt x="817382" y="390700"/>
                </a:cubicBezTo>
                <a:cubicBezTo>
                  <a:pt x="815612" y="390568"/>
                  <a:pt x="813884" y="390779"/>
                  <a:pt x="812198" y="391334"/>
                </a:cubicBezTo>
                <a:lnTo>
                  <a:pt x="740485" y="414953"/>
                </a:lnTo>
                <a:lnTo>
                  <a:pt x="719546" y="351378"/>
                </a:lnTo>
                <a:lnTo>
                  <a:pt x="791259" y="327759"/>
                </a:lnTo>
                <a:cubicBezTo>
                  <a:pt x="792945" y="327204"/>
                  <a:pt x="794461" y="326347"/>
                  <a:pt x="795806" y="325189"/>
                </a:cubicBezTo>
                <a:cubicBezTo>
                  <a:pt x="797151" y="324030"/>
                  <a:pt x="798224" y="322659"/>
                  <a:pt x="799023" y="321074"/>
                </a:cubicBezTo>
                <a:cubicBezTo>
                  <a:pt x="799823" y="319489"/>
                  <a:pt x="800289" y="317811"/>
                  <a:pt x="800421" y="316041"/>
                </a:cubicBezTo>
                <a:cubicBezTo>
                  <a:pt x="800553" y="314271"/>
                  <a:pt x="800342" y="312543"/>
                  <a:pt x="799787" y="310856"/>
                </a:cubicBezTo>
                <a:cubicBezTo>
                  <a:pt x="799231" y="309170"/>
                  <a:pt x="798374" y="307654"/>
                  <a:pt x="797216" y="306309"/>
                </a:cubicBezTo>
                <a:cubicBezTo>
                  <a:pt x="796058" y="304964"/>
                  <a:pt x="794686" y="303892"/>
                  <a:pt x="793101" y="303092"/>
                </a:cubicBezTo>
                <a:cubicBezTo>
                  <a:pt x="791516" y="302292"/>
                  <a:pt x="789839" y="301827"/>
                  <a:pt x="788068" y="301694"/>
                </a:cubicBezTo>
                <a:cubicBezTo>
                  <a:pt x="786298" y="301562"/>
                  <a:pt x="784570" y="301774"/>
                  <a:pt x="782884" y="302329"/>
                </a:cubicBezTo>
                <a:lnTo>
                  <a:pt x="711171" y="325948"/>
                </a:lnTo>
                <a:lnTo>
                  <a:pt x="690232" y="262372"/>
                </a:lnTo>
                <a:lnTo>
                  <a:pt x="761945" y="238754"/>
                </a:lnTo>
                <a:cubicBezTo>
                  <a:pt x="764027" y="238644"/>
                  <a:pt x="765977" y="238078"/>
                  <a:pt x="767795" y="237057"/>
                </a:cubicBezTo>
                <a:cubicBezTo>
                  <a:pt x="769613" y="236036"/>
                  <a:pt x="771111" y="234664"/>
                  <a:pt x="772288" y="232943"/>
                </a:cubicBezTo>
                <a:cubicBezTo>
                  <a:pt x="773465" y="231222"/>
                  <a:pt x="774200" y="229329"/>
                  <a:pt x="774493" y="227265"/>
                </a:cubicBezTo>
                <a:cubicBezTo>
                  <a:pt x="774786" y="225201"/>
                  <a:pt x="774606" y="223178"/>
                  <a:pt x="773954" y="221198"/>
                </a:cubicBezTo>
                <a:cubicBezTo>
                  <a:pt x="773301" y="219217"/>
                  <a:pt x="772244" y="217484"/>
                  <a:pt x="770782" y="215997"/>
                </a:cubicBezTo>
                <a:cubicBezTo>
                  <a:pt x="769320" y="214511"/>
                  <a:pt x="767604" y="213425"/>
                  <a:pt x="765634" y="212741"/>
                </a:cubicBezTo>
                <a:cubicBezTo>
                  <a:pt x="763665" y="212056"/>
                  <a:pt x="761645" y="211843"/>
                  <a:pt x="759576" y="212102"/>
                </a:cubicBezTo>
                <a:cubicBezTo>
                  <a:pt x="757507" y="212361"/>
                  <a:pt x="755603" y="213065"/>
                  <a:pt x="753863" y="214214"/>
                </a:cubicBezTo>
                <a:lnTo>
                  <a:pt x="682150" y="237832"/>
                </a:lnTo>
                <a:lnTo>
                  <a:pt x="661211" y="174257"/>
                </a:lnTo>
                <a:lnTo>
                  <a:pt x="732840" y="150384"/>
                </a:lnTo>
                <a:close/>
                <a:moveTo>
                  <a:pt x="776204" y="606428"/>
                </a:moveTo>
                <a:lnTo>
                  <a:pt x="256921" y="777455"/>
                </a:lnTo>
                <a:lnTo>
                  <a:pt x="85895" y="258172"/>
                </a:lnTo>
                <a:lnTo>
                  <a:pt x="605178" y="87145"/>
                </a:lnTo>
                <a:lnTo>
                  <a:pt x="776204" y="606428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16572874" y="5347865"/>
            <a:ext cx="961734" cy="961734"/>
          </a:xfrm>
          <a:custGeom>
            <a:avLst/>
            <a:gdLst/>
            <a:rect l="0" t="0" r="961734" b="961734"/>
            <a:pathLst>
              <a:path w="961734" h="961734" fill="norm" stroke="0">
                <a:moveTo>
                  <a:pt x="559198" y="328664"/>
                </a:moveTo>
                <a:lnTo>
                  <a:pt x="538580" y="349283"/>
                </a:lnTo>
                <a:cubicBezTo>
                  <a:pt x="519162" y="340001"/>
                  <a:pt x="495199" y="343397"/>
                  <a:pt x="479109" y="359488"/>
                </a:cubicBezTo>
                <a:lnTo>
                  <a:pt x="468973" y="369623"/>
                </a:lnTo>
                <a:lnTo>
                  <a:pt x="443652" y="344320"/>
                </a:lnTo>
                <a:lnTo>
                  <a:pt x="444071" y="343902"/>
                </a:lnTo>
                <a:cubicBezTo>
                  <a:pt x="464480" y="323492"/>
                  <a:pt x="464480" y="290422"/>
                  <a:pt x="444071" y="270012"/>
                </a:cubicBezTo>
                <a:lnTo>
                  <a:pt x="194469" y="20410"/>
                </a:lnTo>
                <a:cubicBezTo>
                  <a:pt x="174059" y="0"/>
                  <a:pt x="140988" y="0"/>
                  <a:pt x="120579" y="20410"/>
                </a:cubicBezTo>
                <a:lnTo>
                  <a:pt x="20410" y="120578"/>
                </a:lnTo>
                <a:cubicBezTo>
                  <a:pt x="0" y="140988"/>
                  <a:pt x="0" y="174058"/>
                  <a:pt x="20410" y="194468"/>
                </a:cubicBezTo>
                <a:cubicBezTo>
                  <a:pt x="76608" y="250665"/>
                  <a:pt x="213798" y="387874"/>
                  <a:pt x="270013" y="444070"/>
                </a:cubicBezTo>
                <a:cubicBezTo>
                  <a:pt x="290423" y="464480"/>
                  <a:pt x="323492" y="464480"/>
                  <a:pt x="343901" y="444070"/>
                </a:cubicBezTo>
                <a:lnTo>
                  <a:pt x="344320" y="443652"/>
                </a:lnTo>
                <a:lnTo>
                  <a:pt x="369624" y="468973"/>
                </a:lnTo>
                <a:lnTo>
                  <a:pt x="350259" y="488338"/>
                </a:lnTo>
                <a:cubicBezTo>
                  <a:pt x="343467" y="495129"/>
                  <a:pt x="343467" y="506170"/>
                  <a:pt x="350259" y="512962"/>
                </a:cubicBezTo>
                <a:cubicBezTo>
                  <a:pt x="357050" y="519771"/>
                  <a:pt x="368091" y="519771"/>
                  <a:pt x="374883" y="512962"/>
                </a:cubicBezTo>
                <a:lnTo>
                  <a:pt x="394247" y="493597"/>
                </a:lnTo>
                <a:lnTo>
                  <a:pt x="467911" y="567260"/>
                </a:lnTo>
                <a:lnTo>
                  <a:pt x="395275" y="639896"/>
                </a:lnTo>
                <a:lnTo>
                  <a:pt x="321611" y="566233"/>
                </a:lnTo>
                <a:cubicBezTo>
                  <a:pt x="321611" y="566233"/>
                  <a:pt x="334290" y="553555"/>
                  <a:pt x="334290" y="553555"/>
                </a:cubicBezTo>
                <a:cubicBezTo>
                  <a:pt x="341099" y="546764"/>
                  <a:pt x="341099" y="535723"/>
                  <a:pt x="334290" y="528931"/>
                </a:cubicBezTo>
                <a:cubicBezTo>
                  <a:pt x="327498" y="522139"/>
                  <a:pt x="316457" y="522139"/>
                  <a:pt x="309665" y="528931"/>
                </a:cubicBezTo>
                <a:lnTo>
                  <a:pt x="296988" y="541609"/>
                </a:lnTo>
                <a:lnTo>
                  <a:pt x="280826" y="525431"/>
                </a:lnTo>
                <a:cubicBezTo>
                  <a:pt x="271022" y="515644"/>
                  <a:pt x="257735" y="510123"/>
                  <a:pt x="243873" y="510123"/>
                </a:cubicBezTo>
                <a:cubicBezTo>
                  <a:pt x="230029" y="510123"/>
                  <a:pt x="216725" y="515626"/>
                  <a:pt x="206938" y="525431"/>
                </a:cubicBezTo>
                <a:lnTo>
                  <a:pt x="182313" y="550055"/>
                </a:lnTo>
                <a:cubicBezTo>
                  <a:pt x="172509" y="559859"/>
                  <a:pt x="167005" y="573146"/>
                  <a:pt x="167005" y="587008"/>
                </a:cubicBezTo>
                <a:cubicBezTo>
                  <a:pt x="167005" y="599878"/>
                  <a:pt x="171760" y="612260"/>
                  <a:pt x="180293" y="621820"/>
                </a:cubicBezTo>
                <a:cubicBezTo>
                  <a:pt x="142086" y="666262"/>
                  <a:pt x="144036" y="733447"/>
                  <a:pt x="186162" y="775573"/>
                </a:cubicBezTo>
                <a:cubicBezTo>
                  <a:pt x="228462" y="817873"/>
                  <a:pt x="296030" y="819666"/>
                  <a:pt x="340489" y="780954"/>
                </a:cubicBezTo>
                <a:cubicBezTo>
                  <a:pt x="349179" y="786962"/>
                  <a:pt x="359541" y="790253"/>
                  <a:pt x="370267" y="790253"/>
                </a:cubicBezTo>
                <a:cubicBezTo>
                  <a:pt x="384113" y="790253"/>
                  <a:pt x="397399" y="784750"/>
                  <a:pt x="407205" y="774963"/>
                </a:cubicBezTo>
                <a:lnTo>
                  <a:pt x="431828" y="750322"/>
                </a:lnTo>
                <a:cubicBezTo>
                  <a:pt x="441632" y="740535"/>
                  <a:pt x="447135" y="727247"/>
                  <a:pt x="447135" y="713386"/>
                </a:cubicBezTo>
                <a:cubicBezTo>
                  <a:pt x="447135" y="699524"/>
                  <a:pt x="441632" y="686236"/>
                  <a:pt x="431828" y="676449"/>
                </a:cubicBezTo>
                <a:lnTo>
                  <a:pt x="419900" y="664520"/>
                </a:lnTo>
                <a:lnTo>
                  <a:pt x="492536" y="591884"/>
                </a:lnTo>
                <a:lnTo>
                  <a:pt x="518082" y="617432"/>
                </a:lnTo>
                <a:lnTo>
                  <a:pt x="517665" y="617849"/>
                </a:lnTo>
                <a:cubicBezTo>
                  <a:pt x="497255" y="638242"/>
                  <a:pt x="497255" y="671330"/>
                  <a:pt x="517665" y="691722"/>
                </a:cubicBezTo>
                <a:cubicBezTo>
                  <a:pt x="573861" y="747936"/>
                  <a:pt x="711070" y="885127"/>
                  <a:pt x="767266" y="941341"/>
                </a:cubicBezTo>
                <a:cubicBezTo>
                  <a:pt x="787676" y="961734"/>
                  <a:pt x="820747" y="961734"/>
                  <a:pt x="841156" y="941341"/>
                </a:cubicBezTo>
                <a:lnTo>
                  <a:pt x="941324" y="841156"/>
                </a:lnTo>
                <a:cubicBezTo>
                  <a:pt x="961734" y="820746"/>
                  <a:pt x="961734" y="787676"/>
                  <a:pt x="941324" y="767266"/>
                </a:cubicBezTo>
                <a:lnTo>
                  <a:pt x="691722" y="517664"/>
                </a:lnTo>
                <a:cubicBezTo>
                  <a:pt x="671313" y="497254"/>
                  <a:pt x="638242" y="497254"/>
                  <a:pt x="617832" y="517664"/>
                </a:cubicBezTo>
                <a:lnTo>
                  <a:pt x="617415" y="518082"/>
                </a:lnTo>
                <a:lnTo>
                  <a:pt x="591885" y="492552"/>
                </a:lnTo>
                <a:lnTo>
                  <a:pt x="602021" y="482400"/>
                </a:lnTo>
                <a:cubicBezTo>
                  <a:pt x="618215" y="466222"/>
                  <a:pt x="621559" y="442050"/>
                  <a:pt x="612051" y="422563"/>
                </a:cubicBezTo>
                <a:lnTo>
                  <a:pt x="633036" y="401596"/>
                </a:lnTo>
                <a:lnTo>
                  <a:pt x="640541" y="406176"/>
                </a:lnTo>
                <a:cubicBezTo>
                  <a:pt x="730574" y="461154"/>
                  <a:pt x="846415" y="457514"/>
                  <a:pt x="933244" y="395553"/>
                </a:cubicBezTo>
                <a:cubicBezTo>
                  <a:pt x="933297" y="395518"/>
                  <a:pt x="933349" y="395501"/>
                  <a:pt x="933383" y="395466"/>
                </a:cubicBezTo>
                <a:cubicBezTo>
                  <a:pt x="945730" y="386463"/>
                  <a:pt x="953532" y="372532"/>
                  <a:pt x="954717" y="357294"/>
                </a:cubicBezTo>
                <a:cubicBezTo>
                  <a:pt x="955918" y="342056"/>
                  <a:pt x="950381" y="327080"/>
                  <a:pt x="939566" y="316265"/>
                </a:cubicBezTo>
                <a:cubicBezTo>
                  <a:pt x="909351" y="286068"/>
                  <a:pt x="857056" y="233755"/>
                  <a:pt x="803176" y="179927"/>
                </a:cubicBezTo>
                <a:lnTo>
                  <a:pt x="820015" y="163087"/>
                </a:lnTo>
                <a:cubicBezTo>
                  <a:pt x="841226" y="173936"/>
                  <a:pt x="867905" y="170471"/>
                  <a:pt x="885668" y="152726"/>
                </a:cubicBezTo>
                <a:cubicBezTo>
                  <a:pt x="907715" y="130661"/>
                  <a:pt x="907715" y="94874"/>
                  <a:pt x="885668" y="72810"/>
                </a:cubicBezTo>
                <a:cubicBezTo>
                  <a:pt x="863603" y="50764"/>
                  <a:pt x="827799" y="50764"/>
                  <a:pt x="805752" y="72810"/>
                </a:cubicBezTo>
                <a:cubicBezTo>
                  <a:pt x="788008" y="90573"/>
                  <a:pt x="784541" y="117235"/>
                  <a:pt x="795373" y="138463"/>
                </a:cubicBezTo>
                <a:lnTo>
                  <a:pt x="778534" y="155320"/>
                </a:lnTo>
                <a:cubicBezTo>
                  <a:pt x="724601" y="101457"/>
                  <a:pt x="672218" y="49196"/>
                  <a:pt x="641899" y="19104"/>
                </a:cubicBezTo>
                <a:cubicBezTo>
                  <a:pt x="631225" y="8429"/>
                  <a:pt x="616334" y="2926"/>
                  <a:pt x="601219" y="4110"/>
                </a:cubicBezTo>
                <a:cubicBezTo>
                  <a:pt x="586104" y="5277"/>
                  <a:pt x="572258" y="13009"/>
                  <a:pt x="563325" y="25269"/>
                </a:cubicBezTo>
                <a:cubicBezTo>
                  <a:pt x="563308" y="25286"/>
                  <a:pt x="563273" y="25321"/>
                  <a:pt x="563256" y="25356"/>
                </a:cubicBezTo>
                <a:cubicBezTo>
                  <a:pt x="498892" y="114866"/>
                  <a:pt x="497132" y="235601"/>
                  <a:pt x="557978" y="326818"/>
                </a:cubicBezTo>
                <a:lnTo>
                  <a:pt x="559198" y="328664"/>
                </a:lnTo>
                <a:lnTo>
                  <a:pt x="559198" y="328664"/>
                </a:lnTo>
                <a:close/>
                <a:moveTo>
                  <a:pt x="854304" y="878928"/>
                </a:moveTo>
                <a:lnTo>
                  <a:pt x="816532" y="916700"/>
                </a:lnTo>
                <a:cubicBezTo>
                  <a:pt x="809723" y="923509"/>
                  <a:pt x="798700" y="923509"/>
                  <a:pt x="791908" y="916700"/>
                </a:cubicBezTo>
                <a:lnTo>
                  <a:pt x="746474" y="871265"/>
                </a:lnTo>
                <a:lnTo>
                  <a:pt x="796558" y="821181"/>
                </a:lnTo>
                <a:lnTo>
                  <a:pt x="854304" y="878928"/>
                </a:lnTo>
                <a:close/>
                <a:moveTo>
                  <a:pt x="871266" y="746473"/>
                </a:moveTo>
                <a:lnTo>
                  <a:pt x="916701" y="791907"/>
                </a:lnTo>
                <a:cubicBezTo>
                  <a:pt x="923510" y="798699"/>
                  <a:pt x="923510" y="809722"/>
                  <a:pt x="916701" y="816532"/>
                </a:cubicBezTo>
                <a:lnTo>
                  <a:pt x="878928" y="854304"/>
                </a:lnTo>
                <a:lnTo>
                  <a:pt x="821181" y="796557"/>
                </a:lnTo>
                <a:lnTo>
                  <a:pt x="871266" y="746473"/>
                </a:lnTo>
                <a:lnTo>
                  <a:pt x="871266" y="746473"/>
                </a:lnTo>
                <a:close/>
                <a:moveTo>
                  <a:pt x="610570" y="735362"/>
                </a:moveTo>
                <a:lnTo>
                  <a:pt x="721832" y="846641"/>
                </a:lnTo>
                <a:lnTo>
                  <a:pt x="771933" y="796557"/>
                </a:lnTo>
                <a:lnTo>
                  <a:pt x="660654" y="685278"/>
                </a:lnTo>
                <a:lnTo>
                  <a:pt x="610570" y="735362"/>
                </a:lnTo>
                <a:close/>
                <a:moveTo>
                  <a:pt x="204969" y="646618"/>
                </a:moveTo>
                <a:cubicBezTo>
                  <a:pt x="180346" y="677372"/>
                  <a:pt x="182296" y="722441"/>
                  <a:pt x="210786" y="750948"/>
                </a:cubicBezTo>
                <a:cubicBezTo>
                  <a:pt x="239294" y="779438"/>
                  <a:pt x="284362" y="781389"/>
                  <a:pt x="315116" y="756765"/>
                </a:cubicBezTo>
                <a:lnTo>
                  <a:pt x="204969" y="646618"/>
                </a:lnTo>
                <a:close/>
                <a:moveTo>
                  <a:pt x="685279" y="660654"/>
                </a:moveTo>
                <a:lnTo>
                  <a:pt x="796558" y="771933"/>
                </a:lnTo>
                <a:lnTo>
                  <a:pt x="846641" y="721849"/>
                </a:lnTo>
                <a:lnTo>
                  <a:pt x="735363" y="610570"/>
                </a:lnTo>
                <a:lnTo>
                  <a:pt x="685279" y="660654"/>
                </a:lnTo>
                <a:close/>
                <a:moveTo>
                  <a:pt x="407205" y="701073"/>
                </a:moveTo>
                <a:lnTo>
                  <a:pt x="256186" y="550055"/>
                </a:lnTo>
                <a:cubicBezTo>
                  <a:pt x="252929" y="546798"/>
                  <a:pt x="248489" y="544952"/>
                  <a:pt x="243873" y="544952"/>
                </a:cubicBezTo>
                <a:cubicBezTo>
                  <a:pt x="239258" y="544952"/>
                  <a:pt x="234835" y="546798"/>
                  <a:pt x="231561" y="550055"/>
                </a:cubicBezTo>
                <a:cubicBezTo>
                  <a:pt x="231561" y="550055"/>
                  <a:pt x="206938" y="574696"/>
                  <a:pt x="206938" y="574696"/>
                </a:cubicBezTo>
                <a:cubicBezTo>
                  <a:pt x="203664" y="577953"/>
                  <a:pt x="201834" y="582376"/>
                  <a:pt x="201834" y="587008"/>
                </a:cubicBezTo>
                <a:cubicBezTo>
                  <a:pt x="201834" y="591623"/>
                  <a:pt x="203664" y="596047"/>
                  <a:pt x="206938" y="599320"/>
                </a:cubicBezTo>
                <a:lnTo>
                  <a:pt x="357938" y="750322"/>
                </a:lnTo>
                <a:cubicBezTo>
                  <a:pt x="361212" y="753595"/>
                  <a:pt x="365635" y="755424"/>
                  <a:pt x="370267" y="755424"/>
                </a:cubicBezTo>
                <a:cubicBezTo>
                  <a:pt x="374883" y="755424"/>
                  <a:pt x="379306" y="753595"/>
                  <a:pt x="382580" y="750322"/>
                </a:cubicBezTo>
                <a:lnTo>
                  <a:pt x="407205" y="725697"/>
                </a:lnTo>
                <a:cubicBezTo>
                  <a:pt x="410460" y="722441"/>
                  <a:pt x="412307" y="718000"/>
                  <a:pt x="412307" y="713385"/>
                </a:cubicBezTo>
                <a:cubicBezTo>
                  <a:pt x="412307" y="708770"/>
                  <a:pt x="410460" y="704330"/>
                  <a:pt x="407205" y="701073"/>
                </a:cubicBezTo>
                <a:lnTo>
                  <a:pt x="407205" y="701073"/>
                </a:lnTo>
                <a:close/>
                <a:moveTo>
                  <a:pt x="580061" y="604701"/>
                </a:moveTo>
                <a:lnTo>
                  <a:pt x="636031" y="660654"/>
                </a:lnTo>
                <a:lnTo>
                  <a:pt x="585929" y="710738"/>
                </a:lnTo>
                <a:lnTo>
                  <a:pt x="542288" y="667098"/>
                </a:lnTo>
                <a:cubicBezTo>
                  <a:pt x="535496" y="660288"/>
                  <a:pt x="535496" y="649265"/>
                  <a:pt x="542288" y="642474"/>
                </a:cubicBezTo>
                <a:lnTo>
                  <a:pt x="580061" y="604701"/>
                </a:lnTo>
                <a:close/>
                <a:moveTo>
                  <a:pt x="710740" y="585946"/>
                </a:moveTo>
                <a:lnTo>
                  <a:pt x="660654" y="636030"/>
                </a:lnTo>
                <a:lnTo>
                  <a:pt x="604684" y="580060"/>
                </a:lnTo>
                <a:lnTo>
                  <a:pt x="642474" y="542288"/>
                </a:lnTo>
                <a:cubicBezTo>
                  <a:pt x="649266" y="535496"/>
                  <a:pt x="660288" y="535496"/>
                  <a:pt x="667097" y="542288"/>
                </a:cubicBezTo>
                <a:lnTo>
                  <a:pt x="710740" y="585946"/>
                </a:lnTo>
                <a:close/>
                <a:moveTo>
                  <a:pt x="542706" y="592790"/>
                </a:moveTo>
                <a:lnTo>
                  <a:pt x="592790" y="542706"/>
                </a:lnTo>
                <a:lnTo>
                  <a:pt x="567260" y="517176"/>
                </a:lnTo>
                <a:lnTo>
                  <a:pt x="517176" y="567260"/>
                </a:lnTo>
                <a:lnTo>
                  <a:pt x="542706" y="592790"/>
                </a:lnTo>
                <a:close/>
                <a:moveTo>
                  <a:pt x="492536" y="542636"/>
                </a:moveTo>
                <a:lnTo>
                  <a:pt x="577396" y="457775"/>
                </a:lnTo>
                <a:cubicBezTo>
                  <a:pt x="584205" y="450984"/>
                  <a:pt x="584205" y="439943"/>
                  <a:pt x="577396" y="433151"/>
                </a:cubicBezTo>
                <a:cubicBezTo>
                  <a:pt x="562420" y="418174"/>
                  <a:pt x="543351" y="399106"/>
                  <a:pt x="528357" y="384112"/>
                </a:cubicBezTo>
                <a:cubicBezTo>
                  <a:pt x="521565" y="377320"/>
                  <a:pt x="510542" y="377320"/>
                  <a:pt x="503732" y="384112"/>
                </a:cubicBezTo>
                <a:lnTo>
                  <a:pt x="418889" y="468973"/>
                </a:lnTo>
                <a:lnTo>
                  <a:pt x="492536" y="542636"/>
                </a:lnTo>
                <a:lnTo>
                  <a:pt x="492536" y="542636"/>
                </a:lnTo>
                <a:close/>
                <a:moveTo>
                  <a:pt x="419029" y="368944"/>
                </a:moveTo>
                <a:lnTo>
                  <a:pt x="368945" y="419028"/>
                </a:lnTo>
                <a:lnTo>
                  <a:pt x="394247" y="444348"/>
                </a:lnTo>
                <a:lnTo>
                  <a:pt x="444350" y="394247"/>
                </a:lnTo>
                <a:lnTo>
                  <a:pt x="419029" y="368944"/>
                </a:lnTo>
                <a:close/>
                <a:moveTo>
                  <a:pt x="357050" y="381674"/>
                </a:moveTo>
                <a:lnTo>
                  <a:pt x="319261" y="419446"/>
                </a:lnTo>
                <a:cubicBezTo>
                  <a:pt x="312469" y="426255"/>
                  <a:pt x="301445" y="426238"/>
                  <a:pt x="294636" y="419446"/>
                </a:cubicBezTo>
                <a:lnTo>
                  <a:pt x="244413" y="369222"/>
                </a:lnTo>
                <a:lnTo>
                  <a:pt x="294497" y="319138"/>
                </a:lnTo>
                <a:lnTo>
                  <a:pt x="357050" y="381674"/>
                </a:lnTo>
                <a:lnTo>
                  <a:pt x="357050" y="381674"/>
                </a:lnTo>
                <a:close/>
                <a:moveTo>
                  <a:pt x="658374" y="376258"/>
                </a:moveTo>
                <a:lnTo>
                  <a:pt x="658704" y="376450"/>
                </a:lnTo>
                <a:cubicBezTo>
                  <a:pt x="736896" y="424200"/>
                  <a:pt x="837499" y="421048"/>
                  <a:pt x="912991" y="367220"/>
                </a:cubicBezTo>
                <a:cubicBezTo>
                  <a:pt x="917048" y="364225"/>
                  <a:pt x="919609" y="359610"/>
                  <a:pt x="919992" y="354577"/>
                </a:cubicBezTo>
                <a:cubicBezTo>
                  <a:pt x="920392" y="349509"/>
                  <a:pt x="918545" y="344511"/>
                  <a:pt x="914941" y="340906"/>
                </a:cubicBezTo>
                <a:cubicBezTo>
                  <a:pt x="849933" y="275898"/>
                  <a:pt x="682614" y="108579"/>
                  <a:pt x="617362" y="43815"/>
                </a:cubicBezTo>
                <a:cubicBezTo>
                  <a:pt x="617345" y="43815"/>
                  <a:pt x="617328" y="43798"/>
                  <a:pt x="617310" y="43780"/>
                </a:cubicBezTo>
                <a:cubicBezTo>
                  <a:pt x="613792" y="40245"/>
                  <a:pt x="608899" y="38452"/>
                  <a:pt x="603918" y="38834"/>
                </a:cubicBezTo>
                <a:cubicBezTo>
                  <a:pt x="598973" y="39218"/>
                  <a:pt x="594427" y="41743"/>
                  <a:pt x="591485" y="45748"/>
                </a:cubicBezTo>
                <a:cubicBezTo>
                  <a:pt x="536577" y="122180"/>
                  <a:pt x="534191" y="224804"/>
                  <a:pt x="584344" y="303500"/>
                </a:cubicBezTo>
                <a:lnTo>
                  <a:pt x="632949" y="254914"/>
                </a:lnTo>
                <a:cubicBezTo>
                  <a:pt x="639479" y="248383"/>
                  <a:pt x="648343" y="244709"/>
                  <a:pt x="657572" y="244709"/>
                </a:cubicBezTo>
                <a:cubicBezTo>
                  <a:pt x="666803" y="244709"/>
                  <a:pt x="675666" y="248383"/>
                  <a:pt x="682197" y="254914"/>
                </a:cubicBezTo>
                <a:lnTo>
                  <a:pt x="706334" y="279033"/>
                </a:lnTo>
                <a:cubicBezTo>
                  <a:pt x="712863" y="285563"/>
                  <a:pt x="716538" y="294427"/>
                  <a:pt x="716538" y="303657"/>
                </a:cubicBezTo>
                <a:cubicBezTo>
                  <a:pt x="716538" y="312904"/>
                  <a:pt x="712863" y="321751"/>
                  <a:pt x="706334" y="328299"/>
                </a:cubicBezTo>
                <a:lnTo>
                  <a:pt x="658374" y="376258"/>
                </a:lnTo>
                <a:lnTo>
                  <a:pt x="658374" y="376258"/>
                </a:lnTo>
                <a:close/>
                <a:moveTo>
                  <a:pt x="657572" y="279538"/>
                </a:moveTo>
                <a:cubicBezTo>
                  <a:pt x="657572" y="279538"/>
                  <a:pt x="681709" y="303657"/>
                  <a:pt x="681709" y="303657"/>
                </a:cubicBezTo>
                <a:cubicBezTo>
                  <a:pt x="681709" y="303657"/>
                  <a:pt x="590579" y="394787"/>
                  <a:pt x="590579" y="394787"/>
                </a:cubicBezTo>
                <a:cubicBezTo>
                  <a:pt x="590579" y="394787"/>
                  <a:pt x="566443" y="370668"/>
                  <a:pt x="566443" y="370668"/>
                </a:cubicBezTo>
                <a:lnTo>
                  <a:pt x="657572" y="279538"/>
                </a:lnTo>
                <a:lnTo>
                  <a:pt x="657572" y="279538"/>
                </a:lnTo>
                <a:close/>
                <a:moveTo>
                  <a:pt x="369222" y="244413"/>
                </a:moveTo>
                <a:lnTo>
                  <a:pt x="419446" y="294636"/>
                </a:lnTo>
                <a:cubicBezTo>
                  <a:pt x="426238" y="301445"/>
                  <a:pt x="426238" y="312469"/>
                  <a:pt x="419446" y="319260"/>
                </a:cubicBezTo>
                <a:lnTo>
                  <a:pt x="381674" y="357050"/>
                </a:lnTo>
                <a:lnTo>
                  <a:pt x="319122" y="294497"/>
                </a:lnTo>
                <a:lnTo>
                  <a:pt x="369222" y="244413"/>
                </a:lnTo>
                <a:lnTo>
                  <a:pt x="369222" y="244413"/>
                </a:lnTo>
                <a:close/>
                <a:moveTo>
                  <a:pt x="131254" y="256063"/>
                </a:moveTo>
                <a:lnTo>
                  <a:pt x="219790" y="344598"/>
                </a:lnTo>
                <a:lnTo>
                  <a:pt x="269873" y="294497"/>
                </a:lnTo>
                <a:lnTo>
                  <a:pt x="181355" y="205979"/>
                </a:lnTo>
                <a:lnTo>
                  <a:pt x="131254" y="256063"/>
                </a:lnTo>
                <a:lnTo>
                  <a:pt x="131254" y="256063"/>
                </a:lnTo>
                <a:close/>
                <a:moveTo>
                  <a:pt x="205980" y="181355"/>
                </a:moveTo>
                <a:lnTo>
                  <a:pt x="294497" y="269873"/>
                </a:lnTo>
                <a:lnTo>
                  <a:pt x="344582" y="219789"/>
                </a:lnTo>
                <a:lnTo>
                  <a:pt x="256063" y="131271"/>
                </a:lnTo>
                <a:lnTo>
                  <a:pt x="205980" y="181355"/>
                </a:lnTo>
                <a:lnTo>
                  <a:pt x="205980" y="181355"/>
                </a:lnTo>
                <a:close/>
                <a:moveTo>
                  <a:pt x="82806" y="107430"/>
                </a:moveTo>
                <a:lnTo>
                  <a:pt x="156713" y="181355"/>
                </a:lnTo>
                <a:lnTo>
                  <a:pt x="106629" y="231439"/>
                </a:lnTo>
                <a:lnTo>
                  <a:pt x="45034" y="169844"/>
                </a:lnTo>
                <a:cubicBezTo>
                  <a:pt x="38226" y="163035"/>
                  <a:pt x="38226" y="152011"/>
                  <a:pt x="45034" y="145202"/>
                </a:cubicBezTo>
                <a:lnTo>
                  <a:pt x="82806" y="107430"/>
                </a:lnTo>
                <a:lnTo>
                  <a:pt x="82806" y="107430"/>
                </a:lnTo>
                <a:close/>
                <a:moveTo>
                  <a:pt x="231439" y="106629"/>
                </a:moveTo>
                <a:lnTo>
                  <a:pt x="181355" y="156731"/>
                </a:lnTo>
                <a:lnTo>
                  <a:pt x="107431" y="82806"/>
                </a:lnTo>
                <a:lnTo>
                  <a:pt x="145202" y="45034"/>
                </a:lnTo>
                <a:cubicBezTo>
                  <a:pt x="152012" y="38225"/>
                  <a:pt x="163035" y="38225"/>
                  <a:pt x="169827" y="45034"/>
                </a:cubicBezTo>
                <a:lnTo>
                  <a:pt x="231439" y="106629"/>
                </a:lnTo>
                <a:close/>
                <a:moveTo>
                  <a:pt x="861027" y="97452"/>
                </a:moveTo>
                <a:cubicBezTo>
                  <a:pt x="869490" y="105898"/>
                  <a:pt x="869490" y="119638"/>
                  <a:pt x="861027" y="128084"/>
                </a:cubicBezTo>
                <a:cubicBezTo>
                  <a:pt x="852581" y="136547"/>
                  <a:pt x="838840" y="136547"/>
                  <a:pt x="830394" y="128084"/>
                </a:cubicBezTo>
                <a:cubicBezTo>
                  <a:pt x="821930" y="119638"/>
                  <a:pt x="821930" y="105898"/>
                  <a:pt x="830394" y="97452"/>
                </a:cubicBezTo>
                <a:cubicBezTo>
                  <a:pt x="838840" y="88988"/>
                  <a:pt x="852581" y="88988"/>
                  <a:pt x="861027" y="97452"/>
                </a:cubicBez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-1177077" y="5862504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14037886" y="-1002692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466208" y="1579501"/>
            <a:ext cx="6492240" cy="1"/>
          </a:xfrm>
          <a:custGeom>
            <a:avLst/>
            <a:gdLst/>
            <a:rect l="0" t="0" r="6492240" b="1"/>
            <a:pathLst>
              <a:path w="6492240" h="1" fill="none" stroke="1">
                <a:moveTo>
                  <a:pt x="0" y="0"/>
                </a:moveTo>
                <a:lnTo>
                  <a:pt x="6492240" y="0"/>
                </a:lnTo>
              </a:path>
            </a:pathLst>
          </a:custGeom>
          <a:noFill/>
          <a:ln w="19050">
            <a:solidFill>
              <a:srgbClr val="000A47"/>
            </a:solidFill>
          </a:ln>
        </p:spPr>
        <p:txBody>
          <a:bodyPr/>
          <a:lstStyle/>
          <a:p/>
        </p:txBody>
      </p:sp>
      <p:pic>
        <p:nvPicPr>
          <p:cNvPr id="22" name="Imag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529" y="1710902"/>
            <a:ext cx="10972800" cy="7753349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466505" y="820956"/>
            <a:ext cx="2909294" cy="56887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199" spc="94" dirty="0">
                <a:solidFill>
                  <a:srgbClr val="191E6B"/>
                </a:solidFill>
                <a:latin typeface="Bree Serif 2"/>
                <a:cs typeface="Bree Serif 2"/>
              </a:rPr>
              <a:t> GNSS # GNSS_R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79125" y="9127146"/>
            <a:ext cx="349237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22"/>
                <a:cs typeface="Space Mono 22"/>
              </a:rPr>
              <a:t>5</a:t>
            </a:r>
          </a:p>
        </p:txBody>
      </p:sp>
      <p:sp>
        <p:nvSpPr>
          <p:cNvPr id="25" name="Shape 25"/>
          <p:cNvSpPr/>
          <p:nvPr/>
        </p:nvSpPr>
        <p:spPr>
          <a:xfrm>
            <a:off x="14037887" y="-1002693"/>
            <a:ext cx="5427188" cy="542718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1466208" y="1569976"/>
            <a:ext cx="6492240" cy="19050"/>
          </a:xfrm>
          <a:custGeom>
            <a:avLst/>
            <a:gdLst/>
            <a:rect l="0" t="0" r="6492240" b="19050"/>
            <a:pathLst>
              <a:path w="6492240" h="19050" fill="norm" stroke="0">
                <a:moveTo>
                  <a:pt x="0" y="19050"/>
                </a:moveTo>
                <a:lnTo>
                  <a:pt x="6492240" y="19050"/>
                </a:lnTo>
                <a:lnTo>
                  <a:pt x="64922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106781" y="2018521"/>
            <a:ext cx="1843838" cy="184383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632448" y="3613761"/>
            <a:ext cx="992322" cy="99232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29" name="Shape 29"/>
          <p:cNvSpPr/>
          <p:nvPr/>
        </p:nvSpPr>
        <p:spPr>
          <a:xfrm>
            <a:off x="16573100" y="5347517"/>
            <a:ext cx="961386" cy="96138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-1177077" y="5862504"/>
            <a:ext cx="5427188" cy="542718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EFEFE"/>
          </a:solidFill>
        </p:spPr>
        <p:txBody>
          <a:bodyPr/>
          <a:lstStyle/>
          <a:p/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52500"/>
            <a:ext cx="18288002" cy="1219200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850459" y="3833044"/>
            <a:ext cx="555177" cy="555196"/>
          </a:xfrm>
          <a:custGeom>
            <a:avLst/>
            <a:gdLst/>
            <a:rect l="0" t="0" r="555177" b="555196"/>
            <a:pathLst>
              <a:path w="555177" h="555196" fill="norm" stroke="0">
                <a:moveTo>
                  <a:pt x="148410" y="554069"/>
                </a:moveTo>
                <a:lnTo>
                  <a:pt x="545883" y="423161"/>
                </a:lnTo>
                <a:cubicBezTo>
                  <a:pt x="547569" y="422606"/>
                  <a:pt x="549085" y="421749"/>
                  <a:pt x="550430" y="420591"/>
                </a:cubicBezTo>
                <a:cubicBezTo>
                  <a:pt x="551775" y="419433"/>
                  <a:pt x="552848" y="418061"/>
                  <a:pt x="553647" y="416476"/>
                </a:cubicBezTo>
                <a:cubicBezTo>
                  <a:pt x="554447" y="414891"/>
                  <a:pt x="554913" y="413213"/>
                  <a:pt x="555045" y="411443"/>
                </a:cubicBezTo>
                <a:cubicBezTo>
                  <a:pt x="555177" y="409673"/>
                  <a:pt x="554966" y="407944"/>
                  <a:pt x="554410" y="406259"/>
                </a:cubicBezTo>
                <a:lnTo>
                  <a:pt x="423670" y="9294"/>
                </a:lnTo>
                <a:cubicBezTo>
                  <a:pt x="423114" y="7608"/>
                  <a:pt x="422258" y="6093"/>
                  <a:pt x="421099" y="4747"/>
                </a:cubicBezTo>
                <a:cubicBezTo>
                  <a:pt x="419941" y="3402"/>
                  <a:pt x="418569" y="2329"/>
                  <a:pt x="416984" y="1530"/>
                </a:cubicBezTo>
                <a:cubicBezTo>
                  <a:pt x="415399" y="730"/>
                  <a:pt x="413722" y="264"/>
                  <a:pt x="411952" y="133"/>
                </a:cubicBezTo>
                <a:cubicBezTo>
                  <a:pt x="410181" y="0"/>
                  <a:pt x="408453" y="212"/>
                  <a:pt x="406767" y="767"/>
                </a:cubicBezTo>
                <a:lnTo>
                  <a:pt x="9294" y="131675"/>
                </a:lnTo>
                <a:cubicBezTo>
                  <a:pt x="7608" y="132230"/>
                  <a:pt x="6092" y="133087"/>
                  <a:pt x="4747" y="134245"/>
                </a:cubicBezTo>
                <a:cubicBezTo>
                  <a:pt x="3402" y="135404"/>
                  <a:pt x="2329" y="136775"/>
                  <a:pt x="1530" y="138360"/>
                </a:cubicBezTo>
                <a:cubicBezTo>
                  <a:pt x="730" y="139945"/>
                  <a:pt x="264" y="141623"/>
                  <a:pt x="132" y="143393"/>
                </a:cubicBezTo>
                <a:cubicBezTo>
                  <a:pt x="0" y="145163"/>
                  <a:pt x="212" y="146891"/>
                  <a:pt x="767" y="148578"/>
                </a:cubicBezTo>
                <a:lnTo>
                  <a:pt x="131675" y="546050"/>
                </a:lnTo>
                <a:cubicBezTo>
                  <a:pt x="132935" y="549417"/>
                  <a:pt x="135186" y="551877"/>
                  <a:pt x="138428" y="553430"/>
                </a:cubicBezTo>
                <a:cubicBezTo>
                  <a:pt x="141669" y="554983"/>
                  <a:pt x="144997" y="555196"/>
                  <a:pt x="148410" y="554069"/>
                </a:cubicBezTo>
                <a:close/>
                <a:moveTo>
                  <a:pt x="30259" y="152536"/>
                </a:moveTo>
                <a:lnTo>
                  <a:pt x="402683" y="29878"/>
                </a:lnTo>
                <a:lnTo>
                  <a:pt x="525467" y="402683"/>
                </a:lnTo>
                <a:lnTo>
                  <a:pt x="152662" y="525467"/>
                </a:lnTo>
                <a:lnTo>
                  <a:pt x="30259" y="152536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697082" y="3678416"/>
            <a:ext cx="863350" cy="863350"/>
          </a:xfrm>
          <a:custGeom>
            <a:avLst/>
            <a:gdLst/>
            <a:rect l="0" t="0" r="863350" b="863350"/>
            <a:pathLst>
              <a:path w="863350" h="863350" fill="norm" stroke="0">
                <a:moveTo>
                  <a:pt x="732840" y="150384"/>
                </a:moveTo>
                <a:cubicBezTo>
                  <a:pt x="734923" y="150274"/>
                  <a:pt x="736873" y="149708"/>
                  <a:pt x="738691" y="148687"/>
                </a:cubicBezTo>
                <a:cubicBezTo>
                  <a:pt x="740509" y="147665"/>
                  <a:pt x="742006" y="146295"/>
                  <a:pt x="743183" y="144573"/>
                </a:cubicBezTo>
                <a:cubicBezTo>
                  <a:pt x="744360" y="142853"/>
                  <a:pt x="745095" y="140960"/>
                  <a:pt x="745388" y="138895"/>
                </a:cubicBezTo>
                <a:cubicBezTo>
                  <a:pt x="745681" y="136831"/>
                  <a:pt x="745501" y="134809"/>
                  <a:pt x="744849" y="132828"/>
                </a:cubicBezTo>
                <a:cubicBezTo>
                  <a:pt x="744197" y="130848"/>
                  <a:pt x="743139" y="129114"/>
                  <a:pt x="741677" y="127628"/>
                </a:cubicBezTo>
                <a:cubicBezTo>
                  <a:pt x="740215" y="126141"/>
                  <a:pt x="738499" y="125056"/>
                  <a:pt x="736530" y="124371"/>
                </a:cubicBezTo>
                <a:cubicBezTo>
                  <a:pt x="734560" y="123686"/>
                  <a:pt x="732541" y="123474"/>
                  <a:pt x="730472" y="123733"/>
                </a:cubicBezTo>
                <a:cubicBezTo>
                  <a:pt x="728403" y="123992"/>
                  <a:pt x="726498" y="124695"/>
                  <a:pt x="724758" y="125844"/>
                </a:cubicBezTo>
                <a:lnTo>
                  <a:pt x="653045" y="149463"/>
                </a:lnTo>
                <a:lnTo>
                  <a:pt x="625783" y="66687"/>
                </a:lnTo>
                <a:cubicBezTo>
                  <a:pt x="625228" y="65001"/>
                  <a:pt x="624371" y="63486"/>
                  <a:pt x="623213" y="62140"/>
                </a:cubicBezTo>
                <a:cubicBezTo>
                  <a:pt x="622054" y="60796"/>
                  <a:pt x="620683" y="59723"/>
                  <a:pt x="619098" y="58924"/>
                </a:cubicBezTo>
                <a:cubicBezTo>
                  <a:pt x="617513" y="58124"/>
                  <a:pt x="615835" y="57658"/>
                  <a:pt x="614065" y="57526"/>
                </a:cubicBezTo>
                <a:cubicBezTo>
                  <a:pt x="612295" y="57393"/>
                  <a:pt x="610566" y="57605"/>
                  <a:pt x="608880" y="58160"/>
                </a:cubicBezTo>
                <a:lnTo>
                  <a:pt x="526487" y="85296"/>
                </a:lnTo>
                <a:lnTo>
                  <a:pt x="502994" y="13965"/>
                </a:lnTo>
                <a:cubicBezTo>
                  <a:pt x="503059" y="11784"/>
                  <a:pt x="502618" y="9709"/>
                  <a:pt x="501669" y="7744"/>
                </a:cubicBezTo>
                <a:cubicBezTo>
                  <a:pt x="500720" y="5778"/>
                  <a:pt x="499371" y="4142"/>
                  <a:pt x="497622" y="2836"/>
                </a:cubicBezTo>
                <a:cubicBezTo>
                  <a:pt x="495873" y="1531"/>
                  <a:pt x="493921" y="702"/>
                  <a:pt x="491767" y="351"/>
                </a:cubicBezTo>
                <a:cubicBezTo>
                  <a:pt x="489612" y="0"/>
                  <a:pt x="487498" y="166"/>
                  <a:pt x="485425" y="849"/>
                </a:cubicBezTo>
                <a:cubicBezTo>
                  <a:pt x="483352" y="1532"/>
                  <a:pt x="481553" y="2654"/>
                  <a:pt x="480029" y="4217"/>
                </a:cubicBezTo>
                <a:cubicBezTo>
                  <a:pt x="478505" y="5779"/>
                  <a:pt x="477428" y="7606"/>
                  <a:pt x="476797" y="9696"/>
                </a:cubicBezTo>
                <a:cubicBezTo>
                  <a:pt x="476166" y="11785"/>
                  <a:pt x="476053" y="13902"/>
                  <a:pt x="476458" y="16047"/>
                </a:cubicBezTo>
                <a:cubicBezTo>
                  <a:pt x="476863" y="18192"/>
                  <a:pt x="477740" y="20122"/>
                  <a:pt x="479089" y="21838"/>
                </a:cubicBezTo>
                <a:lnTo>
                  <a:pt x="502708" y="93551"/>
                </a:lnTo>
                <a:lnTo>
                  <a:pt x="439133" y="114490"/>
                </a:lnTo>
                <a:lnTo>
                  <a:pt x="415514" y="42776"/>
                </a:lnTo>
                <a:cubicBezTo>
                  <a:pt x="414959" y="41091"/>
                  <a:pt x="414102" y="39575"/>
                  <a:pt x="412944" y="38229"/>
                </a:cubicBezTo>
                <a:cubicBezTo>
                  <a:pt x="411785" y="36885"/>
                  <a:pt x="410414" y="35812"/>
                  <a:pt x="408829" y="35013"/>
                </a:cubicBezTo>
                <a:cubicBezTo>
                  <a:pt x="407244" y="34213"/>
                  <a:pt x="405566" y="33747"/>
                  <a:pt x="403796" y="33615"/>
                </a:cubicBezTo>
                <a:cubicBezTo>
                  <a:pt x="402026" y="33482"/>
                  <a:pt x="400297" y="33694"/>
                  <a:pt x="398611" y="34249"/>
                </a:cubicBezTo>
                <a:cubicBezTo>
                  <a:pt x="396925" y="34805"/>
                  <a:pt x="395409" y="35661"/>
                  <a:pt x="394064" y="36819"/>
                </a:cubicBezTo>
                <a:cubicBezTo>
                  <a:pt x="392719" y="37978"/>
                  <a:pt x="391647" y="39350"/>
                  <a:pt x="390847" y="40935"/>
                </a:cubicBezTo>
                <a:cubicBezTo>
                  <a:pt x="390047" y="42520"/>
                  <a:pt x="389581" y="44197"/>
                  <a:pt x="389449" y="45968"/>
                </a:cubicBezTo>
                <a:cubicBezTo>
                  <a:pt x="389317" y="47738"/>
                  <a:pt x="389529" y="49466"/>
                  <a:pt x="390084" y="51152"/>
                </a:cubicBezTo>
                <a:lnTo>
                  <a:pt x="413703" y="122865"/>
                </a:lnTo>
                <a:lnTo>
                  <a:pt x="350127" y="143804"/>
                </a:lnTo>
                <a:lnTo>
                  <a:pt x="326509" y="72091"/>
                </a:lnTo>
                <a:cubicBezTo>
                  <a:pt x="325953" y="70404"/>
                  <a:pt x="325097" y="68889"/>
                  <a:pt x="323938" y="67544"/>
                </a:cubicBezTo>
                <a:cubicBezTo>
                  <a:pt x="322780" y="66198"/>
                  <a:pt x="321408" y="65126"/>
                  <a:pt x="319823" y="64326"/>
                </a:cubicBezTo>
                <a:cubicBezTo>
                  <a:pt x="318238" y="63527"/>
                  <a:pt x="316561" y="63061"/>
                  <a:pt x="314791" y="62929"/>
                </a:cubicBezTo>
                <a:cubicBezTo>
                  <a:pt x="313020" y="62796"/>
                  <a:pt x="311292" y="63008"/>
                  <a:pt x="309606" y="63564"/>
                </a:cubicBezTo>
                <a:cubicBezTo>
                  <a:pt x="307920" y="64119"/>
                  <a:pt x="306404" y="64976"/>
                  <a:pt x="305059" y="66134"/>
                </a:cubicBezTo>
                <a:cubicBezTo>
                  <a:pt x="303714" y="67292"/>
                  <a:pt x="302641" y="68664"/>
                  <a:pt x="301842" y="70248"/>
                </a:cubicBezTo>
                <a:cubicBezTo>
                  <a:pt x="301042" y="71834"/>
                  <a:pt x="300576" y="73511"/>
                  <a:pt x="300444" y="75281"/>
                </a:cubicBezTo>
                <a:cubicBezTo>
                  <a:pt x="300312" y="77052"/>
                  <a:pt x="300523" y="78780"/>
                  <a:pt x="301079" y="80466"/>
                </a:cubicBezTo>
                <a:lnTo>
                  <a:pt x="324697" y="152179"/>
                </a:lnTo>
                <a:lnTo>
                  <a:pt x="261122" y="173117"/>
                </a:lnTo>
                <a:lnTo>
                  <a:pt x="237503" y="101405"/>
                </a:lnTo>
                <a:cubicBezTo>
                  <a:pt x="237393" y="99323"/>
                  <a:pt x="236828" y="97372"/>
                  <a:pt x="235806" y="95555"/>
                </a:cubicBezTo>
                <a:cubicBezTo>
                  <a:pt x="234785" y="93737"/>
                  <a:pt x="233414" y="92239"/>
                  <a:pt x="231693" y="91062"/>
                </a:cubicBezTo>
                <a:cubicBezTo>
                  <a:pt x="229972" y="89884"/>
                  <a:pt x="228079" y="89150"/>
                  <a:pt x="226015" y="88857"/>
                </a:cubicBezTo>
                <a:cubicBezTo>
                  <a:pt x="223950" y="88564"/>
                  <a:pt x="221928" y="88744"/>
                  <a:pt x="219947" y="89396"/>
                </a:cubicBezTo>
                <a:cubicBezTo>
                  <a:pt x="217967" y="90049"/>
                  <a:pt x="216233" y="91106"/>
                  <a:pt x="214747" y="92568"/>
                </a:cubicBezTo>
                <a:cubicBezTo>
                  <a:pt x="213260" y="94031"/>
                  <a:pt x="212175" y="95746"/>
                  <a:pt x="211490" y="97716"/>
                </a:cubicBezTo>
                <a:cubicBezTo>
                  <a:pt x="210806" y="99685"/>
                  <a:pt x="210593" y="101705"/>
                  <a:pt x="210852" y="103774"/>
                </a:cubicBezTo>
                <a:cubicBezTo>
                  <a:pt x="211111" y="105842"/>
                  <a:pt x="211814" y="107747"/>
                  <a:pt x="212963" y="109487"/>
                </a:cubicBezTo>
                <a:lnTo>
                  <a:pt x="236582" y="181200"/>
                </a:lnTo>
                <a:lnTo>
                  <a:pt x="173007" y="202139"/>
                </a:lnTo>
                <a:lnTo>
                  <a:pt x="149388" y="130425"/>
                </a:lnTo>
                <a:cubicBezTo>
                  <a:pt x="149278" y="128343"/>
                  <a:pt x="148712" y="126393"/>
                  <a:pt x="147691" y="124575"/>
                </a:cubicBezTo>
                <a:cubicBezTo>
                  <a:pt x="146670" y="122758"/>
                  <a:pt x="145299" y="121260"/>
                  <a:pt x="143577" y="120083"/>
                </a:cubicBezTo>
                <a:cubicBezTo>
                  <a:pt x="141857" y="118906"/>
                  <a:pt x="139964" y="118171"/>
                  <a:pt x="137899" y="117878"/>
                </a:cubicBezTo>
                <a:cubicBezTo>
                  <a:pt x="135835" y="117585"/>
                  <a:pt x="133812" y="117765"/>
                  <a:pt x="131832" y="118418"/>
                </a:cubicBezTo>
                <a:cubicBezTo>
                  <a:pt x="129852" y="119069"/>
                  <a:pt x="128118" y="120127"/>
                  <a:pt x="126632" y="121589"/>
                </a:cubicBezTo>
                <a:cubicBezTo>
                  <a:pt x="125145" y="123051"/>
                  <a:pt x="124060" y="124767"/>
                  <a:pt x="123375" y="126736"/>
                </a:cubicBezTo>
                <a:cubicBezTo>
                  <a:pt x="122690" y="128706"/>
                  <a:pt x="122477" y="130725"/>
                  <a:pt x="122736" y="132794"/>
                </a:cubicBezTo>
                <a:cubicBezTo>
                  <a:pt x="122995" y="134863"/>
                  <a:pt x="123699" y="136768"/>
                  <a:pt x="124848" y="138508"/>
                </a:cubicBezTo>
                <a:lnTo>
                  <a:pt x="148467" y="210221"/>
                </a:lnTo>
                <a:lnTo>
                  <a:pt x="65437" y="237567"/>
                </a:lnTo>
                <a:cubicBezTo>
                  <a:pt x="63751" y="238122"/>
                  <a:pt x="62235" y="238979"/>
                  <a:pt x="60890" y="240137"/>
                </a:cubicBezTo>
                <a:cubicBezTo>
                  <a:pt x="59545" y="241295"/>
                  <a:pt x="58472" y="242667"/>
                  <a:pt x="57673" y="244252"/>
                </a:cubicBezTo>
                <a:cubicBezTo>
                  <a:pt x="56873" y="245837"/>
                  <a:pt x="56407" y="247514"/>
                  <a:pt x="56275" y="249285"/>
                </a:cubicBezTo>
                <a:cubicBezTo>
                  <a:pt x="56143" y="251055"/>
                  <a:pt x="56355" y="252783"/>
                  <a:pt x="56910" y="254469"/>
                </a:cubicBezTo>
                <a:lnTo>
                  <a:pt x="84172" y="337245"/>
                </a:lnTo>
                <a:lnTo>
                  <a:pt x="12840" y="360738"/>
                </a:lnTo>
                <a:cubicBezTo>
                  <a:pt x="10758" y="360848"/>
                  <a:pt x="8808" y="361413"/>
                  <a:pt x="6990" y="362434"/>
                </a:cubicBezTo>
                <a:cubicBezTo>
                  <a:pt x="5172" y="363456"/>
                  <a:pt x="3675" y="364827"/>
                  <a:pt x="2498" y="366548"/>
                </a:cubicBezTo>
                <a:cubicBezTo>
                  <a:pt x="1321" y="368269"/>
                  <a:pt x="586" y="370162"/>
                  <a:pt x="293" y="372226"/>
                </a:cubicBezTo>
                <a:cubicBezTo>
                  <a:pt x="0" y="374291"/>
                  <a:pt x="180" y="376313"/>
                  <a:pt x="832" y="378294"/>
                </a:cubicBezTo>
                <a:cubicBezTo>
                  <a:pt x="1484" y="380274"/>
                  <a:pt x="2542" y="382007"/>
                  <a:pt x="4004" y="383494"/>
                </a:cubicBezTo>
                <a:cubicBezTo>
                  <a:pt x="5466" y="384980"/>
                  <a:pt x="7182" y="386066"/>
                  <a:pt x="9151" y="386750"/>
                </a:cubicBezTo>
                <a:cubicBezTo>
                  <a:pt x="11121" y="387435"/>
                  <a:pt x="13140" y="387648"/>
                  <a:pt x="15209" y="387389"/>
                </a:cubicBezTo>
                <a:cubicBezTo>
                  <a:pt x="17278" y="387130"/>
                  <a:pt x="19183" y="386426"/>
                  <a:pt x="20923" y="385278"/>
                </a:cubicBezTo>
                <a:lnTo>
                  <a:pt x="92636" y="361659"/>
                </a:lnTo>
                <a:lnTo>
                  <a:pt x="113574" y="425234"/>
                </a:lnTo>
                <a:lnTo>
                  <a:pt x="41861" y="448853"/>
                </a:lnTo>
                <a:cubicBezTo>
                  <a:pt x="39756" y="448925"/>
                  <a:pt x="37777" y="449465"/>
                  <a:pt x="35927" y="450471"/>
                </a:cubicBezTo>
                <a:cubicBezTo>
                  <a:pt x="34076" y="451477"/>
                  <a:pt x="32547" y="452844"/>
                  <a:pt x="31342" y="454573"/>
                </a:cubicBezTo>
                <a:cubicBezTo>
                  <a:pt x="30137" y="456300"/>
                  <a:pt x="29381" y="458207"/>
                  <a:pt x="29076" y="460291"/>
                </a:cubicBezTo>
                <a:cubicBezTo>
                  <a:pt x="28770" y="462376"/>
                  <a:pt x="28947" y="464419"/>
                  <a:pt x="29606" y="466420"/>
                </a:cubicBezTo>
                <a:cubicBezTo>
                  <a:pt x="30265" y="468421"/>
                  <a:pt x="31337" y="470169"/>
                  <a:pt x="32821" y="471664"/>
                </a:cubicBezTo>
                <a:cubicBezTo>
                  <a:pt x="34306" y="473159"/>
                  <a:pt x="36046" y="474243"/>
                  <a:pt x="38042" y="474917"/>
                </a:cubicBezTo>
                <a:cubicBezTo>
                  <a:pt x="40039" y="475590"/>
                  <a:pt x="42080" y="475781"/>
                  <a:pt x="44167" y="475491"/>
                </a:cubicBezTo>
                <a:cubicBezTo>
                  <a:pt x="46254" y="475200"/>
                  <a:pt x="48165" y="474459"/>
                  <a:pt x="49902" y="473266"/>
                </a:cubicBezTo>
                <a:lnTo>
                  <a:pt x="121615" y="449647"/>
                </a:lnTo>
                <a:lnTo>
                  <a:pt x="142553" y="513223"/>
                </a:lnTo>
                <a:lnTo>
                  <a:pt x="70840" y="536841"/>
                </a:lnTo>
                <a:cubicBezTo>
                  <a:pt x="69154" y="537397"/>
                  <a:pt x="67639" y="538253"/>
                  <a:pt x="66293" y="539412"/>
                </a:cubicBezTo>
                <a:cubicBezTo>
                  <a:pt x="64948" y="540570"/>
                  <a:pt x="63876" y="541941"/>
                  <a:pt x="63076" y="543527"/>
                </a:cubicBezTo>
                <a:cubicBezTo>
                  <a:pt x="62276" y="545111"/>
                  <a:pt x="61810" y="546789"/>
                  <a:pt x="61678" y="548559"/>
                </a:cubicBezTo>
                <a:cubicBezTo>
                  <a:pt x="61546" y="550330"/>
                  <a:pt x="61758" y="552058"/>
                  <a:pt x="62313" y="553744"/>
                </a:cubicBezTo>
                <a:cubicBezTo>
                  <a:pt x="62868" y="555430"/>
                  <a:pt x="63725" y="556946"/>
                  <a:pt x="64883" y="558291"/>
                </a:cubicBezTo>
                <a:cubicBezTo>
                  <a:pt x="66042" y="559636"/>
                  <a:pt x="67413" y="560709"/>
                  <a:pt x="68998" y="561508"/>
                </a:cubicBezTo>
                <a:cubicBezTo>
                  <a:pt x="70583" y="562308"/>
                  <a:pt x="72261" y="562774"/>
                  <a:pt x="74031" y="562906"/>
                </a:cubicBezTo>
                <a:cubicBezTo>
                  <a:pt x="75801" y="563038"/>
                  <a:pt x="77530" y="562826"/>
                  <a:pt x="79216" y="562271"/>
                </a:cubicBezTo>
                <a:lnTo>
                  <a:pt x="150929" y="538652"/>
                </a:lnTo>
                <a:lnTo>
                  <a:pt x="171867" y="602228"/>
                </a:lnTo>
                <a:lnTo>
                  <a:pt x="100154" y="625847"/>
                </a:lnTo>
                <a:cubicBezTo>
                  <a:pt x="98072" y="625957"/>
                  <a:pt x="96122" y="626522"/>
                  <a:pt x="94304" y="627543"/>
                </a:cubicBezTo>
                <a:cubicBezTo>
                  <a:pt x="92486" y="628565"/>
                  <a:pt x="90989" y="629936"/>
                  <a:pt x="89812" y="631657"/>
                </a:cubicBezTo>
                <a:cubicBezTo>
                  <a:pt x="88634" y="633378"/>
                  <a:pt x="87899" y="635271"/>
                  <a:pt x="87607" y="637335"/>
                </a:cubicBezTo>
                <a:cubicBezTo>
                  <a:pt x="87314" y="639400"/>
                  <a:pt x="87494" y="641422"/>
                  <a:pt x="88146" y="643403"/>
                </a:cubicBezTo>
                <a:cubicBezTo>
                  <a:pt x="88798" y="645383"/>
                  <a:pt x="89855" y="647116"/>
                  <a:pt x="91318" y="648603"/>
                </a:cubicBezTo>
                <a:cubicBezTo>
                  <a:pt x="92780" y="650089"/>
                  <a:pt x="94496" y="651175"/>
                  <a:pt x="96465" y="651859"/>
                </a:cubicBezTo>
                <a:cubicBezTo>
                  <a:pt x="98435" y="652544"/>
                  <a:pt x="100454" y="652757"/>
                  <a:pt x="102523" y="652498"/>
                </a:cubicBezTo>
                <a:cubicBezTo>
                  <a:pt x="104592" y="652239"/>
                  <a:pt x="106497" y="651535"/>
                  <a:pt x="108237" y="650387"/>
                </a:cubicBezTo>
                <a:lnTo>
                  <a:pt x="179950" y="626768"/>
                </a:lnTo>
                <a:lnTo>
                  <a:pt x="200888" y="690343"/>
                </a:lnTo>
                <a:lnTo>
                  <a:pt x="129175" y="713962"/>
                </a:lnTo>
                <a:cubicBezTo>
                  <a:pt x="127093" y="714072"/>
                  <a:pt x="125143" y="714638"/>
                  <a:pt x="123325" y="715659"/>
                </a:cubicBezTo>
                <a:cubicBezTo>
                  <a:pt x="121507" y="716680"/>
                  <a:pt x="120010" y="718052"/>
                  <a:pt x="118833" y="719772"/>
                </a:cubicBezTo>
                <a:cubicBezTo>
                  <a:pt x="117655" y="721493"/>
                  <a:pt x="116920" y="723386"/>
                  <a:pt x="116628" y="725451"/>
                </a:cubicBezTo>
                <a:cubicBezTo>
                  <a:pt x="116335" y="727515"/>
                  <a:pt x="116515" y="729538"/>
                  <a:pt x="117167" y="731518"/>
                </a:cubicBezTo>
                <a:cubicBezTo>
                  <a:pt x="117819" y="733498"/>
                  <a:pt x="118876" y="735232"/>
                  <a:pt x="120339" y="736718"/>
                </a:cubicBezTo>
                <a:cubicBezTo>
                  <a:pt x="121801" y="738205"/>
                  <a:pt x="123517" y="739290"/>
                  <a:pt x="125486" y="739975"/>
                </a:cubicBezTo>
                <a:cubicBezTo>
                  <a:pt x="127456" y="740659"/>
                  <a:pt x="129475" y="740872"/>
                  <a:pt x="131544" y="740613"/>
                </a:cubicBezTo>
                <a:cubicBezTo>
                  <a:pt x="133613" y="740355"/>
                  <a:pt x="135517" y="739651"/>
                  <a:pt x="137257" y="738502"/>
                </a:cubicBezTo>
                <a:lnTo>
                  <a:pt x="208970" y="714883"/>
                </a:lnTo>
                <a:lnTo>
                  <a:pt x="236233" y="797658"/>
                </a:lnTo>
                <a:cubicBezTo>
                  <a:pt x="236788" y="799345"/>
                  <a:pt x="237645" y="800860"/>
                  <a:pt x="238803" y="802205"/>
                </a:cubicBezTo>
                <a:cubicBezTo>
                  <a:pt x="239961" y="803551"/>
                  <a:pt x="241333" y="804623"/>
                  <a:pt x="242918" y="805423"/>
                </a:cubicBezTo>
                <a:cubicBezTo>
                  <a:pt x="244503" y="806222"/>
                  <a:pt x="246180" y="806688"/>
                  <a:pt x="247951" y="806820"/>
                </a:cubicBezTo>
                <a:cubicBezTo>
                  <a:pt x="249721" y="806953"/>
                  <a:pt x="251449" y="806741"/>
                  <a:pt x="253135" y="806186"/>
                </a:cubicBezTo>
                <a:lnTo>
                  <a:pt x="335910" y="778924"/>
                </a:lnTo>
                <a:lnTo>
                  <a:pt x="359487" y="850509"/>
                </a:lnTo>
                <a:cubicBezTo>
                  <a:pt x="359597" y="852592"/>
                  <a:pt x="360163" y="854542"/>
                  <a:pt x="361184" y="856360"/>
                </a:cubicBezTo>
                <a:cubicBezTo>
                  <a:pt x="362205" y="858177"/>
                  <a:pt x="363577" y="859675"/>
                  <a:pt x="365298" y="860852"/>
                </a:cubicBezTo>
                <a:cubicBezTo>
                  <a:pt x="367019" y="862030"/>
                  <a:pt x="368911" y="862764"/>
                  <a:pt x="370976" y="863057"/>
                </a:cubicBezTo>
                <a:cubicBezTo>
                  <a:pt x="373040" y="863350"/>
                  <a:pt x="375063" y="863170"/>
                  <a:pt x="377043" y="862518"/>
                </a:cubicBezTo>
                <a:cubicBezTo>
                  <a:pt x="379024" y="861866"/>
                  <a:pt x="380757" y="860808"/>
                  <a:pt x="382243" y="859346"/>
                </a:cubicBezTo>
                <a:cubicBezTo>
                  <a:pt x="383730" y="857884"/>
                  <a:pt x="384816" y="856168"/>
                  <a:pt x="385500" y="854199"/>
                </a:cubicBezTo>
                <a:cubicBezTo>
                  <a:pt x="386185" y="852229"/>
                  <a:pt x="386398" y="850210"/>
                  <a:pt x="386139" y="848141"/>
                </a:cubicBezTo>
                <a:cubicBezTo>
                  <a:pt x="385880" y="846072"/>
                  <a:pt x="385176" y="844167"/>
                  <a:pt x="384027" y="842427"/>
                </a:cubicBezTo>
                <a:lnTo>
                  <a:pt x="360409" y="770714"/>
                </a:lnTo>
                <a:lnTo>
                  <a:pt x="423984" y="749776"/>
                </a:lnTo>
                <a:lnTo>
                  <a:pt x="447603" y="821489"/>
                </a:lnTo>
                <a:cubicBezTo>
                  <a:pt x="447675" y="823594"/>
                  <a:pt x="448214" y="825572"/>
                  <a:pt x="449221" y="827423"/>
                </a:cubicBezTo>
                <a:cubicBezTo>
                  <a:pt x="450227" y="829274"/>
                  <a:pt x="451594" y="830802"/>
                  <a:pt x="453322" y="832008"/>
                </a:cubicBezTo>
                <a:cubicBezTo>
                  <a:pt x="455050" y="833213"/>
                  <a:pt x="456956" y="833968"/>
                  <a:pt x="459041" y="834274"/>
                </a:cubicBezTo>
                <a:cubicBezTo>
                  <a:pt x="461125" y="834580"/>
                  <a:pt x="463168" y="834403"/>
                  <a:pt x="465169" y="833744"/>
                </a:cubicBezTo>
                <a:cubicBezTo>
                  <a:pt x="467170" y="833084"/>
                  <a:pt x="468919" y="832013"/>
                  <a:pt x="470414" y="830528"/>
                </a:cubicBezTo>
                <a:cubicBezTo>
                  <a:pt x="471909" y="829044"/>
                  <a:pt x="472993" y="827304"/>
                  <a:pt x="473666" y="825307"/>
                </a:cubicBezTo>
                <a:cubicBezTo>
                  <a:pt x="474340" y="823311"/>
                  <a:pt x="474531" y="821270"/>
                  <a:pt x="474241" y="819183"/>
                </a:cubicBezTo>
                <a:cubicBezTo>
                  <a:pt x="473950" y="817096"/>
                  <a:pt x="473208" y="815185"/>
                  <a:pt x="472015" y="813448"/>
                </a:cubicBezTo>
                <a:lnTo>
                  <a:pt x="448397" y="741735"/>
                </a:lnTo>
                <a:lnTo>
                  <a:pt x="511972" y="720797"/>
                </a:lnTo>
                <a:lnTo>
                  <a:pt x="535591" y="792509"/>
                </a:lnTo>
                <a:cubicBezTo>
                  <a:pt x="536146" y="794196"/>
                  <a:pt x="537003" y="795712"/>
                  <a:pt x="538161" y="797057"/>
                </a:cubicBezTo>
                <a:cubicBezTo>
                  <a:pt x="539319" y="798402"/>
                  <a:pt x="540691" y="799474"/>
                  <a:pt x="542276" y="800274"/>
                </a:cubicBezTo>
                <a:cubicBezTo>
                  <a:pt x="543861" y="801074"/>
                  <a:pt x="545539" y="801539"/>
                  <a:pt x="547309" y="801672"/>
                </a:cubicBezTo>
                <a:cubicBezTo>
                  <a:pt x="549079" y="801804"/>
                  <a:pt x="550807" y="801592"/>
                  <a:pt x="552494" y="801037"/>
                </a:cubicBezTo>
                <a:cubicBezTo>
                  <a:pt x="554180" y="800481"/>
                  <a:pt x="555695" y="799625"/>
                  <a:pt x="557041" y="798466"/>
                </a:cubicBezTo>
                <a:cubicBezTo>
                  <a:pt x="558386" y="797308"/>
                  <a:pt x="559458" y="795936"/>
                  <a:pt x="560258" y="794352"/>
                </a:cubicBezTo>
                <a:cubicBezTo>
                  <a:pt x="561057" y="792767"/>
                  <a:pt x="561523" y="791089"/>
                  <a:pt x="561655" y="789318"/>
                </a:cubicBezTo>
                <a:cubicBezTo>
                  <a:pt x="561788" y="787548"/>
                  <a:pt x="561576" y="785820"/>
                  <a:pt x="561021" y="784134"/>
                </a:cubicBezTo>
                <a:lnTo>
                  <a:pt x="537402" y="712421"/>
                </a:lnTo>
                <a:lnTo>
                  <a:pt x="600977" y="691483"/>
                </a:lnTo>
                <a:lnTo>
                  <a:pt x="624596" y="763196"/>
                </a:lnTo>
                <a:cubicBezTo>
                  <a:pt x="624706" y="765278"/>
                  <a:pt x="625272" y="767228"/>
                  <a:pt x="626293" y="769046"/>
                </a:cubicBezTo>
                <a:cubicBezTo>
                  <a:pt x="627314" y="770863"/>
                  <a:pt x="628686" y="772361"/>
                  <a:pt x="630407" y="773538"/>
                </a:cubicBezTo>
                <a:cubicBezTo>
                  <a:pt x="632128" y="774716"/>
                  <a:pt x="634020" y="775450"/>
                  <a:pt x="636085" y="775743"/>
                </a:cubicBezTo>
                <a:cubicBezTo>
                  <a:pt x="638149" y="776036"/>
                  <a:pt x="640172" y="775856"/>
                  <a:pt x="642152" y="775204"/>
                </a:cubicBezTo>
                <a:cubicBezTo>
                  <a:pt x="644133" y="774552"/>
                  <a:pt x="645866" y="773494"/>
                  <a:pt x="647352" y="772032"/>
                </a:cubicBezTo>
                <a:cubicBezTo>
                  <a:pt x="648839" y="770570"/>
                  <a:pt x="649925" y="768854"/>
                  <a:pt x="650609" y="766885"/>
                </a:cubicBezTo>
                <a:cubicBezTo>
                  <a:pt x="651294" y="764915"/>
                  <a:pt x="651507" y="762896"/>
                  <a:pt x="651248" y="760827"/>
                </a:cubicBezTo>
                <a:cubicBezTo>
                  <a:pt x="650989" y="758758"/>
                  <a:pt x="650285" y="756853"/>
                  <a:pt x="649136" y="755113"/>
                </a:cubicBezTo>
                <a:lnTo>
                  <a:pt x="625517" y="683400"/>
                </a:lnTo>
                <a:lnTo>
                  <a:pt x="689093" y="662462"/>
                </a:lnTo>
                <a:lnTo>
                  <a:pt x="712712" y="734175"/>
                </a:lnTo>
                <a:cubicBezTo>
                  <a:pt x="712822" y="736257"/>
                  <a:pt x="713387" y="738207"/>
                  <a:pt x="714409" y="740025"/>
                </a:cubicBezTo>
                <a:cubicBezTo>
                  <a:pt x="715430" y="741843"/>
                  <a:pt x="716801" y="743340"/>
                  <a:pt x="718522" y="744517"/>
                </a:cubicBezTo>
                <a:cubicBezTo>
                  <a:pt x="720243" y="745695"/>
                  <a:pt x="722136" y="746430"/>
                  <a:pt x="724200" y="746722"/>
                </a:cubicBezTo>
                <a:cubicBezTo>
                  <a:pt x="726265" y="747015"/>
                  <a:pt x="728287" y="746835"/>
                  <a:pt x="730268" y="746183"/>
                </a:cubicBezTo>
                <a:cubicBezTo>
                  <a:pt x="732248" y="745531"/>
                  <a:pt x="733981" y="744474"/>
                  <a:pt x="735468" y="743011"/>
                </a:cubicBezTo>
                <a:cubicBezTo>
                  <a:pt x="736954" y="741549"/>
                  <a:pt x="738040" y="739833"/>
                  <a:pt x="738725" y="737863"/>
                </a:cubicBezTo>
                <a:cubicBezTo>
                  <a:pt x="739409" y="735894"/>
                  <a:pt x="739622" y="733875"/>
                  <a:pt x="739363" y="731806"/>
                </a:cubicBezTo>
                <a:cubicBezTo>
                  <a:pt x="739104" y="729737"/>
                  <a:pt x="738400" y="727832"/>
                  <a:pt x="737252" y="726093"/>
                </a:cubicBezTo>
                <a:lnTo>
                  <a:pt x="713633" y="654379"/>
                </a:lnTo>
                <a:lnTo>
                  <a:pt x="796408" y="627118"/>
                </a:lnTo>
                <a:cubicBezTo>
                  <a:pt x="798094" y="626562"/>
                  <a:pt x="799610" y="625705"/>
                  <a:pt x="800955" y="624547"/>
                </a:cubicBezTo>
                <a:cubicBezTo>
                  <a:pt x="802300" y="623389"/>
                  <a:pt x="803373" y="622017"/>
                  <a:pt x="804172" y="620432"/>
                </a:cubicBezTo>
                <a:cubicBezTo>
                  <a:pt x="804972" y="618847"/>
                  <a:pt x="805438" y="617169"/>
                  <a:pt x="805570" y="615399"/>
                </a:cubicBezTo>
                <a:cubicBezTo>
                  <a:pt x="805702" y="613629"/>
                  <a:pt x="805491" y="611901"/>
                  <a:pt x="804935" y="610215"/>
                </a:cubicBezTo>
                <a:lnTo>
                  <a:pt x="777799" y="527821"/>
                </a:lnTo>
                <a:lnTo>
                  <a:pt x="849385" y="504244"/>
                </a:lnTo>
                <a:cubicBezTo>
                  <a:pt x="851566" y="504310"/>
                  <a:pt x="853640" y="503868"/>
                  <a:pt x="855606" y="502919"/>
                </a:cubicBezTo>
                <a:cubicBezTo>
                  <a:pt x="857572" y="501970"/>
                  <a:pt x="859207" y="500621"/>
                  <a:pt x="860513" y="498872"/>
                </a:cubicBezTo>
                <a:cubicBezTo>
                  <a:pt x="861819" y="497123"/>
                  <a:pt x="862648" y="495171"/>
                  <a:pt x="862999" y="493017"/>
                </a:cubicBezTo>
                <a:cubicBezTo>
                  <a:pt x="863350" y="490863"/>
                  <a:pt x="863184" y="488749"/>
                  <a:pt x="862501" y="486676"/>
                </a:cubicBezTo>
                <a:cubicBezTo>
                  <a:pt x="861818" y="484603"/>
                  <a:pt x="860696" y="482804"/>
                  <a:pt x="859133" y="481280"/>
                </a:cubicBezTo>
                <a:cubicBezTo>
                  <a:pt x="857571" y="479756"/>
                  <a:pt x="855744" y="478678"/>
                  <a:pt x="853655" y="478048"/>
                </a:cubicBezTo>
                <a:cubicBezTo>
                  <a:pt x="851565" y="477417"/>
                  <a:pt x="849448" y="477304"/>
                  <a:pt x="847303" y="477709"/>
                </a:cubicBezTo>
                <a:cubicBezTo>
                  <a:pt x="845158" y="478114"/>
                  <a:pt x="843228" y="478991"/>
                  <a:pt x="841512" y="480340"/>
                </a:cubicBezTo>
                <a:lnTo>
                  <a:pt x="769799" y="503958"/>
                </a:lnTo>
                <a:lnTo>
                  <a:pt x="748860" y="440383"/>
                </a:lnTo>
                <a:lnTo>
                  <a:pt x="820573" y="416764"/>
                </a:lnTo>
                <a:cubicBezTo>
                  <a:pt x="822259" y="416209"/>
                  <a:pt x="823775" y="415352"/>
                  <a:pt x="825120" y="414194"/>
                </a:cubicBezTo>
                <a:cubicBezTo>
                  <a:pt x="826465" y="413036"/>
                  <a:pt x="827538" y="411664"/>
                  <a:pt x="828337" y="410079"/>
                </a:cubicBezTo>
                <a:cubicBezTo>
                  <a:pt x="829137" y="408494"/>
                  <a:pt x="829603" y="406817"/>
                  <a:pt x="829735" y="405046"/>
                </a:cubicBezTo>
                <a:cubicBezTo>
                  <a:pt x="829867" y="403276"/>
                  <a:pt x="829656" y="401548"/>
                  <a:pt x="829101" y="399862"/>
                </a:cubicBezTo>
                <a:cubicBezTo>
                  <a:pt x="828545" y="398176"/>
                  <a:pt x="827688" y="396660"/>
                  <a:pt x="826530" y="395315"/>
                </a:cubicBezTo>
                <a:cubicBezTo>
                  <a:pt x="825372" y="393969"/>
                  <a:pt x="824000" y="392897"/>
                  <a:pt x="822415" y="392097"/>
                </a:cubicBezTo>
                <a:cubicBezTo>
                  <a:pt x="820830" y="391298"/>
                  <a:pt x="819153" y="390832"/>
                  <a:pt x="817382" y="390700"/>
                </a:cubicBezTo>
                <a:cubicBezTo>
                  <a:pt x="815612" y="390568"/>
                  <a:pt x="813884" y="390779"/>
                  <a:pt x="812198" y="391334"/>
                </a:cubicBezTo>
                <a:lnTo>
                  <a:pt x="740485" y="414953"/>
                </a:lnTo>
                <a:lnTo>
                  <a:pt x="719546" y="351378"/>
                </a:lnTo>
                <a:lnTo>
                  <a:pt x="791259" y="327759"/>
                </a:lnTo>
                <a:cubicBezTo>
                  <a:pt x="792945" y="327204"/>
                  <a:pt x="794461" y="326347"/>
                  <a:pt x="795806" y="325189"/>
                </a:cubicBezTo>
                <a:cubicBezTo>
                  <a:pt x="797151" y="324030"/>
                  <a:pt x="798224" y="322659"/>
                  <a:pt x="799023" y="321074"/>
                </a:cubicBezTo>
                <a:cubicBezTo>
                  <a:pt x="799823" y="319489"/>
                  <a:pt x="800289" y="317811"/>
                  <a:pt x="800421" y="316041"/>
                </a:cubicBezTo>
                <a:cubicBezTo>
                  <a:pt x="800553" y="314271"/>
                  <a:pt x="800342" y="312543"/>
                  <a:pt x="799787" y="310856"/>
                </a:cubicBezTo>
                <a:cubicBezTo>
                  <a:pt x="799231" y="309170"/>
                  <a:pt x="798374" y="307654"/>
                  <a:pt x="797216" y="306309"/>
                </a:cubicBezTo>
                <a:cubicBezTo>
                  <a:pt x="796058" y="304964"/>
                  <a:pt x="794686" y="303892"/>
                  <a:pt x="793101" y="303092"/>
                </a:cubicBezTo>
                <a:cubicBezTo>
                  <a:pt x="791516" y="302292"/>
                  <a:pt x="789839" y="301827"/>
                  <a:pt x="788068" y="301694"/>
                </a:cubicBezTo>
                <a:cubicBezTo>
                  <a:pt x="786298" y="301562"/>
                  <a:pt x="784570" y="301774"/>
                  <a:pt x="782884" y="302329"/>
                </a:cubicBezTo>
                <a:lnTo>
                  <a:pt x="711171" y="325948"/>
                </a:lnTo>
                <a:lnTo>
                  <a:pt x="690232" y="262372"/>
                </a:lnTo>
                <a:lnTo>
                  <a:pt x="761945" y="238754"/>
                </a:lnTo>
                <a:cubicBezTo>
                  <a:pt x="764027" y="238644"/>
                  <a:pt x="765977" y="238078"/>
                  <a:pt x="767795" y="237057"/>
                </a:cubicBezTo>
                <a:cubicBezTo>
                  <a:pt x="769613" y="236036"/>
                  <a:pt x="771111" y="234664"/>
                  <a:pt x="772288" y="232943"/>
                </a:cubicBezTo>
                <a:cubicBezTo>
                  <a:pt x="773465" y="231222"/>
                  <a:pt x="774200" y="229329"/>
                  <a:pt x="774493" y="227265"/>
                </a:cubicBezTo>
                <a:cubicBezTo>
                  <a:pt x="774786" y="225201"/>
                  <a:pt x="774606" y="223178"/>
                  <a:pt x="773954" y="221198"/>
                </a:cubicBezTo>
                <a:cubicBezTo>
                  <a:pt x="773301" y="219217"/>
                  <a:pt x="772244" y="217484"/>
                  <a:pt x="770782" y="215997"/>
                </a:cubicBezTo>
                <a:cubicBezTo>
                  <a:pt x="769320" y="214511"/>
                  <a:pt x="767604" y="213425"/>
                  <a:pt x="765634" y="212741"/>
                </a:cubicBezTo>
                <a:cubicBezTo>
                  <a:pt x="763665" y="212056"/>
                  <a:pt x="761645" y="211843"/>
                  <a:pt x="759576" y="212102"/>
                </a:cubicBezTo>
                <a:cubicBezTo>
                  <a:pt x="757507" y="212361"/>
                  <a:pt x="755603" y="213065"/>
                  <a:pt x="753863" y="214214"/>
                </a:cubicBezTo>
                <a:lnTo>
                  <a:pt x="682150" y="237832"/>
                </a:lnTo>
                <a:lnTo>
                  <a:pt x="661211" y="174257"/>
                </a:lnTo>
                <a:lnTo>
                  <a:pt x="732840" y="150384"/>
                </a:lnTo>
                <a:close/>
                <a:moveTo>
                  <a:pt x="776204" y="606428"/>
                </a:moveTo>
                <a:lnTo>
                  <a:pt x="256921" y="777455"/>
                </a:lnTo>
                <a:lnTo>
                  <a:pt x="85895" y="258172"/>
                </a:lnTo>
                <a:lnTo>
                  <a:pt x="605178" y="87145"/>
                </a:lnTo>
                <a:lnTo>
                  <a:pt x="776204" y="606428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6572874" y="5347865"/>
            <a:ext cx="961734" cy="961734"/>
          </a:xfrm>
          <a:custGeom>
            <a:avLst/>
            <a:gdLst/>
            <a:rect l="0" t="0" r="961734" b="961734"/>
            <a:pathLst>
              <a:path w="961734" h="961734" fill="norm" stroke="0">
                <a:moveTo>
                  <a:pt x="559198" y="328664"/>
                </a:moveTo>
                <a:lnTo>
                  <a:pt x="538580" y="349283"/>
                </a:lnTo>
                <a:cubicBezTo>
                  <a:pt x="519162" y="340001"/>
                  <a:pt x="495199" y="343397"/>
                  <a:pt x="479109" y="359488"/>
                </a:cubicBezTo>
                <a:lnTo>
                  <a:pt x="468973" y="369623"/>
                </a:lnTo>
                <a:lnTo>
                  <a:pt x="443652" y="344320"/>
                </a:lnTo>
                <a:lnTo>
                  <a:pt x="444071" y="343902"/>
                </a:lnTo>
                <a:cubicBezTo>
                  <a:pt x="464480" y="323492"/>
                  <a:pt x="464480" y="290422"/>
                  <a:pt x="444071" y="270012"/>
                </a:cubicBezTo>
                <a:lnTo>
                  <a:pt x="194469" y="20410"/>
                </a:lnTo>
                <a:cubicBezTo>
                  <a:pt x="174059" y="0"/>
                  <a:pt x="140988" y="0"/>
                  <a:pt x="120579" y="20410"/>
                </a:cubicBezTo>
                <a:lnTo>
                  <a:pt x="20410" y="120578"/>
                </a:lnTo>
                <a:cubicBezTo>
                  <a:pt x="0" y="140988"/>
                  <a:pt x="0" y="174058"/>
                  <a:pt x="20410" y="194468"/>
                </a:cubicBezTo>
                <a:cubicBezTo>
                  <a:pt x="76608" y="250665"/>
                  <a:pt x="213798" y="387874"/>
                  <a:pt x="270013" y="444070"/>
                </a:cubicBezTo>
                <a:cubicBezTo>
                  <a:pt x="290423" y="464480"/>
                  <a:pt x="323492" y="464480"/>
                  <a:pt x="343901" y="444070"/>
                </a:cubicBezTo>
                <a:lnTo>
                  <a:pt x="344320" y="443652"/>
                </a:lnTo>
                <a:lnTo>
                  <a:pt x="369624" y="468973"/>
                </a:lnTo>
                <a:lnTo>
                  <a:pt x="350259" y="488338"/>
                </a:lnTo>
                <a:cubicBezTo>
                  <a:pt x="343467" y="495129"/>
                  <a:pt x="343467" y="506170"/>
                  <a:pt x="350259" y="512962"/>
                </a:cubicBezTo>
                <a:cubicBezTo>
                  <a:pt x="357050" y="519771"/>
                  <a:pt x="368091" y="519771"/>
                  <a:pt x="374883" y="512962"/>
                </a:cubicBezTo>
                <a:lnTo>
                  <a:pt x="394247" y="493597"/>
                </a:lnTo>
                <a:lnTo>
                  <a:pt x="467911" y="567260"/>
                </a:lnTo>
                <a:lnTo>
                  <a:pt x="395275" y="639896"/>
                </a:lnTo>
                <a:lnTo>
                  <a:pt x="321611" y="566233"/>
                </a:lnTo>
                <a:cubicBezTo>
                  <a:pt x="321611" y="566233"/>
                  <a:pt x="334290" y="553555"/>
                  <a:pt x="334290" y="553555"/>
                </a:cubicBezTo>
                <a:cubicBezTo>
                  <a:pt x="341099" y="546764"/>
                  <a:pt x="341099" y="535723"/>
                  <a:pt x="334290" y="528931"/>
                </a:cubicBezTo>
                <a:cubicBezTo>
                  <a:pt x="327498" y="522139"/>
                  <a:pt x="316457" y="522139"/>
                  <a:pt x="309665" y="528931"/>
                </a:cubicBezTo>
                <a:lnTo>
                  <a:pt x="296988" y="541609"/>
                </a:lnTo>
                <a:lnTo>
                  <a:pt x="280826" y="525431"/>
                </a:lnTo>
                <a:cubicBezTo>
                  <a:pt x="271022" y="515644"/>
                  <a:pt x="257735" y="510123"/>
                  <a:pt x="243873" y="510123"/>
                </a:cubicBezTo>
                <a:cubicBezTo>
                  <a:pt x="230029" y="510123"/>
                  <a:pt x="216725" y="515626"/>
                  <a:pt x="206938" y="525431"/>
                </a:cubicBezTo>
                <a:lnTo>
                  <a:pt x="182313" y="550055"/>
                </a:lnTo>
                <a:cubicBezTo>
                  <a:pt x="172509" y="559859"/>
                  <a:pt x="167005" y="573146"/>
                  <a:pt x="167005" y="587008"/>
                </a:cubicBezTo>
                <a:cubicBezTo>
                  <a:pt x="167005" y="599878"/>
                  <a:pt x="171760" y="612260"/>
                  <a:pt x="180293" y="621820"/>
                </a:cubicBezTo>
                <a:cubicBezTo>
                  <a:pt x="142086" y="666262"/>
                  <a:pt x="144036" y="733447"/>
                  <a:pt x="186162" y="775573"/>
                </a:cubicBezTo>
                <a:cubicBezTo>
                  <a:pt x="228462" y="817873"/>
                  <a:pt x="296030" y="819666"/>
                  <a:pt x="340489" y="780954"/>
                </a:cubicBezTo>
                <a:cubicBezTo>
                  <a:pt x="349179" y="786962"/>
                  <a:pt x="359541" y="790253"/>
                  <a:pt x="370267" y="790253"/>
                </a:cubicBezTo>
                <a:cubicBezTo>
                  <a:pt x="384113" y="790253"/>
                  <a:pt x="397399" y="784750"/>
                  <a:pt x="407205" y="774963"/>
                </a:cubicBezTo>
                <a:lnTo>
                  <a:pt x="431828" y="750322"/>
                </a:lnTo>
                <a:cubicBezTo>
                  <a:pt x="441632" y="740535"/>
                  <a:pt x="447135" y="727247"/>
                  <a:pt x="447135" y="713386"/>
                </a:cubicBezTo>
                <a:cubicBezTo>
                  <a:pt x="447135" y="699524"/>
                  <a:pt x="441632" y="686236"/>
                  <a:pt x="431828" y="676449"/>
                </a:cubicBezTo>
                <a:lnTo>
                  <a:pt x="419900" y="664520"/>
                </a:lnTo>
                <a:lnTo>
                  <a:pt x="492536" y="591884"/>
                </a:lnTo>
                <a:lnTo>
                  <a:pt x="518082" y="617432"/>
                </a:lnTo>
                <a:lnTo>
                  <a:pt x="517665" y="617849"/>
                </a:lnTo>
                <a:cubicBezTo>
                  <a:pt x="497255" y="638242"/>
                  <a:pt x="497255" y="671330"/>
                  <a:pt x="517665" y="691722"/>
                </a:cubicBezTo>
                <a:cubicBezTo>
                  <a:pt x="573861" y="747936"/>
                  <a:pt x="711070" y="885127"/>
                  <a:pt x="767266" y="941341"/>
                </a:cubicBezTo>
                <a:cubicBezTo>
                  <a:pt x="787676" y="961734"/>
                  <a:pt x="820747" y="961734"/>
                  <a:pt x="841156" y="941341"/>
                </a:cubicBezTo>
                <a:lnTo>
                  <a:pt x="941324" y="841156"/>
                </a:lnTo>
                <a:cubicBezTo>
                  <a:pt x="961734" y="820746"/>
                  <a:pt x="961734" y="787676"/>
                  <a:pt x="941324" y="767266"/>
                </a:cubicBezTo>
                <a:lnTo>
                  <a:pt x="691722" y="517664"/>
                </a:lnTo>
                <a:cubicBezTo>
                  <a:pt x="671313" y="497254"/>
                  <a:pt x="638242" y="497254"/>
                  <a:pt x="617832" y="517664"/>
                </a:cubicBezTo>
                <a:lnTo>
                  <a:pt x="617415" y="518082"/>
                </a:lnTo>
                <a:lnTo>
                  <a:pt x="591885" y="492552"/>
                </a:lnTo>
                <a:lnTo>
                  <a:pt x="602021" y="482400"/>
                </a:lnTo>
                <a:cubicBezTo>
                  <a:pt x="618215" y="466222"/>
                  <a:pt x="621559" y="442050"/>
                  <a:pt x="612051" y="422563"/>
                </a:cubicBezTo>
                <a:lnTo>
                  <a:pt x="633036" y="401596"/>
                </a:lnTo>
                <a:lnTo>
                  <a:pt x="640541" y="406176"/>
                </a:lnTo>
                <a:cubicBezTo>
                  <a:pt x="730574" y="461154"/>
                  <a:pt x="846415" y="457514"/>
                  <a:pt x="933244" y="395553"/>
                </a:cubicBezTo>
                <a:cubicBezTo>
                  <a:pt x="933297" y="395518"/>
                  <a:pt x="933349" y="395501"/>
                  <a:pt x="933383" y="395466"/>
                </a:cubicBezTo>
                <a:cubicBezTo>
                  <a:pt x="945730" y="386463"/>
                  <a:pt x="953532" y="372532"/>
                  <a:pt x="954717" y="357294"/>
                </a:cubicBezTo>
                <a:cubicBezTo>
                  <a:pt x="955918" y="342056"/>
                  <a:pt x="950381" y="327080"/>
                  <a:pt x="939566" y="316265"/>
                </a:cubicBezTo>
                <a:cubicBezTo>
                  <a:pt x="909351" y="286068"/>
                  <a:pt x="857056" y="233755"/>
                  <a:pt x="803176" y="179927"/>
                </a:cubicBezTo>
                <a:lnTo>
                  <a:pt x="820015" y="163087"/>
                </a:lnTo>
                <a:cubicBezTo>
                  <a:pt x="841226" y="173936"/>
                  <a:pt x="867905" y="170471"/>
                  <a:pt x="885668" y="152726"/>
                </a:cubicBezTo>
                <a:cubicBezTo>
                  <a:pt x="907715" y="130661"/>
                  <a:pt x="907715" y="94874"/>
                  <a:pt x="885668" y="72810"/>
                </a:cubicBezTo>
                <a:cubicBezTo>
                  <a:pt x="863603" y="50764"/>
                  <a:pt x="827799" y="50764"/>
                  <a:pt x="805752" y="72810"/>
                </a:cubicBezTo>
                <a:cubicBezTo>
                  <a:pt x="788008" y="90573"/>
                  <a:pt x="784541" y="117235"/>
                  <a:pt x="795373" y="138463"/>
                </a:cubicBezTo>
                <a:lnTo>
                  <a:pt x="778534" y="155320"/>
                </a:lnTo>
                <a:cubicBezTo>
                  <a:pt x="724601" y="101457"/>
                  <a:pt x="672218" y="49196"/>
                  <a:pt x="641899" y="19104"/>
                </a:cubicBezTo>
                <a:cubicBezTo>
                  <a:pt x="631225" y="8429"/>
                  <a:pt x="616334" y="2926"/>
                  <a:pt x="601219" y="4110"/>
                </a:cubicBezTo>
                <a:cubicBezTo>
                  <a:pt x="586104" y="5277"/>
                  <a:pt x="572258" y="13009"/>
                  <a:pt x="563325" y="25269"/>
                </a:cubicBezTo>
                <a:cubicBezTo>
                  <a:pt x="563308" y="25286"/>
                  <a:pt x="563273" y="25321"/>
                  <a:pt x="563256" y="25356"/>
                </a:cubicBezTo>
                <a:cubicBezTo>
                  <a:pt x="498892" y="114866"/>
                  <a:pt x="497132" y="235601"/>
                  <a:pt x="557978" y="326818"/>
                </a:cubicBezTo>
                <a:lnTo>
                  <a:pt x="559198" y="328664"/>
                </a:lnTo>
                <a:lnTo>
                  <a:pt x="559198" y="328664"/>
                </a:lnTo>
                <a:close/>
                <a:moveTo>
                  <a:pt x="854304" y="878928"/>
                </a:moveTo>
                <a:lnTo>
                  <a:pt x="816532" y="916700"/>
                </a:lnTo>
                <a:cubicBezTo>
                  <a:pt x="809723" y="923509"/>
                  <a:pt x="798700" y="923509"/>
                  <a:pt x="791908" y="916700"/>
                </a:cubicBezTo>
                <a:lnTo>
                  <a:pt x="746474" y="871265"/>
                </a:lnTo>
                <a:lnTo>
                  <a:pt x="796558" y="821181"/>
                </a:lnTo>
                <a:lnTo>
                  <a:pt x="854304" y="878928"/>
                </a:lnTo>
                <a:close/>
                <a:moveTo>
                  <a:pt x="871266" y="746473"/>
                </a:moveTo>
                <a:lnTo>
                  <a:pt x="916701" y="791907"/>
                </a:lnTo>
                <a:cubicBezTo>
                  <a:pt x="923510" y="798699"/>
                  <a:pt x="923510" y="809722"/>
                  <a:pt x="916701" y="816532"/>
                </a:cubicBezTo>
                <a:lnTo>
                  <a:pt x="878928" y="854304"/>
                </a:lnTo>
                <a:lnTo>
                  <a:pt x="821181" y="796557"/>
                </a:lnTo>
                <a:lnTo>
                  <a:pt x="871266" y="746473"/>
                </a:lnTo>
                <a:lnTo>
                  <a:pt x="871266" y="746473"/>
                </a:lnTo>
                <a:close/>
                <a:moveTo>
                  <a:pt x="610570" y="735362"/>
                </a:moveTo>
                <a:lnTo>
                  <a:pt x="721832" y="846641"/>
                </a:lnTo>
                <a:lnTo>
                  <a:pt x="771933" y="796557"/>
                </a:lnTo>
                <a:lnTo>
                  <a:pt x="660654" y="685278"/>
                </a:lnTo>
                <a:lnTo>
                  <a:pt x="610570" y="735362"/>
                </a:lnTo>
                <a:close/>
                <a:moveTo>
                  <a:pt x="204969" y="646618"/>
                </a:moveTo>
                <a:cubicBezTo>
                  <a:pt x="180346" y="677372"/>
                  <a:pt x="182296" y="722441"/>
                  <a:pt x="210786" y="750948"/>
                </a:cubicBezTo>
                <a:cubicBezTo>
                  <a:pt x="239294" y="779438"/>
                  <a:pt x="284362" y="781389"/>
                  <a:pt x="315116" y="756765"/>
                </a:cubicBezTo>
                <a:lnTo>
                  <a:pt x="204969" y="646618"/>
                </a:lnTo>
                <a:close/>
                <a:moveTo>
                  <a:pt x="685279" y="660654"/>
                </a:moveTo>
                <a:lnTo>
                  <a:pt x="796558" y="771933"/>
                </a:lnTo>
                <a:lnTo>
                  <a:pt x="846641" y="721849"/>
                </a:lnTo>
                <a:lnTo>
                  <a:pt x="735363" y="610570"/>
                </a:lnTo>
                <a:lnTo>
                  <a:pt x="685279" y="660654"/>
                </a:lnTo>
                <a:close/>
                <a:moveTo>
                  <a:pt x="407205" y="701073"/>
                </a:moveTo>
                <a:lnTo>
                  <a:pt x="256186" y="550055"/>
                </a:lnTo>
                <a:cubicBezTo>
                  <a:pt x="252929" y="546798"/>
                  <a:pt x="248489" y="544952"/>
                  <a:pt x="243873" y="544952"/>
                </a:cubicBezTo>
                <a:cubicBezTo>
                  <a:pt x="239258" y="544952"/>
                  <a:pt x="234835" y="546798"/>
                  <a:pt x="231561" y="550055"/>
                </a:cubicBezTo>
                <a:cubicBezTo>
                  <a:pt x="231561" y="550055"/>
                  <a:pt x="206938" y="574696"/>
                  <a:pt x="206938" y="574696"/>
                </a:cubicBezTo>
                <a:cubicBezTo>
                  <a:pt x="203664" y="577953"/>
                  <a:pt x="201834" y="582376"/>
                  <a:pt x="201834" y="587008"/>
                </a:cubicBezTo>
                <a:cubicBezTo>
                  <a:pt x="201834" y="591623"/>
                  <a:pt x="203664" y="596047"/>
                  <a:pt x="206938" y="599320"/>
                </a:cubicBezTo>
                <a:lnTo>
                  <a:pt x="357938" y="750322"/>
                </a:lnTo>
                <a:cubicBezTo>
                  <a:pt x="361212" y="753595"/>
                  <a:pt x="365635" y="755424"/>
                  <a:pt x="370267" y="755424"/>
                </a:cubicBezTo>
                <a:cubicBezTo>
                  <a:pt x="374883" y="755424"/>
                  <a:pt x="379306" y="753595"/>
                  <a:pt x="382580" y="750322"/>
                </a:cubicBezTo>
                <a:lnTo>
                  <a:pt x="407205" y="725697"/>
                </a:lnTo>
                <a:cubicBezTo>
                  <a:pt x="410460" y="722441"/>
                  <a:pt x="412307" y="718000"/>
                  <a:pt x="412307" y="713385"/>
                </a:cubicBezTo>
                <a:cubicBezTo>
                  <a:pt x="412307" y="708770"/>
                  <a:pt x="410460" y="704330"/>
                  <a:pt x="407205" y="701073"/>
                </a:cubicBezTo>
                <a:lnTo>
                  <a:pt x="407205" y="701073"/>
                </a:lnTo>
                <a:close/>
                <a:moveTo>
                  <a:pt x="580061" y="604701"/>
                </a:moveTo>
                <a:lnTo>
                  <a:pt x="636031" y="660654"/>
                </a:lnTo>
                <a:lnTo>
                  <a:pt x="585929" y="710738"/>
                </a:lnTo>
                <a:lnTo>
                  <a:pt x="542288" y="667098"/>
                </a:lnTo>
                <a:cubicBezTo>
                  <a:pt x="535496" y="660288"/>
                  <a:pt x="535496" y="649265"/>
                  <a:pt x="542288" y="642474"/>
                </a:cubicBezTo>
                <a:lnTo>
                  <a:pt x="580061" y="604701"/>
                </a:lnTo>
                <a:close/>
                <a:moveTo>
                  <a:pt x="710740" y="585946"/>
                </a:moveTo>
                <a:lnTo>
                  <a:pt x="660654" y="636030"/>
                </a:lnTo>
                <a:lnTo>
                  <a:pt x="604684" y="580060"/>
                </a:lnTo>
                <a:lnTo>
                  <a:pt x="642474" y="542288"/>
                </a:lnTo>
                <a:cubicBezTo>
                  <a:pt x="649266" y="535496"/>
                  <a:pt x="660288" y="535496"/>
                  <a:pt x="667097" y="542288"/>
                </a:cubicBezTo>
                <a:lnTo>
                  <a:pt x="710740" y="585946"/>
                </a:lnTo>
                <a:close/>
                <a:moveTo>
                  <a:pt x="542706" y="592790"/>
                </a:moveTo>
                <a:lnTo>
                  <a:pt x="592790" y="542706"/>
                </a:lnTo>
                <a:lnTo>
                  <a:pt x="567260" y="517176"/>
                </a:lnTo>
                <a:lnTo>
                  <a:pt x="517176" y="567260"/>
                </a:lnTo>
                <a:lnTo>
                  <a:pt x="542706" y="592790"/>
                </a:lnTo>
                <a:close/>
                <a:moveTo>
                  <a:pt x="492536" y="542636"/>
                </a:moveTo>
                <a:lnTo>
                  <a:pt x="577396" y="457775"/>
                </a:lnTo>
                <a:cubicBezTo>
                  <a:pt x="584205" y="450984"/>
                  <a:pt x="584205" y="439943"/>
                  <a:pt x="577396" y="433151"/>
                </a:cubicBezTo>
                <a:cubicBezTo>
                  <a:pt x="562420" y="418174"/>
                  <a:pt x="543351" y="399106"/>
                  <a:pt x="528357" y="384112"/>
                </a:cubicBezTo>
                <a:cubicBezTo>
                  <a:pt x="521565" y="377320"/>
                  <a:pt x="510542" y="377320"/>
                  <a:pt x="503732" y="384112"/>
                </a:cubicBezTo>
                <a:lnTo>
                  <a:pt x="418889" y="468973"/>
                </a:lnTo>
                <a:lnTo>
                  <a:pt x="492536" y="542636"/>
                </a:lnTo>
                <a:lnTo>
                  <a:pt x="492536" y="542636"/>
                </a:lnTo>
                <a:close/>
                <a:moveTo>
                  <a:pt x="419029" y="368944"/>
                </a:moveTo>
                <a:lnTo>
                  <a:pt x="368945" y="419028"/>
                </a:lnTo>
                <a:lnTo>
                  <a:pt x="394247" y="444348"/>
                </a:lnTo>
                <a:lnTo>
                  <a:pt x="444350" y="394247"/>
                </a:lnTo>
                <a:lnTo>
                  <a:pt x="419029" y="368944"/>
                </a:lnTo>
                <a:close/>
                <a:moveTo>
                  <a:pt x="357050" y="381674"/>
                </a:moveTo>
                <a:lnTo>
                  <a:pt x="319261" y="419446"/>
                </a:lnTo>
                <a:cubicBezTo>
                  <a:pt x="312469" y="426255"/>
                  <a:pt x="301445" y="426238"/>
                  <a:pt x="294636" y="419446"/>
                </a:cubicBezTo>
                <a:lnTo>
                  <a:pt x="244413" y="369222"/>
                </a:lnTo>
                <a:lnTo>
                  <a:pt x="294497" y="319138"/>
                </a:lnTo>
                <a:lnTo>
                  <a:pt x="357050" y="381674"/>
                </a:lnTo>
                <a:lnTo>
                  <a:pt x="357050" y="381674"/>
                </a:lnTo>
                <a:close/>
                <a:moveTo>
                  <a:pt x="658374" y="376258"/>
                </a:moveTo>
                <a:lnTo>
                  <a:pt x="658704" y="376450"/>
                </a:lnTo>
                <a:cubicBezTo>
                  <a:pt x="736896" y="424200"/>
                  <a:pt x="837499" y="421048"/>
                  <a:pt x="912991" y="367220"/>
                </a:cubicBezTo>
                <a:cubicBezTo>
                  <a:pt x="917048" y="364225"/>
                  <a:pt x="919609" y="359610"/>
                  <a:pt x="919992" y="354577"/>
                </a:cubicBezTo>
                <a:cubicBezTo>
                  <a:pt x="920392" y="349509"/>
                  <a:pt x="918545" y="344511"/>
                  <a:pt x="914941" y="340906"/>
                </a:cubicBezTo>
                <a:cubicBezTo>
                  <a:pt x="849933" y="275898"/>
                  <a:pt x="682614" y="108579"/>
                  <a:pt x="617362" y="43815"/>
                </a:cubicBezTo>
                <a:cubicBezTo>
                  <a:pt x="617345" y="43815"/>
                  <a:pt x="617328" y="43798"/>
                  <a:pt x="617310" y="43780"/>
                </a:cubicBezTo>
                <a:cubicBezTo>
                  <a:pt x="613792" y="40245"/>
                  <a:pt x="608899" y="38452"/>
                  <a:pt x="603918" y="38834"/>
                </a:cubicBezTo>
                <a:cubicBezTo>
                  <a:pt x="598973" y="39218"/>
                  <a:pt x="594427" y="41743"/>
                  <a:pt x="591485" y="45748"/>
                </a:cubicBezTo>
                <a:cubicBezTo>
                  <a:pt x="536577" y="122180"/>
                  <a:pt x="534191" y="224804"/>
                  <a:pt x="584344" y="303500"/>
                </a:cubicBezTo>
                <a:lnTo>
                  <a:pt x="632949" y="254914"/>
                </a:lnTo>
                <a:cubicBezTo>
                  <a:pt x="639479" y="248383"/>
                  <a:pt x="648343" y="244709"/>
                  <a:pt x="657572" y="244709"/>
                </a:cubicBezTo>
                <a:cubicBezTo>
                  <a:pt x="666803" y="244709"/>
                  <a:pt x="675666" y="248383"/>
                  <a:pt x="682197" y="254914"/>
                </a:cubicBezTo>
                <a:lnTo>
                  <a:pt x="706334" y="279033"/>
                </a:lnTo>
                <a:cubicBezTo>
                  <a:pt x="712863" y="285563"/>
                  <a:pt x="716538" y="294427"/>
                  <a:pt x="716538" y="303657"/>
                </a:cubicBezTo>
                <a:cubicBezTo>
                  <a:pt x="716538" y="312904"/>
                  <a:pt x="712863" y="321751"/>
                  <a:pt x="706334" y="328299"/>
                </a:cubicBezTo>
                <a:lnTo>
                  <a:pt x="658374" y="376258"/>
                </a:lnTo>
                <a:lnTo>
                  <a:pt x="658374" y="376258"/>
                </a:lnTo>
                <a:close/>
                <a:moveTo>
                  <a:pt x="657572" y="279538"/>
                </a:moveTo>
                <a:cubicBezTo>
                  <a:pt x="657572" y="279538"/>
                  <a:pt x="681709" y="303657"/>
                  <a:pt x="681709" y="303657"/>
                </a:cubicBezTo>
                <a:cubicBezTo>
                  <a:pt x="681709" y="303657"/>
                  <a:pt x="590579" y="394787"/>
                  <a:pt x="590579" y="394787"/>
                </a:cubicBezTo>
                <a:cubicBezTo>
                  <a:pt x="590579" y="394787"/>
                  <a:pt x="566443" y="370668"/>
                  <a:pt x="566443" y="370668"/>
                </a:cubicBezTo>
                <a:lnTo>
                  <a:pt x="657572" y="279538"/>
                </a:lnTo>
                <a:lnTo>
                  <a:pt x="657572" y="279538"/>
                </a:lnTo>
                <a:close/>
                <a:moveTo>
                  <a:pt x="369222" y="244413"/>
                </a:moveTo>
                <a:lnTo>
                  <a:pt x="419446" y="294636"/>
                </a:lnTo>
                <a:cubicBezTo>
                  <a:pt x="426238" y="301445"/>
                  <a:pt x="426238" y="312469"/>
                  <a:pt x="419446" y="319260"/>
                </a:cubicBezTo>
                <a:lnTo>
                  <a:pt x="381674" y="357050"/>
                </a:lnTo>
                <a:lnTo>
                  <a:pt x="319122" y="294497"/>
                </a:lnTo>
                <a:lnTo>
                  <a:pt x="369222" y="244413"/>
                </a:lnTo>
                <a:lnTo>
                  <a:pt x="369222" y="244413"/>
                </a:lnTo>
                <a:close/>
                <a:moveTo>
                  <a:pt x="131254" y="256063"/>
                </a:moveTo>
                <a:lnTo>
                  <a:pt x="219790" y="344598"/>
                </a:lnTo>
                <a:lnTo>
                  <a:pt x="269873" y="294497"/>
                </a:lnTo>
                <a:lnTo>
                  <a:pt x="181355" y="205979"/>
                </a:lnTo>
                <a:lnTo>
                  <a:pt x="131254" y="256063"/>
                </a:lnTo>
                <a:lnTo>
                  <a:pt x="131254" y="256063"/>
                </a:lnTo>
                <a:close/>
                <a:moveTo>
                  <a:pt x="205980" y="181355"/>
                </a:moveTo>
                <a:lnTo>
                  <a:pt x="294497" y="269873"/>
                </a:lnTo>
                <a:lnTo>
                  <a:pt x="344582" y="219789"/>
                </a:lnTo>
                <a:lnTo>
                  <a:pt x="256063" y="131271"/>
                </a:lnTo>
                <a:lnTo>
                  <a:pt x="205980" y="181355"/>
                </a:lnTo>
                <a:lnTo>
                  <a:pt x="205980" y="181355"/>
                </a:lnTo>
                <a:close/>
                <a:moveTo>
                  <a:pt x="82806" y="107430"/>
                </a:moveTo>
                <a:lnTo>
                  <a:pt x="156713" y="181355"/>
                </a:lnTo>
                <a:lnTo>
                  <a:pt x="106629" y="231439"/>
                </a:lnTo>
                <a:lnTo>
                  <a:pt x="45034" y="169844"/>
                </a:lnTo>
                <a:cubicBezTo>
                  <a:pt x="38226" y="163035"/>
                  <a:pt x="38226" y="152011"/>
                  <a:pt x="45034" y="145202"/>
                </a:cubicBezTo>
                <a:lnTo>
                  <a:pt x="82806" y="107430"/>
                </a:lnTo>
                <a:lnTo>
                  <a:pt x="82806" y="107430"/>
                </a:lnTo>
                <a:close/>
                <a:moveTo>
                  <a:pt x="231439" y="106629"/>
                </a:moveTo>
                <a:lnTo>
                  <a:pt x="181355" y="156731"/>
                </a:lnTo>
                <a:lnTo>
                  <a:pt x="107431" y="82806"/>
                </a:lnTo>
                <a:lnTo>
                  <a:pt x="145202" y="45034"/>
                </a:lnTo>
                <a:cubicBezTo>
                  <a:pt x="152012" y="38225"/>
                  <a:pt x="163035" y="38225"/>
                  <a:pt x="169827" y="45034"/>
                </a:cubicBezTo>
                <a:lnTo>
                  <a:pt x="231439" y="106629"/>
                </a:lnTo>
                <a:close/>
                <a:moveTo>
                  <a:pt x="861027" y="97452"/>
                </a:moveTo>
                <a:cubicBezTo>
                  <a:pt x="869490" y="105898"/>
                  <a:pt x="869490" y="119638"/>
                  <a:pt x="861027" y="128084"/>
                </a:cubicBezTo>
                <a:cubicBezTo>
                  <a:pt x="852581" y="136547"/>
                  <a:pt x="838840" y="136547"/>
                  <a:pt x="830394" y="128084"/>
                </a:cubicBezTo>
                <a:cubicBezTo>
                  <a:pt x="821930" y="119638"/>
                  <a:pt x="821930" y="105898"/>
                  <a:pt x="830394" y="97452"/>
                </a:cubicBezTo>
                <a:cubicBezTo>
                  <a:pt x="838840" y="88988"/>
                  <a:pt x="852581" y="88988"/>
                  <a:pt x="861027" y="97452"/>
                </a:cubicBez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-1177077" y="5862504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14037886" y="-1002692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738462" y="1271066"/>
            <a:ext cx="7023300" cy="9525"/>
          </a:xfrm>
          <a:custGeom>
            <a:avLst/>
            <a:gdLst/>
            <a:rect l="0" t="0" r="7023300" b="9525"/>
            <a:pathLst>
              <a:path w="7023300" h="9525" fill="none" stroke="1">
                <a:moveTo>
                  <a:pt x="0" y="9525"/>
                </a:moveTo>
                <a:lnTo>
                  <a:pt x="7023300" y="0"/>
                </a:lnTo>
              </a:path>
            </a:pathLst>
          </a:custGeom>
          <a:noFill/>
          <a:ln w="19050">
            <a:solidFill>
              <a:srgbClr val="000A47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32597" y="402450"/>
            <a:ext cx="6321106" cy="99559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600" spc="511" b="1" dirty="0">
                <a:solidFill>
                  <a:srgbClr val="191E6B"/>
                </a:solidFill>
                <a:latin typeface="Open Sans"/>
                <a:cs typeface="Open Sans"/>
              </a:rPr>
              <a:t>Literature review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979" y="1564054"/>
            <a:ext cx="10591800" cy="7915275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79125" y="9127146"/>
            <a:ext cx="349237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18"/>
                <a:cs typeface="Space Mono 18"/>
              </a:rPr>
              <a:t>6</a:t>
            </a:r>
          </a:p>
        </p:txBody>
      </p:sp>
      <p:sp>
        <p:nvSpPr>
          <p:cNvPr id="14" name="Shape 14"/>
          <p:cNvSpPr/>
          <p:nvPr/>
        </p:nvSpPr>
        <p:spPr>
          <a:xfrm>
            <a:off x="738449" y="1261541"/>
            <a:ext cx="7023326" cy="28575"/>
          </a:xfrm>
          <a:custGeom>
            <a:avLst/>
            <a:gdLst/>
            <a:rect l="0" t="0" r="7023326" b="28575"/>
            <a:pathLst>
              <a:path w="7023326" h="28575" fill="norm" stroke="0">
                <a:moveTo>
                  <a:pt x="0" y="28575"/>
                </a:moveTo>
                <a:lnTo>
                  <a:pt x="7023326" y="28575"/>
                </a:lnTo>
                <a:lnTo>
                  <a:pt x="702332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632448" y="3613761"/>
            <a:ext cx="992322" cy="99232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-1177077" y="5862504"/>
            <a:ext cx="5427188" cy="542718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14037887" y="-1002693"/>
            <a:ext cx="5427188" cy="542718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16573100" y="5347517"/>
            <a:ext cx="961386" cy="96138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916133" y="4233252"/>
            <a:ext cx="6682108" cy="20193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1357" spc="1363" b="1" dirty="0">
                <a:solidFill>
                  <a:srgbClr val="000000"/>
                </a:solidFill>
                <a:latin typeface="Tomorrow 4"/>
                <a:cs typeface="Tomorrow 4"/>
              </a:rPr>
              <a:t>SYSTEM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84428" y="6244043"/>
            <a:ext cx="11916455" cy="20193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1357" spc="1363" b="1" dirty="0">
                <a:solidFill>
                  <a:srgbClr val="000000"/>
                </a:solidFill>
                <a:latin typeface="Tomorrow 4"/>
                <a:cs typeface="Tomorrow 4"/>
              </a:rPr>
              <a:t>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79167" y="9115712"/>
            <a:ext cx="349202" cy="783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FEFEFE"/>
                </a:solidFill>
                <a:latin typeface="Space Mono 15"/>
                <a:cs typeface="Space Mono 15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570438" y="5132070"/>
            <a:ext cx="302540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88" dirty="0">
                <a:solidFill>
                  <a:srgbClr val="000000"/>
                </a:solidFill>
                <a:latin typeface="Bree Serif 4"/>
                <a:cs typeface="Bree Serif 4"/>
              </a:rPr>
              <a:t>Raspberrz PI Zéro 2W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22342" y="5157017"/>
            <a:ext cx="1637153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78" dirty="0">
                <a:solidFill>
                  <a:srgbClr val="000000"/>
                </a:solidFill>
                <a:latin typeface="Bree Serif 4"/>
                <a:cs typeface="Bree Serif 4"/>
              </a:rPr>
              <a:t>Serial Hat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60138" y="5492934"/>
            <a:ext cx="282077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82" dirty="0">
                <a:solidFill>
                  <a:srgbClr val="000000"/>
                </a:solidFill>
                <a:latin typeface="Bree Serif 4"/>
                <a:cs typeface="Bree Serif 4"/>
              </a:rPr>
              <a:t>PX1122_R RECEIVER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16980" y="9059363"/>
            <a:ext cx="106955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94" dirty="0">
                <a:solidFill>
                  <a:srgbClr val="000000"/>
                </a:solidFill>
                <a:latin typeface="Bree Serif 4"/>
                <a:cs typeface="Bree Serif 4"/>
              </a:rPr>
              <a:t>Atenna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48586" y="9067800"/>
            <a:ext cx="25142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92" dirty="0">
                <a:solidFill>
                  <a:srgbClr val="000000"/>
                </a:solidFill>
                <a:latin typeface="Bree Serif 4"/>
                <a:cs typeface="Bree Serif 4"/>
              </a:rPr>
              <a:t>voltage converter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75673" y="9059363"/>
            <a:ext cx="233150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107" dirty="0">
                <a:solidFill>
                  <a:srgbClr val="000000"/>
                </a:solidFill>
                <a:latin typeface="Bree Serif 4"/>
                <a:cs typeface="Bree Serif 4"/>
              </a:rPr>
              <a:t>PI LI-ion Battery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97810" y="907024"/>
            <a:ext cx="3574575" cy="92451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200" spc="291" dirty="0">
                <a:solidFill>
                  <a:srgbClr val="000000"/>
                </a:solidFill>
                <a:latin typeface="Bree Serif 4"/>
                <a:cs typeface="Bree Serif 4"/>
              </a:rPr>
              <a:t>HARDWARE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29848" y="9469099"/>
            <a:ext cx="349237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8"/>
                <a:cs typeface="Space Mono 8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56317" y="620745"/>
            <a:ext cx="5405976" cy="92451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200" spc="248" dirty="0">
                <a:solidFill>
                  <a:srgbClr val="000000"/>
                </a:solidFill>
                <a:latin typeface="Bree Serif"/>
                <a:cs typeface="Bree Serif"/>
              </a:rPr>
              <a:t>System schematic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79125" y="9127146"/>
            <a:ext cx="349237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7"/>
                <a:cs typeface="Space Mono 7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624276" y="907024"/>
            <a:ext cx="3316603" cy="92451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200" spc="231" dirty="0">
                <a:solidFill>
                  <a:srgbClr val="000000"/>
                </a:solidFill>
                <a:latin typeface="Bree Serif 7"/>
                <a:cs typeface="Bree Serif 7"/>
              </a:rPr>
              <a:t>SOFTWARE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7305" y="1857769"/>
            <a:ext cx="78439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-16" dirty="0">
                <a:solidFill>
                  <a:srgbClr val="FF3131"/>
                </a:solidFill>
                <a:latin typeface="Glacial Indifference"/>
                <a:cs typeface="Glacial Indifference"/>
              </a:rPr>
              <a:t>START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27305" y="2690254"/>
            <a:ext cx="558842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162" dirty="0">
                <a:solidFill>
                  <a:srgbClr val="000000"/>
                </a:solidFill>
                <a:latin typeface="Tomorrow"/>
                <a:cs typeface="Tomorrow"/>
              </a:rPr>
              <a:t>    Open GNSS1 and GNSS2 serial ports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27305" y="3528454"/>
            <a:ext cx="432338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144" dirty="0">
                <a:solidFill>
                  <a:srgbClr val="FF3131"/>
                </a:solidFill>
                <a:latin typeface="Tomorrow"/>
                <a:cs typeface="Tomorrow"/>
              </a:rPr>
              <a:t>    WHILE (no stop requested):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27305" y="4366654"/>
            <a:ext cx="8214311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147" dirty="0">
                <a:solidFill>
                  <a:srgbClr val="000000"/>
                </a:solidFill>
                <a:latin typeface="Tomorrow"/>
                <a:cs typeface="Tomorrow"/>
              </a:rPr>
              <a:t>        Create new timestamped .bin files (GNSS1 + GNSS2)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27305" y="5204854"/>
            <a:ext cx="635732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141" dirty="0">
                <a:solidFill>
                  <a:srgbClr val="FF3131"/>
                </a:solidFill>
                <a:latin typeface="Tomorrow"/>
                <a:cs typeface="Tomorrow"/>
              </a:rPr>
              <a:t>        WHILE (segment duration not elapsed):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27305" y="5623954"/>
            <a:ext cx="82822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-10" dirty="0">
                <a:solidFill>
                  <a:srgbClr val="000000"/>
                </a:solidFill>
                <a:latin typeface="Tomorrow"/>
                <a:cs typeface="Tomorrow"/>
              </a:rPr>
              <a:t>          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39311" y="5623954"/>
            <a:ext cx="5146581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118" dirty="0">
                <a:solidFill>
                  <a:srgbClr val="1800AD"/>
                </a:solidFill>
                <a:latin typeface="Tomorrow"/>
                <a:cs typeface="Tomorrow"/>
              </a:rPr>
              <a:t>Read GNSS1 data -&gt; write to .bin file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7305" y="6043054"/>
            <a:ext cx="604011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97" dirty="0">
                <a:solidFill>
                  <a:srgbClr val="1800AD"/>
                </a:solidFill>
                <a:latin typeface="Tomorrow"/>
                <a:cs typeface="Tomorrow"/>
              </a:rPr>
              <a:t>            Read GNSS2 data -&gt; write to .bin file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7305" y="6881254"/>
            <a:ext cx="3193331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91" dirty="0">
                <a:solidFill>
                  <a:srgbClr val="000000"/>
                </a:solidFill>
                <a:latin typeface="Tomorrow"/>
                <a:cs typeface="Tomorrow"/>
              </a:rPr>
              <a:t>        Close the .bin files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7305" y="7719454"/>
            <a:ext cx="414114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-10" dirty="0">
                <a:solidFill>
                  <a:srgbClr val="000000"/>
                </a:solidFill>
                <a:latin typeface="Tomorrow"/>
                <a:cs typeface="Tomorrow"/>
              </a:rPr>
              <a:t>    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33308" y="7719454"/>
            <a:ext cx="826622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154" dirty="0">
                <a:solidFill>
                  <a:srgbClr val="00BF63"/>
                </a:solidFill>
                <a:latin typeface="Tomorrow"/>
                <a:cs typeface="Tomorrow"/>
              </a:rPr>
              <a:t>  [Background thread] Convert .bin -&gt; .obs + .nav (RINEX)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27305" y="8138554"/>
            <a:ext cx="3740852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46" dirty="0">
                <a:solidFill>
                  <a:srgbClr val="00BF63"/>
                </a:solidFill>
                <a:latin typeface="Tomorrow"/>
                <a:cs typeface="Tomorrow"/>
              </a:rPr>
              <a:t>                             Save locally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27305" y="8976754"/>
            <a:ext cx="2822686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135" dirty="0">
                <a:solidFill>
                  <a:srgbClr val="000000"/>
                </a:solidFill>
                <a:latin typeface="Tomorrow"/>
                <a:cs typeface="Tomorrow"/>
              </a:rPr>
              <a:t>    Close serial ports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27305" y="9814954"/>
            <a:ext cx="636716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spc="239" dirty="0">
                <a:solidFill>
                  <a:srgbClr val="FF3131"/>
                </a:solidFill>
                <a:latin typeface="Tomorrow"/>
                <a:cs typeface="Tomorrow"/>
              </a:rPr>
              <a:t>END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07936" y="9127146"/>
            <a:ext cx="698473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9"/>
                <a:cs typeface="Space Mono 9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579525" y="4079291"/>
            <a:ext cx="6465770" cy="21437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57" spc="1447" b="1" dirty="0">
                <a:solidFill>
                  <a:srgbClr val="000000"/>
                </a:solidFill>
                <a:latin typeface="Tomorrow 5"/>
                <a:cs typeface="Tomorrow 5"/>
              </a:rPr>
              <a:t>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08015" y="9115712"/>
            <a:ext cx="698336" cy="783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FEFEFE"/>
                </a:solidFill>
                <a:latin typeface="Space Mono 19"/>
                <a:cs typeface="Space Mono 19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EFEFE"/>
          </a:solidFill>
        </p:spPr>
        <p:txBody>
          <a:bodyPr/>
          <a:lstStyle/>
          <a:p/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52500"/>
            <a:ext cx="18288002" cy="1219200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14715122" y="7758054"/>
            <a:ext cx="603438" cy="505725"/>
          </a:xfrm>
          <a:custGeom>
            <a:avLst/>
            <a:gdLst/>
            <a:rect l="0" t="0" r="603438" b="505725"/>
            <a:pathLst>
              <a:path w="603438" h="505725" fill="norm" stroke="0">
                <a:moveTo>
                  <a:pt x="29950" y="505429"/>
                </a:moveTo>
                <a:cubicBezTo>
                  <a:pt x="25598" y="504990"/>
                  <a:pt x="21496" y="503737"/>
                  <a:pt x="17644" y="501666"/>
                </a:cubicBezTo>
                <a:cubicBezTo>
                  <a:pt x="13791" y="499596"/>
                  <a:pt x="10482" y="496868"/>
                  <a:pt x="7714" y="493481"/>
                </a:cubicBezTo>
                <a:cubicBezTo>
                  <a:pt x="4947" y="490094"/>
                  <a:pt x="2933" y="486307"/>
                  <a:pt x="1671" y="482119"/>
                </a:cubicBezTo>
                <a:cubicBezTo>
                  <a:pt x="411" y="477931"/>
                  <a:pt x="0" y="473661"/>
                  <a:pt x="437" y="469309"/>
                </a:cubicBezTo>
                <a:cubicBezTo>
                  <a:pt x="5065" y="434119"/>
                  <a:pt x="13040" y="399704"/>
                  <a:pt x="24363" y="366065"/>
                </a:cubicBezTo>
                <a:cubicBezTo>
                  <a:pt x="35686" y="332426"/>
                  <a:pt x="50147" y="300195"/>
                  <a:pt x="67743" y="269370"/>
                </a:cubicBezTo>
                <a:cubicBezTo>
                  <a:pt x="85339" y="238545"/>
                  <a:pt x="105741" y="209705"/>
                  <a:pt x="128950" y="182851"/>
                </a:cubicBezTo>
                <a:cubicBezTo>
                  <a:pt x="152158" y="155996"/>
                  <a:pt x="177736" y="131631"/>
                  <a:pt x="205687" y="109754"/>
                </a:cubicBezTo>
                <a:cubicBezTo>
                  <a:pt x="231817" y="90055"/>
                  <a:pt x="259510" y="72872"/>
                  <a:pt x="288762" y="58204"/>
                </a:cubicBezTo>
                <a:cubicBezTo>
                  <a:pt x="318015" y="43537"/>
                  <a:pt x="348351" y="31626"/>
                  <a:pt x="379768" y="22471"/>
                </a:cubicBezTo>
                <a:cubicBezTo>
                  <a:pt x="411186" y="13316"/>
                  <a:pt x="443170" y="7067"/>
                  <a:pt x="475723" y="3724"/>
                </a:cubicBezTo>
                <a:cubicBezTo>
                  <a:pt x="508276" y="382"/>
                  <a:pt x="540863" y="0"/>
                  <a:pt x="573486" y="2579"/>
                </a:cubicBezTo>
                <a:cubicBezTo>
                  <a:pt x="577838" y="3017"/>
                  <a:pt x="581940" y="4271"/>
                  <a:pt x="585792" y="6341"/>
                </a:cubicBezTo>
                <a:cubicBezTo>
                  <a:pt x="589646" y="8411"/>
                  <a:pt x="592956" y="11140"/>
                  <a:pt x="595723" y="14526"/>
                </a:cubicBezTo>
                <a:cubicBezTo>
                  <a:pt x="598491" y="17913"/>
                  <a:pt x="600504" y="21701"/>
                  <a:pt x="601765" y="25889"/>
                </a:cubicBezTo>
                <a:cubicBezTo>
                  <a:pt x="603025" y="30077"/>
                  <a:pt x="603438" y="34347"/>
                  <a:pt x="602999" y="38698"/>
                </a:cubicBezTo>
                <a:cubicBezTo>
                  <a:pt x="602580" y="42912"/>
                  <a:pt x="601394" y="46898"/>
                  <a:pt x="599439" y="50654"/>
                </a:cubicBezTo>
                <a:cubicBezTo>
                  <a:pt x="597486" y="54411"/>
                  <a:pt x="594905" y="57671"/>
                  <a:pt x="591696" y="60433"/>
                </a:cubicBezTo>
                <a:cubicBezTo>
                  <a:pt x="588487" y="63196"/>
                  <a:pt x="584879" y="65263"/>
                  <a:pt x="580873" y="66636"/>
                </a:cubicBezTo>
                <a:cubicBezTo>
                  <a:pt x="576867" y="68009"/>
                  <a:pt x="572750" y="68589"/>
                  <a:pt x="568520" y="68376"/>
                </a:cubicBezTo>
                <a:cubicBezTo>
                  <a:pt x="553614" y="67055"/>
                  <a:pt x="538677" y="66453"/>
                  <a:pt x="523712" y="66571"/>
                </a:cubicBezTo>
                <a:cubicBezTo>
                  <a:pt x="508747" y="66689"/>
                  <a:pt x="493824" y="67527"/>
                  <a:pt x="478940" y="69084"/>
                </a:cubicBezTo>
                <a:cubicBezTo>
                  <a:pt x="464055" y="70641"/>
                  <a:pt x="449280" y="72910"/>
                  <a:pt x="434615" y="75891"/>
                </a:cubicBezTo>
                <a:cubicBezTo>
                  <a:pt x="419950" y="78873"/>
                  <a:pt x="405462" y="82552"/>
                  <a:pt x="391151" y="86930"/>
                </a:cubicBezTo>
                <a:cubicBezTo>
                  <a:pt x="376841" y="91308"/>
                  <a:pt x="362773" y="96364"/>
                  <a:pt x="348951" y="102098"/>
                </a:cubicBezTo>
                <a:cubicBezTo>
                  <a:pt x="335127" y="107832"/>
                  <a:pt x="321611" y="114218"/>
                  <a:pt x="308404" y="121255"/>
                </a:cubicBezTo>
                <a:cubicBezTo>
                  <a:pt x="295196" y="128292"/>
                  <a:pt x="282358" y="135948"/>
                  <a:pt x="269889" y="144223"/>
                </a:cubicBezTo>
                <a:cubicBezTo>
                  <a:pt x="257418" y="152497"/>
                  <a:pt x="245376" y="161353"/>
                  <a:pt x="233759" y="170788"/>
                </a:cubicBezTo>
                <a:cubicBezTo>
                  <a:pt x="222145" y="180224"/>
                  <a:pt x="211009" y="190197"/>
                  <a:pt x="200355" y="200706"/>
                </a:cubicBezTo>
                <a:cubicBezTo>
                  <a:pt x="189700" y="211215"/>
                  <a:pt x="179575" y="222212"/>
                  <a:pt x="169982" y="233698"/>
                </a:cubicBezTo>
                <a:cubicBezTo>
                  <a:pt x="160387" y="245183"/>
                  <a:pt x="151368" y="257103"/>
                  <a:pt x="142922" y="269457"/>
                </a:cubicBezTo>
                <a:cubicBezTo>
                  <a:pt x="134477" y="281812"/>
                  <a:pt x="126645" y="294545"/>
                  <a:pt x="119428" y="307654"/>
                </a:cubicBezTo>
                <a:cubicBezTo>
                  <a:pt x="112210" y="320764"/>
                  <a:pt x="105640" y="334190"/>
                  <a:pt x="99716" y="347934"/>
                </a:cubicBezTo>
                <a:cubicBezTo>
                  <a:pt x="93793" y="361677"/>
                  <a:pt x="88543" y="375673"/>
                  <a:pt x="83970" y="389922"/>
                </a:cubicBezTo>
                <a:cubicBezTo>
                  <a:pt x="79397" y="404171"/>
                  <a:pt x="75518" y="418608"/>
                  <a:pt x="72335" y="433231"/>
                </a:cubicBezTo>
                <a:cubicBezTo>
                  <a:pt x="69154" y="447854"/>
                  <a:pt x="66681" y="462596"/>
                  <a:pt x="64920" y="477457"/>
                </a:cubicBezTo>
                <a:cubicBezTo>
                  <a:pt x="64300" y="481561"/>
                  <a:pt x="62954" y="485410"/>
                  <a:pt x="60882" y="489006"/>
                </a:cubicBezTo>
                <a:cubicBezTo>
                  <a:pt x="58807" y="492601"/>
                  <a:pt x="56152" y="495695"/>
                  <a:pt x="52910" y="498287"/>
                </a:cubicBezTo>
                <a:cubicBezTo>
                  <a:pt x="49668" y="500880"/>
                  <a:pt x="46067" y="502792"/>
                  <a:pt x="42104" y="504025"/>
                </a:cubicBezTo>
                <a:cubicBezTo>
                  <a:pt x="38142" y="505257"/>
                  <a:pt x="34091" y="505725"/>
                  <a:pt x="29950" y="505429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4917455" y="7955029"/>
            <a:ext cx="344568" cy="294507"/>
          </a:xfrm>
          <a:custGeom>
            <a:avLst/>
            <a:gdLst/>
            <a:rect l="0" t="0" r="344568" b="294507"/>
            <a:pathLst>
              <a:path w="344568" h="294507" fill="norm" stroke="0">
                <a:moveTo>
                  <a:pt x="65872" y="266470"/>
                </a:moveTo>
                <a:cubicBezTo>
                  <a:pt x="65842" y="268566"/>
                  <a:pt x="65633" y="270645"/>
                  <a:pt x="65246" y="272705"/>
                </a:cubicBezTo>
                <a:cubicBezTo>
                  <a:pt x="63951" y="276222"/>
                  <a:pt x="62112" y="279425"/>
                  <a:pt x="59727" y="282314"/>
                </a:cubicBezTo>
                <a:cubicBezTo>
                  <a:pt x="57342" y="285204"/>
                  <a:pt x="54546" y="287617"/>
                  <a:pt x="51338" y="289554"/>
                </a:cubicBezTo>
                <a:cubicBezTo>
                  <a:pt x="48130" y="291490"/>
                  <a:pt x="44692" y="292841"/>
                  <a:pt x="41024" y="293606"/>
                </a:cubicBezTo>
                <a:cubicBezTo>
                  <a:pt x="37357" y="294371"/>
                  <a:pt x="33666" y="294507"/>
                  <a:pt x="29952" y="294014"/>
                </a:cubicBezTo>
                <a:cubicBezTo>
                  <a:pt x="25600" y="293576"/>
                  <a:pt x="21498" y="292322"/>
                  <a:pt x="17645" y="290252"/>
                </a:cubicBezTo>
                <a:cubicBezTo>
                  <a:pt x="13791" y="288182"/>
                  <a:pt x="10482" y="285454"/>
                  <a:pt x="7714" y="282067"/>
                </a:cubicBezTo>
                <a:cubicBezTo>
                  <a:pt x="4947" y="278680"/>
                  <a:pt x="2933" y="274892"/>
                  <a:pt x="1673" y="270704"/>
                </a:cubicBezTo>
                <a:cubicBezTo>
                  <a:pt x="412" y="266516"/>
                  <a:pt x="0" y="262246"/>
                  <a:pt x="439" y="257895"/>
                </a:cubicBezTo>
                <a:cubicBezTo>
                  <a:pt x="1522" y="248600"/>
                  <a:pt x="3049" y="239379"/>
                  <a:pt x="5020" y="230231"/>
                </a:cubicBezTo>
                <a:cubicBezTo>
                  <a:pt x="6992" y="221084"/>
                  <a:pt x="9398" y="212052"/>
                  <a:pt x="12238" y="203136"/>
                </a:cubicBezTo>
                <a:cubicBezTo>
                  <a:pt x="15080" y="194220"/>
                  <a:pt x="18342" y="185461"/>
                  <a:pt x="22027" y="176859"/>
                </a:cubicBezTo>
                <a:cubicBezTo>
                  <a:pt x="25710" y="168257"/>
                  <a:pt x="29798" y="159852"/>
                  <a:pt x="34292" y="151644"/>
                </a:cubicBezTo>
                <a:cubicBezTo>
                  <a:pt x="38785" y="143436"/>
                  <a:pt x="43662" y="135463"/>
                  <a:pt x="48924" y="127724"/>
                </a:cubicBezTo>
                <a:cubicBezTo>
                  <a:pt x="54186" y="119986"/>
                  <a:pt x="59806" y="112518"/>
                  <a:pt x="65787" y="105320"/>
                </a:cubicBezTo>
                <a:cubicBezTo>
                  <a:pt x="71766" y="98123"/>
                  <a:pt x="78079" y="91229"/>
                  <a:pt x="84724" y="84640"/>
                </a:cubicBezTo>
                <a:cubicBezTo>
                  <a:pt x="91367" y="78050"/>
                  <a:pt x="98312" y="71795"/>
                  <a:pt x="105558" y="65874"/>
                </a:cubicBezTo>
                <a:cubicBezTo>
                  <a:pt x="112804" y="59953"/>
                  <a:pt x="120318" y="54394"/>
                  <a:pt x="128099" y="49197"/>
                </a:cubicBezTo>
                <a:cubicBezTo>
                  <a:pt x="135882" y="43999"/>
                  <a:pt x="143894" y="39188"/>
                  <a:pt x="152140" y="34762"/>
                </a:cubicBezTo>
                <a:cubicBezTo>
                  <a:pt x="160384" y="30336"/>
                  <a:pt x="168822" y="26316"/>
                  <a:pt x="177454" y="22703"/>
                </a:cubicBezTo>
                <a:cubicBezTo>
                  <a:pt x="186086" y="19090"/>
                  <a:pt x="194872" y="15899"/>
                  <a:pt x="203811" y="13132"/>
                </a:cubicBezTo>
                <a:cubicBezTo>
                  <a:pt x="212750" y="10364"/>
                  <a:pt x="221800" y="8032"/>
                  <a:pt x="230964" y="6136"/>
                </a:cubicBezTo>
                <a:cubicBezTo>
                  <a:pt x="240128" y="4240"/>
                  <a:pt x="249362" y="2789"/>
                  <a:pt x="258665" y="1782"/>
                </a:cubicBezTo>
                <a:cubicBezTo>
                  <a:pt x="267968" y="775"/>
                  <a:pt x="277298" y="217"/>
                  <a:pt x="286655" y="109"/>
                </a:cubicBezTo>
                <a:cubicBezTo>
                  <a:pt x="296011" y="0"/>
                  <a:pt x="305352" y="341"/>
                  <a:pt x="314677" y="1132"/>
                </a:cubicBezTo>
                <a:cubicBezTo>
                  <a:pt x="318891" y="1550"/>
                  <a:pt x="322875" y="2737"/>
                  <a:pt x="326633" y="4691"/>
                </a:cubicBezTo>
                <a:cubicBezTo>
                  <a:pt x="330389" y="6645"/>
                  <a:pt x="333649" y="9226"/>
                  <a:pt x="336410" y="12435"/>
                </a:cubicBezTo>
                <a:cubicBezTo>
                  <a:pt x="339173" y="15645"/>
                  <a:pt x="341241" y="19252"/>
                  <a:pt x="342615" y="23258"/>
                </a:cubicBezTo>
                <a:cubicBezTo>
                  <a:pt x="343987" y="27264"/>
                  <a:pt x="344568" y="31381"/>
                  <a:pt x="344354" y="35610"/>
                </a:cubicBezTo>
                <a:cubicBezTo>
                  <a:pt x="344086" y="39369"/>
                  <a:pt x="343201" y="42977"/>
                  <a:pt x="341695" y="46432"/>
                </a:cubicBezTo>
                <a:cubicBezTo>
                  <a:pt x="340190" y="49887"/>
                  <a:pt x="338155" y="52993"/>
                  <a:pt x="335584" y="55751"/>
                </a:cubicBezTo>
                <a:cubicBezTo>
                  <a:pt x="333015" y="58508"/>
                  <a:pt x="330060" y="60758"/>
                  <a:pt x="326720" y="62502"/>
                </a:cubicBezTo>
                <a:cubicBezTo>
                  <a:pt x="323379" y="64246"/>
                  <a:pt x="319842" y="65384"/>
                  <a:pt x="316111" y="65916"/>
                </a:cubicBezTo>
                <a:lnTo>
                  <a:pt x="309876" y="65288"/>
                </a:lnTo>
                <a:cubicBezTo>
                  <a:pt x="302578" y="64650"/>
                  <a:pt x="295266" y="64364"/>
                  <a:pt x="287939" y="64433"/>
                </a:cubicBezTo>
                <a:cubicBezTo>
                  <a:pt x="280614" y="64501"/>
                  <a:pt x="273309" y="64922"/>
                  <a:pt x="266023" y="65697"/>
                </a:cubicBezTo>
                <a:cubicBezTo>
                  <a:pt x="258738" y="66472"/>
                  <a:pt x="251507" y="67596"/>
                  <a:pt x="244331" y="69071"/>
                </a:cubicBezTo>
                <a:cubicBezTo>
                  <a:pt x="237155" y="70545"/>
                  <a:pt x="230067" y="72362"/>
                  <a:pt x="223065" y="74522"/>
                </a:cubicBezTo>
                <a:cubicBezTo>
                  <a:pt x="216064" y="76681"/>
                  <a:pt x="209186" y="79174"/>
                  <a:pt x="202425" y="81999"/>
                </a:cubicBezTo>
                <a:cubicBezTo>
                  <a:pt x="195666" y="84824"/>
                  <a:pt x="189058" y="87969"/>
                  <a:pt x="182603" y="91433"/>
                </a:cubicBezTo>
                <a:cubicBezTo>
                  <a:pt x="176147" y="94898"/>
                  <a:pt x="169873" y="98665"/>
                  <a:pt x="163784" y="102736"/>
                </a:cubicBezTo>
                <a:cubicBezTo>
                  <a:pt x="157693" y="106807"/>
                  <a:pt x="151812" y="111162"/>
                  <a:pt x="146141" y="115802"/>
                </a:cubicBezTo>
                <a:cubicBezTo>
                  <a:pt x="140472" y="120442"/>
                  <a:pt x="135040" y="125344"/>
                  <a:pt x="129845" y="130509"/>
                </a:cubicBezTo>
                <a:cubicBezTo>
                  <a:pt x="124648" y="135674"/>
                  <a:pt x="119714" y="141078"/>
                  <a:pt x="115041" y="146721"/>
                </a:cubicBezTo>
                <a:cubicBezTo>
                  <a:pt x="110368" y="152363"/>
                  <a:pt x="105978" y="158218"/>
                  <a:pt x="101871" y="164285"/>
                </a:cubicBezTo>
                <a:cubicBezTo>
                  <a:pt x="97765" y="170352"/>
                  <a:pt x="93960" y="176602"/>
                  <a:pt x="90458" y="183037"/>
                </a:cubicBezTo>
                <a:cubicBezTo>
                  <a:pt x="86956" y="189472"/>
                  <a:pt x="83773" y="196061"/>
                  <a:pt x="80908" y="202804"/>
                </a:cubicBezTo>
                <a:cubicBezTo>
                  <a:pt x="78043" y="209547"/>
                  <a:pt x="75510" y="216412"/>
                  <a:pt x="73309" y="223400"/>
                </a:cubicBezTo>
                <a:cubicBezTo>
                  <a:pt x="71107" y="230388"/>
                  <a:pt x="69250" y="237465"/>
                  <a:pt x="67732" y="244633"/>
                </a:cubicBezTo>
                <a:cubicBezTo>
                  <a:pt x="66216" y="251800"/>
                  <a:pt x="65049" y="259024"/>
                  <a:pt x="64232" y="266305"/>
                </a:cubicBezTo>
                <a:lnTo>
                  <a:pt x="65872" y="266470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5077573" y="8113681"/>
            <a:ext cx="183322" cy="160471"/>
          </a:xfrm>
          <a:custGeom>
            <a:avLst/>
            <a:gdLst/>
            <a:rect l="0" t="0" r="183322" b="160471"/>
            <a:pathLst>
              <a:path w="183322" h="160471" fill="norm" stroke="0">
                <a:moveTo>
                  <a:pt x="142115" y="2330"/>
                </a:moveTo>
                <a:cubicBezTo>
                  <a:pt x="146789" y="620"/>
                  <a:pt x="151603" y="0"/>
                  <a:pt x="156556" y="469"/>
                </a:cubicBezTo>
                <a:cubicBezTo>
                  <a:pt x="163362" y="1915"/>
                  <a:pt x="169132" y="5187"/>
                  <a:pt x="173867" y="10284"/>
                </a:cubicBezTo>
                <a:cubicBezTo>
                  <a:pt x="178603" y="15382"/>
                  <a:pt x="181440" y="21377"/>
                  <a:pt x="182381" y="28271"/>
                </a:cubicBezTo>
                <a:cubicBezTo>
                  <a:pt x="183322" y="35164"/>
                  <a:pt x="182195" y="41701"/>
                  <a:pt x="178998" y="47881"/>
                </a:cubicBezTo>
                <a:cubicBezTo>
                  <a:pt x="175803" y="54061"/>
                  <a:pt x="171120" y="58759"/>
                  <a:pt x="164951" y="61976"/>
                </a:cubicBezTo>
                <a:cubicBezTo>
                  <a:pt x="144396" y="69543"/>
                  <a:pt x="125442" y="80011"/>
                  <a:pt x="108090" y="93379"/>
                </a:cubicBezTo>
                <a:cubicBezTo>
                  <a:pt x="88863" y="108359"/>
                  <a:pt x="72399" y="125928"/>
                  <a:pt x="58696" y="146086"/>
                </a:cubicBezTo>
                <a:cubicBezTo>
                  <a:pt x="55345" y="150859"/>
                  <a:pt x="51031" y="154488"/>
                  <a:pt x="45754" y="156973"/>
                </a:cubicBezTo>
                <a:cubicBezTo>
                  <a:pt x="40478" y="159458"/>
                  <a:pt x="34933" y="160471"/>
                  <a:pt x="29118" y="160014"/>
                </a:cubicBezTo>
                <a:cubicBezTo>
                  <a:pt x="23791" y="159500"/>
                  <a:pt x="18881" y="157790"/>
                  <a:pt x="14387" y="154885"/>
                </a:cubicBezTo>
                <a:cubicBezTo>
                  <a:pt x="9613" y="151534"/>
                  <a:pt x="5984" y="147220"/>
                  <a:pt x="3499" y="141943"/>
                </a:cubicBezTo>
                <a:cubicBezTo>
                  <a:pt x="1014" y="136666"/>
                  <a:pt x="0" y="131121"/>
                  <a:pt x="457" y="125307"/>
                </a:cubicBezTo>
                <a:cubicBezTo>
                  <a:pt x="1077" y="119962"/>
                  <a:pt x="2896" y="115062"/>
                  <a:pt x="5914" y="110608"/>
                </a:cubicBezTo>
                <a:cubicBezTo>
                  <a:pt x="23275" y="84524"/>
                  <a:pt x="44436" y="62014"/>
                  <a:pt x="69396" y="43076"/>
                </a:cubicBezTo>
                <a:cubicBezTo>
                  <a:pt x="91658" y="25965"/>
                  <a:pt x="115898" y="12383"/>
                  <a:pt x="142115" y="233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5382939" y="7825041"/>
            <a:ext cx="601788" cy="505845"/>
          </a:xfrm>
          <a:custGeom>
            <a:avLst/>
            <a:gdLst/>
            <a:rect l="0" t="0" r="601788" b="505845"/>
            <a:pathLst>
              <a:path w="601788" h="505845" fill="norm" stroke="0">
                <a:moveTo>
                  <a:pt x="28302" y="505496"/>
                </a:moveTo>
                <a:cubicBezTo>
                  <a:pt x="24115" y="504862"/>
                  <a:pt x="20196" y="503473"/>
                  <a:pt x="16545" y="501329"/>
                </a:cubicBezTo>
                <a:cubicBezTo>
                  <a:pt x="12892" y="499186"/>
                  <a:pt x="9770" y="496440"/>
                  <a:pt x="7175" y="493094"/>
                </a:cubicBezTo>
                <a:cubicBezTo>
                  <a:pt x="4581" y="489747"/>
                  <a:pt x="2701" y="486038"/>
                  <a:pt x="1535" y="481967"/>
                </a:cubicBezTo>
                <a:cubicBezTo>
                  <a:pt x="369" y="477897"/>
                  <a:pt x="0" y="473755"/>
                  <a:pt x="429" y="469542"/>
                </a:cubicBezTo>
                <a:cubicBezTo>
                  <a:pt x="4876" y="434426"/>
                  <a:pt x="12655" y="400064"/>
                  <a:pt x="23771" y="366458"/>
                </a:cubicBezTo>
                <a:cubicBezTo>
                  <a:pt x="34885" y="332851"/>
                  <a:pt x="49126" y="300627"/>
                  <a:pt x="66495" y="269784"/>
                </a:cubicBezTo>
                <a:cubicBezTo>
                  <a:pt x="83863" y="238941"/>
                  <a:pt x="104034" y="210056"/>
                  <a:pt x="127008" y="183128"/>
                </a:cubicBezTo>
                <a:cubicBezTo>
                  <a:pt x="149983" y="156200"/>
                  <a:pt x="175330" y="131731"/>
                  <a:pt x="203054" y="109723"/>
                </a:cubicBezTo>
                <a:cubicBezTo>
                  <a:pt x="229251" y="89975"/>
                  <a:pt x="257017" y="72757"/>
                  <a:pt x="286352" y="58068"/>
                </a:cubicBezTo>
                <a:cubicBezTo>
                  <a:pt x="315685" y="43378"/>
                  <a:pt x="346104" y="31460"/>
                  <a:pt x="377611" y="22312"/>
                </a:cubicBezTo>
                <a:cubicBezTo>
                  <a:pt x="409116" y="13165"/>
                  <a:pt x="441189" y="6938"/>
                  <a:pt x="473828" y="3633"/>
                </a:cubicBezTo>
                <a:cubicBezTo>
                  <a:pt x="506468" y="329"/>
                  <a:pt x="539138" y="0"/>
                  <a:pt x="571836" y="2647"/>
                </a:cubicBezTo>
                <a:cubicBezTo>
                  <a:pt x="576188" y="3085"/>
                  <a:pt x="580290" y="4339"/>
                  <a:pt x="584144" y="6409"/>
                </a:cubicBezTo>
                <a:cubicBezTo>
                  <a:pt x="587997" y="8479"/>
                  <a:pt x="591307" y="11207"/>
                  <a:pt x="594074" y="14594"/>
                </a:cubicBezTo>
                <a:cubicBezTo>
                  <a:pt x="596841" y="17981"/>
                  <a:pt x="598855" y="21768"/>
                  <a:pt x="600115" y="25957"/>
                </a:cubicBezTo>
                <a:cubicBezTo>
                  <a:pt x="601377" y="30144"/>
                  <a:pt x="601788" y="34414"/>
                  <a:pt x="601349" y="38766"/>
                </a:cubicBezTo>
                <a:cubicBezTo>
                  <a:pt x="600931" y="42980"/>
                  <a:pt x="599745" y="46965"/>
                  <a:pt x="597791" y="50722"/>
                </a:cubicBezTo>
                <a:cubicBezTo>
                  <a:pt x="595836" y="54479"/>
                  <a:pt x="593255" y="57738"/>
                  <a:pt x="590046" y="60501"/>
                </a:cubicBezTo>
                <a:cubicBezTo>
                  <a:pt x="586837" y="63263"/>
                  <a:pt x="583230" y="65331"/>
                  <a:pt x="579224" y="66704"/>
                </a:cubicBezTo>
                <a:cubicBezTo>
                  <a:pt x="575218" y="68077"/>
                  <a:pt x="571100" y="68657"/>
                  <a:pt x="566871" y="68444"/>
                </a:cubicBezTo>
                <a:cubicBezTo>
                  <a:pt x="538158" y="66208"/>
                  <a:pt x="509476" y="66570"/>
                  <a:pt x="480826" y="69530"/>
                </a:cubicBezTo>
                <a:cubicBezTo>
                  <a:pt x="452179" y="72491"/>
                  <a:pt x="424028" y="78001"/>
                  <a:pt x="396377" y="86061"/>
                </a:cubicBezTo>
                <a:cubicBezTo>
                  <a:pt x="368728" y="94121"/>
                  <a:pt x="342026" y="104600"/>
                  <a:pt x="316274" y="117497"/>
                </a:cubicBezTo>
                <a:cubicBezTo>
                  <a:pt x="290522" y="130395"/>
                  <a:pt x="266139" y="145501"/>
                  <a:pt x="243123" y="162816"/>
                </a:cubicBezTo>
                <a:cubicBezTo>
                  <a:pt x="218579" y="182149"/>
                  <a:pt x="196128" y="203666"/>
                  <a:pt x="175769" y="227367"/>
                </a:cubicBezTo>
                <a:cubicBezTo>
                  <a:pt x="155411" y="251067"/>
                  <a:pt x="137526" y="276507"/>
                  <a:pt x="122117" y="303686"/>
                </a:cubicBezTo>
                <a:cubicBezTo>
                  <a:pt x="106707" y="330865"/>
                  <a:pt x="94059" y="359274"/>
                  <a:pt x="84175" y="388914"/>
                </a:cubicBezTo>
                <a:cubicBezTo>
                  <a:pt x="74292" y="418553"/>
                  <a:pt x="67356" y="448867"/>
                  <a:pt x="63368" y="479855"/>
                </a:cubicBezTo>
                <a:cubicBezTo>
                  <a:pt x="62494" y="483753"/>
                  <a:pt x="60962" y="487373"/>
                  <a:pt x="58773" y="490715"/>
                </a:cubicBezTo>
                <a:cubicBezTo>
                  <a:pt x="56584" y="494057"/>
                  <a:pt x="53877" y="496906"/>
                  <a:pt x="50653" y="499264"/>
                </a:cubicBezTo>
                <a:cubicBezTo>
                  <a:pt x="47428" y="501622"/>
                  <a:pt x="43892" y="503338"/>
                  <a:pt x="40043" y="504411"/>
                </a:cubicBezTo>
                <a:cubicBezTo>
                  <a:pt x="36195" y="505484"/>
                  <a:pt x="32282" y="505845"/>
                  <a:pt x="28302" y="505496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15585601" y="8020651"/>
            <a:ext cx="341055" cy="295908"/>
          </a:xfrm>
          <a:custGeom>
            <a:avLst/>
            <a:gdLst/>
            <a:rect l="0" t="0" r="341055" b="295908"/>
            <a:pathLst>
              <a:path w="341055" h="295908" fill="norm" stroke="0">
                <a:moveTo>
                  <a:pt x="64751" y="262684"/>
                </a:moveTo>
                <a:cubicBezTo>
                  <a:pt x="64443" y="264311"/>
                  <a:pt x="64278" y="265952"/>
                  <a:pt x="64257" y="267607"/>
                </a:cubicBezTo>
                <a:cubicBezTo>
                  <a:pt x="63622" y="271793"/>
                  <a:pt x="62233" y="275713"/>
                  <a:pt x="60089" y="279365"/>
                </a:cubicBezTo>
                <a:cubicBezTo>
                  <a:pt x="57945" y="283016"/>
                  <a:pt x="55200" y="286139"/>
                  <a:pt x="51854" y="288734"/>
                </a:cubicBezTo>
                <a:cubicBezTo>
                  <a:pt x="48507" y="291328"/>
                  <a:pt x="44799" y="293208"/>
                  <a:pt x="40728" y="294374"/>
                </a:cubicBezTo>
                <a:cubicBezTo>
                  <a:pt x="36657" y="295540"/>
                  <a:pt x="32514" y="295908"/>
                  <a:pt x="28302" y="295479"/>
                </a:cubicBezTo>
                <a:cubicBezTo>
                  <a:pt x="24115" y="294845"/>
                  <a:pt x="20196" y="293456"/>
                  <a:pt x="16545" y="291312"/>
                </a:cubicBezTo>
                <a:cubicBezTo>
                  <a:pt x="12892" y="289168"/>
                  <a:pt x="9770" y="286423"/>
                  <a:pt x="7175" y="283076"/>
                </a:cubicBezTo>
                <a:cubicBezTo>
                  <a:pt x="4581" y="279730"/>
                  <a:pt x="2701" y="276021"/>
                  <a:pt x="1535" y="271950"/>
                </a:cubicBezTo>
                <a:cubicBezTo>
                  <a:pt x="369" y="267879"/>
                  <a:pt x="0" y="263738"/>
                  <a:pt x="429" y="259525"/>
                </a:cubicBezTo>
                <a:cubicBezTo>
                  <a:pt x="2919" y="240190"/>
                  <a:pt x="7246" y="221275"/>
                  <a:pt x="13410" y="202781"/>
                </a:cubicBezTo>
                <a:cubicBezTo>
                  <a:pt x="19574" y="184286"/>
                  <a:pt x="27459" y="166558"/>
                  <a:pt x="37066" y="149595"/>
                </a:cubicBezTo>
                <a:cubicBezTo>
                  <a:pt x="46673" y="132632"/>
                  <a:pt x="57823" y="116751"/>
                  <a:pt x="70514" y="101954"/>
                </a:cubicBezTo>
                <a:cubicBezTo>
                  <a:pt x="83204" y="87156"/>
                  <a:pt x="97200" y="73717"/>
                  <a:pt x="112502" y="61638"/>
                </a:cubicBezTo>
                <a:cubicBezTo>
                  <a:pt x="141515" y="39899"/>
                  <a:pt x="173425" y="23961"/>
                  <a:pt x="208234" y="13824"/>
                </a:cubicBezTo>
                <a:cubicBezTo>
                  <a:pt x="243041" y="3687"/>
                  <a:pt x="278519" y="0"/>
                  <a:pt x="314668" y="2762"/>
                </a:cubicBezTo>
                <a:cubicBezTo>
                  <a:pt x="318303" y="3515"/>
                  <a:pt x="321714" y="4843"/>
                  <a:pt x="324901" y="6748"/>
                </a:cubicBezTo>
                <a:cubicBezTo>
                  <a:pt x="328089" y="8652"/>
                  <a:pt x="330874" y="11027"/>
                  <a:pt x="333259" y="13873"/>
                </a:cubicBezTo>
                <a:cubicBezTo>
                  <a:pt x="335643" y="16718"/>
                  <a:pt x="337496" y="19876"/>
                  <a:pt x="338813" y="23347"/>
                </a:cubicBezTo>
                <a:cubicBezTo>
                  <a:pt x="340133" y="26817"/>
                  <a:pt x="340844" y="30408"/>
                  <a:pt x="340950" y="34119"/>
                </a:cubicBezTo>
                <a:cubicBezTo>
                  <a:pt x="341055" y="37830"/>
                  <a:pt x="340550" y="41456"/>
                  <a:pt x="339430" y="44996"/>
                </a:cubicBezTo>
                <a:cubicBezTo>
                  <a:pt x="338313" y="48536"/>
                  <a:pt x="336643" y="51795"/>
                  <a:pt x="334425" y="54771"/>
                </a:cubicBezTo>
                <a:cubicBezTo>
                  <a:pt x="332206" y="57748"/>
                  <a:pt x="329560" y="60278"/>
                  <a:pt x="326487" y="62361"/>
                </a:cubicBezTo>
                <a:cubicBezTo>
                  <a:pt x="323413" y="64444"/>
                  <a:pt x="320083" y="65964"/>
                  <a:pt x="316497" y="66923"/>
                </a:cubicBezTo>
                <a:lnTo>
                  <a:pt x="310262" y="66295"/>
                </a:lnTo>
                <a:cubicBezTo>
                  <a:pt x="295813" y="65023"/>
                  <a:pt x="281374" y="65131"/>
                  <a:pt x="266945" y="66620"/>
                </a:cubicBezTo>
                <a:cubicBezTo>
                  <a:pt x="252518" y="68108"/>
                  <a:pt x="238361" y="70950"/>
                  <a:pt x="224476" y="75145"/>
                </a:cubicBezTo>
                <a:cubicBezTo>
                  <a:pt x="210590" y="79341"/>
                  <a:pt x="197230" y="84814"/>
                  <a:pt x="184390" y="91564"/>
                </a:cubicBezTo>
                <a:cubicBezTo>
                  <a:pt x="171552" y="98314"/>
                  <a:pt x="159469" y="106220"/>
                  <a:pt x="148143" y="115280"/>
                </a:cubicBezTo>
                <a:cubicBezTo>
                  <a:pt x="136816" y="124341"/>
                  <a:pt x="126450" y="134393"/>
                  <a:pt x="117046" y="145435"/>
                </a:cubicBezTo>
                <a:cubicBezTo>
                  <a:pt x="107640" y="156478"/>
                  <a:pt x="99366" y="168311"/>
                  <a:pt x="92224" y="180936"/>
                </a:cubicBezTo>
                <a:cubicBezTo>
                  <a:pt x="85083" y="193561"/>
                  <a:pt x="79201" y="206748"/>
                  <a:pt x="74580" y="220497"/>
                </a:cubicBezTo>
                <a:cubicBezTo>
                  <a:pt x="69960" y="234246"/>
                  <a:pt x="66683" y="248309"/>
                  <a:pt x="64751" y="262684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15742343" y="8180735"/>
            <a:ext cx="186694" cy="159946"/>
          </a:xfrm>
          <a:custGeom>
            <a:avLst/>
            <a:gdLst/>
            <a:rect l="0" t="0" r="186694" b="159946"/>
            <a:pathLst>
              <a:path w="186694" h="159946" fill="norm" stroke="0">
                <a:moveTo>
                  <a:pt x="70794" y="43076"/>
                </a:moveTo>
                <a:cubicBezTo>
                  <a:pt x="93008" y="25881"/>
                  <a:pt x="117249" y="12298"/>
                  <a:pt x="143512" y="2330"/>
                </a:cubicBezTo>
                <a:cubicBezTo>
                  <a:pt x="148186" y="621"/>
                  <a:pt x="153000" y="0"/>
                  <a:pt x="157955" y="469"/>
                </a:cubicBezTo>
                <a:cubicBezTo>
                  <a:pt x="163936" y="1148"/>
                  <a:pt x="169326" y="3303"/>
                  <a:pt x="174127" y="6934"/>
                </a:cubicBezTo>
                <a:cubicBezTo>
                  <a:pt x="178929" y="10565"/>
                  <a:pt x="182471" y="15165"/>
                  <a:pt x="184753" y="20735"/>
                </a:cubicBezTo>
                <a:cubicBezTo>
                  <a:pt x="186116" y="24716"/>
                  <a:pt x="186694" y="28808"/>
                  <a:pt x="186489" y="33011"/>
                </a:cubicBezTo>
                <a:cubicBezTo>
                  <a:pt x="186286" y="37213"/>
                  <a:pt x="185313" y="41230"/>
                  <a:pt x="183572" y="45060"/>
                </a:cubicBezTo>
                <a:cubicBezTo>
                  <a:pt x="181831" y="48890"/>
                  <a:pt x="179443" y="52264"/>
                  <a:pt x="176411" y="55181"/>
                </a:cubicBezTo>
                <a:cubicBezTo>
                  <a:pt x="173379" y="58098"/>
                  <a:pt x="169915" y="60352"/>
                  <a:pt x="166021" y="61943"/>
                </a:cubicBezTo>
                <a:cubicBezTo>
                  <a:pt x="145039" y="69409"/>
                  <a:pt x="125647" y="79832"/>
                  <a:pt x="107846" y="93214"/>
                </a:cubicBezTo>
                <a:cubicBezTo>
                  <a:pt x="88523" y="108104"/>
                  <a:pt x="72059" y="125673"/>
                  <a:pt x="58452" y="145921"/>
                </a:cubicBezTo>
                <a:cubicBezTo>
                  <a:pt x="56014" y="149335"/>
                  <a:pt x="53031" y="152181"/>
                  <a:pt x="49504" y="154457"/>
                </a:cubicBezTo>
                <a:cubicBezTo>
                  <a:pt x="45979" y="156733"/>
                  <a:pt x="42157" y="158280"/>
                  <a:pt x="38041" y="159098"/>
                </a:cubicBezTo>
                <a:cubicBezTo>
                  <a:pt x="33925" y="159915"/>
                  <a:pt x="29801" y="159946"/>
                  <a:pt x="25674" y="159190"/>
                </a:cubicBezTo>
                <a:cubicBezTo>
                  <a:pt x="21546" y="158433"/>
                  <a:pt x="17701" y="156944"/>
                  <a:pt x="14142" y="154720"/>
                </a:cubicBezTo>
                <a:cubicBezTo>
                  <a:pt x="11229" y="152691"/>
                  <a:pt x="8708" y="150255"/>
                  <a:pt x="6581" y="147412"/>
                </a:cubicBezTo>
                <a:cubicBezTo>
                  <a:pt x="4454" y="144569"/>
                  <a:pt x="2828" y="141463"/>
                  <a:pt x="1704" y="138095"/>
                </a:cubicBezTo>
                <a:cubicBezTo>
                  <a:pt x="580" y="134727"/>
                  <a:pt x="14" y="131268"/>
                  <a:pt x="6" y="127717"/>
                </a:cubicBezTo>
                <a:cubicBezTo>
                  <a:pt x="0" y="124166"/>
                  <a:pt x="552" y="120704"/>
                  <a:pt x="1663" y="117332"/>
                </a:cubicBezTo>
                <a:cubicBezTo>
                  <a:pt x="2614" y="114877"/>
                  <a:pt x="3840" y="112570"/>
                  <a:pt x="5344" y="110410"/>
                </a:cubicBezTo>
                <a:cubicBezTo>
                  <a:pt x="23433" y="84342"/>
                  <a:pt x="45250" y="61898"/>
                  <a:pt x="70794" y="43076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14281609" y="8346605"/>
            <a:ext cx="1811052" cy="1394865"/>
          </a:xfrm>
          <a:custGeom>
            <a:avLst/>
            <a:gdLst/>
            <a:rect l="0" t="0" r="1811052" b="1394865"/>
            <a:pathLst>
              <a:path w="1811052" h="1394865" fill="norm" stroke="0">
                <a:moveTo>
                  <a:pt x="1810925" y="812938"/>
                </a:moveTo>
                <a:lnTo>
                  <a:pt x="1772411" y="1195574"/>
                </a:lnTo>
                <a:cubicBezTo>
                  <a:pt x="1771972" y="1199926"/>
                  <a:pt x="1770718" y="1204028"/>
                  <a:pt x="1768649" y="1207881"/>
                </a:cubicBezTo>
                <a:cubicBezTo>
                  <a:pt x="1766579" y="1211734"/>
                  <a:pt x="1763850" y="1215044"/>
                  <a:pt x="1760463" y="1217811"/>
                </a:cubicBezTo>
                <a:cubicBezTo>
                  <a:pt x="1757076" y="1220579"/>
                  <a:pt x="1753288" y="1222592"/>
                  <a:pt x="1749101" y="1223853"/>
                </a:cubicBezTo>
                <a:cubicBezTo>
                  <a:pt x="1744912" y="1225114"/>
                  <a:pt x="1740643" y="1225525"/>
                  <a:pt x="1736291" y="1225087"/>
                </a:cubicBezTo>
                <a:lnTo>
                  <a:pt x="1632265" y="1214616"/>
                </a:lnTo>
                <a:lnTo>
                  <a:pt x="1617135" y="1364914"/>
                </a:lnTo>
                <a:cubicBezTo>
                  <a:pt x="1616698" y="1369266"/>
                  <a:pt x="1615444" y="1373368"/>
                  <a:pt x="1613373" y="1377221"/>
                </a:cubicBezTo>
                <a:cubicBezTo>
                  <a:pt x="1611303" y="1381074"/>
                  <a:pt x="1608575" y="1384384"/>
                  <a:pt x="1605189" y="1387151"/>
                </a:cubicBezTo>
                <a:cubicBezTo>
                  <a:pt x="1601801" y="1389919"/>
                  <a:pt x="1598014" y="1391933"/>
                  <a:pt x="1593825" y="1393193"/>
                </a:cubicBezTo>
                <a:cubicBezTo>
                  <a:pt x="1589638" y="1394454"/>
                  <a:pt x="1585368" y="1394865"/>
                  <a:pt x="1581017" y="1394427"/>
                </a:cubicBezTo>
                <a:lnTo>
                  <a:pt x="1291250" y="1365260"/>
                </a:lnTo>
                <a:cubicBezTo>
                  <a:pt x="1286898" y="1364822"/>
                  <a:pt x="1282796" y="1363568"/>
                  <a:pt x="1278944" y="1361498"/>
                </a:cubicBezTo>
                <a:cubicBezTo>
                  <a:pt x="1275090" y="1359428"/>
                  <a:pt x="1271780" y="1356700"/>
                  <a:pt x="1269012" y="1353313"/>
                </a:cubicBezTo>
                <a:cubicBezTo>
                  <a:pt x="1266245" y="1349926"/>
                  <a:pt x="1264231" y="1346139"/>
                  <a:pt x="1262971" y="1341950"/>
                </a:cubicBezTo>
                <a:cubicBezTo>
                  <a:pt x="1261711" y="1337763"/>
                  <a:pt x="1261298" y="1333493"/>
                  <a:pt x="1261737" y="1329141"/>
                </a:cubicBezTo>
                <a:lnTo>
                  <a:pt x="1276964" y="1177859"/>
                </a:lnTo>
                <a:lnTo>
                  <a:pt x="489376" y="1098583"/>
                </a:lnTo>
                <a:lnTo>
                  <a:pt x="474149" y="1249865"/>
                </a:lnTo>
                <a:cubicBezTo>
                  <a:pt x="473712" y="1254217"/>
                  <a:pt x="472458" y="1258319"/>
                  <a:pt x="470387" y="1262172"/>
                </a:cubicBezTo>
                <a:cubicBezTo>
                  <a:pt x="468317" y="1266025"/>
                  <a:pt x="465589" y="1269335"/>
                  <a:pt x="462203" y="1272102"/>
                </a:cubicBezTo>
                <a:cubicBezTo>
                  <a:pt x="458815" y="1274870"/>
                  <a:pt x="455028" y="1276884"/>
                  <a:pt x="450839" y="1278144"/>
                </a:cubicBezTo>
                <a:cubicBezTo>
                  <a:pt x="446652" y="1279405"/>
                  <a:pt x="442382" y="1279816"/>
                  <a:pt x="438031" y="1279378"/>
                </a:cubicBezTo>
                <a:lnTo>
                  <a:pt x="146622" y="1250046"/>
                </a:lnTo>
                <a:cubicBezTo>
                  <a:pt x="142272" y="1249608"/>
                  <a:pt x="138168" y="1248354"/>
                  <a:pt x="134316" y="1246284"/>
                </a:cubicBezTo>
                <a:cubicBezTo>
                  <a:pt x="130463" y="1244214"/>
                  <a:pt x="127153" y="1241486"/>
                  <a:pt x="124386" y="1238099"/>
                </a:cubicBezTo>
                <a:cubicBezTo>
                  <a:pt x="121619" y="1234712"/>
                  <a:pt x="119605" y="1230924"/>
                  <a:pt x="118343" y="1226736"/>
                </a:cubicBezTo>
                <a:cubicBezTo>
                  <a:pt x="117083" y="1222548"/>
                  <a:pt x="116672" y="1218279"/>
                  <a:pt x="117109" y="1213927"/>
                </a:cubicBezTo>
                <a:lnTo>
                  <a:pt x="132338" y="1062644"/>
                </a:lnTo>
                <a:lnTo>
                  <a:pt x="29952" y="1052339"/>
                </a:lnTo>
                <a:cubicBezTo>
                  <a:pt x="25600" y="1051901"/>
                  <a:pt x="21498" y="1050646"/>
                  <a:pt x="17644" y="1048576"/>
                </a:cubicBezTo>
                <a:cubicBezTo>
                  <a:pt x="13791" y="1046506"/>
                  <a:pt x="10482" y="1043778"/>
                  <a:pt x="7714" y="1040391"/>
                </a:cubicBezTo>
                <a:cubicBezTo>
                  <a:pt x="4947" y="1037004"/>
                  <a:pt x="2933" y="1033217"/>
                  <a:pt x="1673" y="1029029"/>
                </a:cubicBezTo>
                <a:cubicBezTo>
                  <a:pt x="411" y="1024841"/>
                  <a:pt x="0" y="1020571"/>
                  <a:pt x="437" y="1016219"/>
                </a:cubicBezTo>
                <a:lnTo>
                  <a:pt x="38853" y="634568"/>
                </a:lnTo>
                <a:cubicBezTo>
                  <a:pt x="39292" y="630216"/>
                  <a:pt x="40546" y="626113"/>
                  <a:pt x="42616" y="622261"/>
                </a:cubicBezTo>
                <a:cubicBezTo>
                  <a:pt x="44686" y="618408"/>
                  <a:pt x="47414" y="615098"/>
                  <a:pt x="50802" y="612330"/>
                </a:cubicBezTo>
                <a:cubicBezTo>
                  <a:pt x="54187" y="609563"/>
                  <a:pt x="57975" y="607549"/>
                  <a:pt x="62164" y="606288"/>
                </a:cubicBezTo>
                <a:cubicBezTo>
                  <a:pt x="66351" y="605028"/>
                  <a:pt x="70622" y="604617"/>
                  <a:pt x="74974" y="605055"/>
                </a:cubicBezTo>
                <a:lnTo>
                  <a:pt x="698480" y="667815"/>
                </a:lnTo>
                <a:cubicBezTo>
                  <a:pt x="697237" y="656765"/>
                  <a:pt x="697244" y="645716"/>
                  <a:pt x="698502" y="634668"/>
                </a:cubicBezTo>
                <a:cubicBezTo>
                  <a:pt x="699350" y="626226"/>
                  <a:pt x="700906" y="617916"/>
                  <a:pt x="703169" y="609739"/>
                </a:cubicBezTo>
                <a:cubicBezTo>
                  <a:pt x="705434" y="601562"/>
                  <a:pt x="708374" y="593635"/>
                  <a:pt x="711988" y="585958"/>
                </a:cubicBezTo>
                <a:cubicBezTo>
                  <a:pt x="715603" y="578282"/>
                  <a:pt x="719840" y="570967"/>
                  <a:pt x="724702" y="564012"/>
                </a:cubicBezTo>
                <a:cubicBezTo>
                  <a:pt x="729563" y="557057"/>
                  <a:pt x="734977" y="550564"/>
                  <a:pt x="740944" y="544532"/>
                </a:cubicBezTo>
                <a:cubicBezTo>
                  <a:pt x="746911" y="538500"/>
                  <a:pt x="753345" y="533016"/>
                  <a:pt x="760247" y="528080"/>
                </a:cubicBezTo>
                <a:cubicBezTo>
                  <a:pt x="767149" y="523145"/>
                  <a:pt x="774418" y="518828"/>
                  <a:pt x="782055" y="515131"/>
                </a:cubicBezTo>
                <a:cubicBezTo>
                  <a:pt x="789691" y="511433"/>
                  <a:pt x="797587" y="508408"/>
                  <a:pt x="805738" y="506056"/>
                </a:cubicBezTo>
                <a:cubicBezTo>
                  <a:pt x="813891" y="503704"/>
                  <a:pt x="822184" y="502058"/>
                  <a:pt x="830616" y="501118"/>
                </a:cubicBezTo>
                <a:lnTo>
                  <a:pt x="878842" y="22002"/>
                </a:lnTo>
                <a:cubicBezTo>
                  <a:pt x="880089" y="18544"/>
                  <a:pt x="881864" y="15382"/>
                  <a:pt x="884168" y="12517"/>
                </a:cubicBezTo>
                <a:cubicBezTo>
                  <a:pt x="886470" y="9653"/>
                  <a:pt x="889177" y="7240"/>
                  <a:pt x="892287" y="5280"/>
                </a:cubicBezTo>
                <a:cubicBezTo>
                  <a:pt x="895398" y="3321"/>
                  <a:pt x="898742" y="1920"/>
                  <a:pt x="902320" y="1078"/>
                </a:cubicBezTo>
                <a:cubicBezTo>
                  <a:pt x="905898" y="237"/>
                  <a:pt x="909517" y="0"/>
                  <a:pt x="913174" y="368"/>
                </a:cubicBezTo>
                <a:cubicBezTo>
                  <a:pt x="916832" y="736"/>
                  <a:pt x="920330" y="1689"/>
                  <a:pt x="923669" y="3227"/>
                </a:cubicBezTo>
                <a:cubicBezTo>
                  <a:pt x="927009" y="4765"/>
                  <a:pt x="930005" y="6804"/>
                  <a:pt x="932662" y="9344"/>
                </a:cubicBezTo>
                <a:cubicBezTo>
                  <a:pt x="935320" y="11885"/>
                  <a:pt x="937492" y="14788"/>
                  <a:pt x="939178" y="18055"/>
                </a:cubicBezTo>
                <a:cubicBezTo>
                  <a:pt x="940865" y="21321"/>
                  <a:pt x="941974" y="24773"/>
                  <a:pt x="942505" y="28410"/>
                </a:cubicBezTo>
                <a:lnTo>
                  <a:pt x="894048" y="509823"/>
                </a:lnTo>
                <a:cubicBezTo>
                  <a:pt x="902125" y="512425"/>
                  <a:pt x="909923" y="515690"/>
                  <a:pt x="917443" y="519620"/>
                </a:cubicBezTo>
                <a:cubicBezTo>
                  <a:pt x="924962" y="523550"/>
                  <a:pt x="932097" y="528087"/>
                  <a:pt x="938843" y="533233"/>
                </a:cubicBezTo>
                <a:cubicBezTo>
                  <a:pt x="945590" y="538378"/>
                  <a:pt x="951852" y="544057"/>
                  <a:pt x="957631" y="550269"/>
                </a:cubicBezTo>
                <a:cubicBezTo>
                  <a:pt x="963411" y="556481"/>
                  <a:pt x="968625" y="563137"/>
                  <a:pt x="973269" y="570238"/>
                </a:cubicBezTo>
                <a:cubicBezTo>
                  <a:pt x="977914" y="577338"/>
                  <a:pt x="981926" y="584780"/>
                  <a:pt x="985303" y="592564"/>
                </a:cubicBezTo>
                <a:cubicBezTo>
                  <a:pt x="988681" y="600347"/>
                  <a:pt x="991375" y="608361"/>
                  <a:pt x="993387" y="616603"/>
                </a:cubicBezTo>
                <a:cubicBezTo>
                  <a:pt x="995400" y="624846"/>
                  <a:pt x="996700" y="633200"/>
                  <a:pt x="997290" y="641664"/>
                </a:cubicBezTo>
                <a:cubicBezTo>
                  <a:pt x="997879" y="650129"/>
                  <a:pt x="997748" y="658582"/>
                  <a:pt x="996897" y="667024"/>
                </a:cubicBezTo>
                <a:cubicBezTo>
                  <a:pt x="995927" y="678101"/>
                  <a:pt x="993732" y="688930"/>
                  <a:pt x="990312" y="699510"/>
                </a:cubicBezTo>
                <a:lnTo>
                  <a:pt x="1368682" y="737595"/>
                </a:lnTo>
                <a:cubicBezTo>
                  <a:pt x="1367439" y="726546"/>
                  <a:pt x="1367447" y="715497"/>
                  <a:pt x="1368704" y="704449"/>
                </a:cubicBezTo>
                <a:cubicBezTo>
                  <a:pt x="1369572" y="696001"/>
                  <a:pt x="1371147" y="687687"/>
                  <a:pt x="1373431" y="679507"/>
                </a:cubicBezTo>
                <a:cubicBezTo>
                  <a:pt x="1375713" y="671327"/>
                  <a:pt x="1378671" y="663399"/>
                  <a:pt x="1382302" y="655722"/>
                </a:cubicBezTo>
                <a:cubicBezTo>
                  <a:pt x="1385934" y="648046"/>
                  <a:pt x="1390188" y="640731"/>
                  <a:pt x="1395064" y="633778"/>
                </a:cubicBezTo>
                <a:cubicBezTo>
                  <a:pt x="1399941" y="626825"/>
                  <a:pt x="1405368" y="620334"/>
                  <a:pt x="1411350" y="614305"/>
                </a:cubicBezTo>
                <a:cubicBezTo>
                  <a:pt x="1417331" y="608275"/>
                  <a:pt x="1423777" y="602795"/>
                  <a:pt x="1430691" y="597862"/>
                </a:cubicBezTo>
                <a:cubicBezTo>
                  <a:pt x="1437604" y="592930"/>
                  <a:pt x="1444884" y="588617"/>
                  <a:pt x="1452531" y="584923"/>
                </a:cubicBezTo>
                <a:cubicBezTo>
                  <a:pt x="1460179" y="581230"/>
                  <a:pt x="1468082" y="578208"/>
                  <a:pt x="1476243" y="575860"/>
                </a:cubicBezTo>
                <a:cubicBezTo>
                  <a:pt x="1484406" y="573511"/>
                  <a:pt x="1492706" y="571868"/>
                  <a:pt x="1501147" y="570932"/>
                </a:cubicBezTo>
                <a:lnTo>
                  <a:pt x="1549605" y="89519"/>
                </a:lnTo>
                <a:cubicBezTo>
                  <a:pt x="1550899" y="86138"/>
                  <a:pt x="1552701" y="83054"/>
                  <a:pt x="1555011" y="80267"/>
                </a:cubicBezTo>
                <a:cubicBezTo>
                  <a:pt x="1557320" y="77479"/>
                  <a:pt x="1560016" y="75136"/>
                  <a:pt x="1563098" y="73236"/>
                </a:cubicBezTo>
                <a:cubicBezTo>
                  <a:pt x="1566180" y="71336"/>
                  <a:pt x="1569486" y="69981"/>
                  <a:pt x="1573014" y="69170"/>
                </a:cubicBezTo>
                <a:cubicBezTo>
                  <a:pt x="1576541" y="68358"/>
                  <a:pt x="1580107" y="68134"/>
                  <a:pt x="1583708" y="68496"/>
                </a:cubicBezTo>
                <a:cubicBezTo>
                  <a:pt x="1587311" y="68859"/>
                  <a:pt x="1590759" y="69789"/>
                  <a:pt x="1594055" y="71288"/>
                </a:cubicBezTo>
                <a:cubicBezTo>
                  <a:pt x="1597351" y="72786"/>
                  <a:pt x="1600319" y="74773"/>
                  <a:pt x="1602961" y="77248"/>
                </a:cubicBezTo>
                <a:cubicBezTo>
                  <a:pt x="1605601" y="79724"/>
                  <a:pt x="1607776" y="82558"/>
                  <a:pt x="1609485" y="85750"/>
                </a:cubicBezTo>
                <a:cubicBezTo>
                  <a:pt x="1611193" y="88941"/>
                  <a:pt x="1612345" y="92323"/>
                  <a:pt x="1612939" y="95894"/>
                </a:cubicBezTo>
                <a:lnTo>
                  <a:pt x="1564515" y="576979"/>
                </a:lnTo>
                <a:cubicBezTo>
                  <a:pt x="1572588" y="579611"/>
                  <a:pt x="1580383" y="582904"/>
                  <a:pt x="1587895" y="586859"/>
                </a:cubicBezTo>
                <a:cubicBezTo>
                  <a:pt x="1595410" y="590814"/>
                  <a:pt x="1602538" y="595374"/>
                  <a:pt x="1609277" y="600539"/>
                </a:cubicBezTo>
                <a:cubicBezTo>
                  <a:pt x="1616018" y="605704"/>
                  <a:pt x="1622275" y="611400"/>
                  <a:pt x="1628048" y="617627"/>
                </a:cubicBezTo>
                <a:cubicBezTo>
                  <a:pt x="1633821" y="623854"/>
                  <a:pt x="1639027" y="630523"/>
                  <a:pt x="1643669" y="637634"/>
                </a:cubicBezTo>
                <a:cubicBezTo>
                  <a:pt x="1648310" y="644745"/>
                  <a:pt x="1652319" y="652196"/>
                  <a:pt x="1655696" y="659987"/>
                </a:cubicBezTo>
                <a:cubicBezTo>
                  <a:pt x="1659071" y="667778"/>
                  <a:pt x="1661767" y="675799"/>
                  <a:pt x="1663782" y="684048"/>
                </a:cubicBezTo>
                <a:cubicBezTo>
                  <a:pt x="1665796" y="692297"/>
                  <a:pt x="1667101" y="700656"/>
                  <a:pt x="1667698" y="709127"/>
                </a:cubicBezTo>
                <a:cubicBezTo>
                  <a:pt x="1668294" y="717598"/>
                  <a:pt x="1668171" y="726058"/>
                  <a:pt x="1667331" y="734508"/>
                </a:cubicBezTo>
                <a:cubicBezTo>
                  <a:pt x="1666360" y="745585"/>
                  <a:pt x="1664165" y="756413"/>
                  <a:pt x="1660745" y="766993"/>
                </a:cubicBezTo>
                <a:lnTo>
                  <a:pt x="1781181" y="779116"/>
                </a:lnTo>
                <a:cubicBezTo>
                  <a:pt x="1785342" y="779524"/>
                  <a:pt x="1789283" y="780682"/>
                  <a:pt x="1793004" y="782589"/>
                </a:cubicBezTo>
                <a:cubicBezTo>
                  <a:pt x="1796724" y="784496"/>
                  <a:pt x="1799965" y="787020"/>
                  <a:pt x="1802726" y="790159"/>
                </a:cubicBezTo>
                <a:cubicBezTo>
                  <a:pt x="1805487" y="793299"/>
                  <a:pt x="1807575" y="796835"/>
                  <a:pt x="1808990" y="800769"/>
                </a:cubicBezTo>
                <a:cubicBezTo>
                  <a:pt x="1810407" y="804703"/>
                  <a:pt x="1811052" y="808759"/>
                  <a:pt x="1810925" y="812938"/>
                </a:cubicBezTo>
                <a:close/>
                <a:moveTo>
                  <a:pt x="1517904" y="944546"/>
                </a:moveTo>
                <a:lnTo>
                  <a:pt x="810388" y="873330"/>
                </a:lnTo>
                <a:cubicBezTo>
                  <a:pt x="808030" y="872480"/>
                  <a:pt x="805605" y="871906"/>
                  <a:pt x="803117" y="871609"/>
                </a:cubicBezTo>
                <a:cubicBezTo>
                  <a:pt x="800627" y="871312"/>
                  <a:pt x="798136" y="871299"/>
                  <a:pt x="795644" y="871569"/>
                </a:cubicBezTo>
                <a:cubicBezTo>
                  <a:pt x="793152" y="871840"/>
                  <a:pt x="790722" y="872388"/>
                  <a:pt x="788355" y="873212"/>
                </a:cubicBezTo>
                <a:cubicBezTo>
                  <a:pt x="785988" y="874037"/>
                  <a:pt x="783743" y="875118"/>
                  <a:pt x="781622" y="876454"/>
                </a:cubicBezTo>
                <a:cubicBezTo>
                  <a:pt x="779501" y="877791"/>
                  <a:pt x="777557" y="879349"/>
                  <a:pt x="775793" y="881129"/>
                </a:cubicBezTo>
                <a:cubicBezTo>
                  <a:pt x="774027" y="882908"/>
                  <a:pt x="772485" y="884864"/>
                  <a:pt x="771164" y="886995"/>
                </a:cubicBezTo>
                <a:cubicBezTo>
                  <a:pt x="769844" y="889127"/>
                  <a:pt x="768781" y="891379"/>
                  <a:pt x="767975" y="893753"/>
                </a:cubicBezTo>
                <a:cubicBezTo>
                  <a:pt x="767169" y="896127"/>
                  <a:pt x="766640" y="898561"/>
                  <a:pt x="766390" y="901055"/>
                </a:cubicBezTo>
                <a:cubicBezTo>
                  <a:pt x="766139" y="903549"/>
                  <a:pt x="766172" y="906040"/>
                  <a:pt x="766488" y="908527"/>
                </a:cubicBezTo>
                <a:cubicBezTo>
                  <a:pt x="766804" y="911014"/>
                  <a:pt x="767398" y="913433"/>
                  <a:pt x="768266" y="915785"/>
                </a:cubicBezTo>
                <a:cubicBezTo>
                  <a:pt x="769134" y="918136"/>
                  <a:pt x="770257" y="920360"/>
                  <a:pt x="771632" y="922456"/>
                </a:cubicBezTo>
                <a:cubicBezTo>
                  <a:pt x="773009" y="924551"/>
                  <a:pt x="774602" y="926466"/>
                  <a:pt x="776413" y="928198"/>
                </a:cubicBezTo>
                <a:cubicBezTo>
                  <a:pt x="778225" y="929930"/>
                  <a:pt x="780210" y="931437"/>
                  <a:pt x="782365" y="932717"/>
                </a:cubicBezTo>
                <a:cubicBezTo>
                  <a:pt x="784521" y="933997"/>
                  <a:pt x="786792" y="935018"/>
                  <a:pt x="789181" y="935780"/>
                </a:cubicBezTo>
                <a:cubicBezTo>
                  <a:pt x="791569" y="936542"/>
                  <a:pt x="794012" y="937025"/>
                  <a:pt x="796511" y="937230"/>
                </a:cubicBezTo>
                <a:cubicBezTo>
                  <a:pt x="799010" y="937435"/>
                  <a:pt x="801500" y="937356"/>
                  <a:pt x="803980" y="936993"/>
                </a:cubicBezTo>
                <a:lnTo>
                  <a:pt x="1510182" y="1008077"/>
                </a:lnTo>
                <a:cubicBezTo>
                  <a:pt x="1513821" y="1007545"/>
                  <a:pt x="1517272" y="1006436"/>
                  <a:pt x="1520538" y="1004750"/>
                </a:cubicBezTo>
                <a:cubicBezTo>
                  <a:pt x="1523805" y="1003063"/>
                  <a:pt x="1526708" y="1000892"/>
                  <a:pt x="1529249" y="998235"/>
                </a:cubicBezTo>
                <a:cubicBezTo>
                  <a:pt x="1531789" y="995577"/>
                  <a:pt x="1533829" y="992579"/>
                  <a:pt x="1535367" y="989240"/>
                </a:cubicBezTo>
                <a:cubicBezTo>
                  <a:pt x="1536905" y="985901"/>
                  <a:pt x="1537857" y="982403"/>
                  <a:pt x="1538225" y="978745"/>
                </a:cubicBezTo>
                <a:cubicBezTo>
                  <a:pt x="1538593" y="975088"/>
                  <a:pt x="1538357" y="971470"/>
                  <a:pt x="1537515" y="967892"/>
                </a:cubicBezTo>
                <a:cubicBezTo>
                  <a:pt x="1536674" y="964313"/>
                  <a:pt x="1535272" y="960969"/>
                  <a:pt x="1533313" y="957859"/>
                </a:cubicBezTo>
                <a:cubicBezTo>
                  <a:pt x="1531353" y="954749"/>
                  <a:pt x="1528941" y="952042"/>
                  <a:pt x="1526076" y="949738"/>
                </a:cubicBezTo>
                <a:cubicBezTo>
                  <a:pt x="1523211" y="947435"/>
                  <a:pt x="1520050" y="945660"/>
                  <a:pt x="1516591" y="944414"/>
                </a:cubicBezTo>
                <a:lnTo>
                  <a:pt x="1517904" y="944546"/>
                </a:lnTo>
                <a:close/>
                <a:moveTo>
                  <a:pt x="628565" y="888177"/>
                </a:moveTo>
                <a:cubicBezTo>
                  <a:pt x="629003" y="883825"/>
                  <a:pt x="628591" y="879555"/>
                  <a:pt x="627331" y="875367"/>
                </a:cubicBezTo>
                <a:cubicBezTo>
                  <a:pt x="626070" y="871179"/>
                  <a:pt x="624056" y="867392"/>
                  <a:pt x="621289" y="864005"/>
                </a:cubicBezTo>
                <a:cubicBezTo>
                  <a:pt x="618522" y="860618"/>
                  <a:pt x="615212" y="857890"/>
                  <a:pt x="611358" y="855819"/>
                </a:cubicBezTo>
                <a:cubicBezTo>
                  <a:pt x="607506" y="853750"/>
                  <a:pt x="603403" y="852496"/>
                  <a:pt x="599052" y="852057"/>
                </a:cubicBezTo>
                <a:lnTo>
                  <a:pt x="557047" y="847829"/>
                </a:lnTo>
                <a:cubicBezTo>
                  <a:pt x="553410" y="848361"/>
                  <a:pt x="549959" y="849471"/>
                  <a:pt x="546692" y="851157"/>
                </a:cubicBezTo>
                <a:cubicBezTo>
                  <a:pt x="543424" y="852843"/>
                  <a:pt x="540522" y="855015"/>
                  <a:pt x="537981" y="857672"/>
                </a:cubicBezTo>
                <a:cubicBezTo>
                  <a:pt x="535440" y="860329"/>
                  <a:pt x="533402" y="863327"/>
                  <a:pt x="531864" y="866666"/>
                </a:cubicBezTo>
                <a:cubicBezTo>
                  <a:pt x="530326" y="870005"/>
                  <a:pt x="529374" y="873503"/>
                  <a:pt x="529005" y="877161"/>
                </a:cubicBezTo>
                <a:cubicBezTo>
                  <a:pt x="528638" y="880818"/>
                  <a:pt x="528873" y="884437"/>
                  <a:pt x="529715" y="888015"/>
                </a:cubicBezTo>
                <a:cubicBezTo>
                  <a:pt x="530557" y="891593"/>
                  <a:pt x="531957" y="894938"/>
                  <a:pt x="533918" y="898048"/>
                </a:cubicBezTo>
                <a:cubicBezTo>
                  <a:pt x="535877" y="901158"/>
                  <a:pt x="538290" y="903865"/>
                  <a:pt x="541155" y="906168"/>
                </a:cubicBezTo>
                <a:cubicBezTo>
                  <a:pt x="544020" y="908471"/>
                  <a:pt x="547181" y="910246"/>
                  <a:pt x="550639" y="911493"/>
                </a:cubicBezTo>
                <a:lnTo>
                  <a:pt x="591658" y="915622"/>
                </a:lnTo>
                <a:cubicBezTo>
                  <a:pt x="595854" y="915919"/>
                  <a:pt x="599954" y="915432"/>
                  <a:pt x="603963" y="914160"/>
                </a:cubicBezTo>
                <a:cubicBezTo>
                  <a:pt x="607971" y="912889"/>
                  <a:pt x="611603" y="910923"/>
                  <a:pt x="614860" y="908262"/>
                </a:cubicBezTo>
                <a:cubicBezTo>
                  <a:pt x="618116" y="905602"/>
                  <a:pt x="620767" y="902434"/>
                  <a:pt x="622812" y="898760"/>
                </a:cubicBezTo>
                <a:cubicBezTo>
                  <a:pt x="624856" y="895086"/>
                  <a:pt x="626151" y="891164"/>
                  <a:pt x="626695" y="886994"/>
                </a:cubicBezTo>
                <a:lnTo>
                  <a:pt x="628565" y="888177"/>
                </a:lnTo>
                <a:close/>
                <a:moveTo>
                  <a:pt x="373255" y="862478"/>
                </a:moveTo>
                <a:cubicBezTo>
                  <a:pt x="373693" y="858126"/>
                  <a:pt x="373283" y="853857"/>
                  <a:pt x="372021" y="849669"/>
                </a:cubicBezTo>
                <a:cubicBezTo>
                  <a:pt x="370760" y="845480"/>
                  <a:pt x="368746" y="841693"/>
                  <a:pt x="365979" y="838306"/>
                </a:cubicBezTo>
                <a:cubicBezTo>
                  <a:pt x="363212" y="834919"/>
                  <a:pt x="359902" y="832191"/>
                  <a:pt x="356050" y="830121"/>
                </a:cubicBezTo>
                <a:cubicBezTo>
                  <a:pt x="352196" y="828051"/>
                  <a:pt x="348093" y="826797"/>
                  <a:pt x="343742" y="826359"/>
                </a:cubicBezTo>
                <a:lnTo>
                  <a:pt x="301738" y="822131"/>
                </a:lnTo>
                <a:cubicBezTo>
                  <a:pt x="299379" y="821281"/>
                  <a:pt x="296956" y="820707"/>
                  <a:pt x="294466" y="820410"/>
                </a:cubicBezTo>
                <a:cubicBezTo>
                  <a:pt x="291978" y="820113"/>
                  <a:pt x="289486" y="820100"/>
                  <a:pt x="286993" y="820370"/>
                </a:cubicBezTo>
                <a:cubicBezTo>
                  <a:pt x="284502" y="820641"/>
                  <a:pt x="282073" y="821189"/>
                  <a:pt x="279705" y="822013"/>
                </a:cubicBezTo>
                <a:cubicBezTo>
                  <a:pt x="277338" y="822838"/>
                  <a:pt x="275093" y="823919"/>
                  <a:pt x="272972" y="825255"/>
                </a:cubicBezTo>
                <a:cubicBezTo>
                  <a:pt x="270852" y="826592"/>
                  <a:pt x="268908" y="828150"/>
                  <a:pt x="267142" y="829930"/>
                </a:cubicBezTo>
                <a:cubicBezTo>
                  <a:pt x="265376" y="831709"/>
                  <a:pt x="263834" y="833665"/>
                  <a:pt x="262514" y="835796"/>
                </a:cubicBezTo>
                <a:cubicBezTo>
                  <a:pt x="261195" y="837928"/>
                  <a:pt x="260131" y="840180"/>
                  <a:pt x="259325" y="842554"/>
                </a:cubicBezTo>
                <a:cubicBezTo>
                  <a:pt x="258519" y="844928"/>
                  <a:pt x="257990" y="847362"/>
                  <a:pt x="257739" y="849856"/>
                </a:cubicBezTo>
                <a:cubicBezTo>
                  <a:pt x="257488" y="852351"/>
                  <a:pt x="257522" y="854841"/>
                  <a:pt x="257839" y="857328"/>
                </a:cubicBezTo>
                <a:cubicBezTo>
                  <a:pt x="258155" y="859815"/>
                  <a:pt x="258749" y="862234"/>
                  <a:pt x="259617" y="864586"/>
                </a:cubicBezTo>
                <a:cubicBezTo>
                  <a:pt x="260485" y="866937"/>
                  <a:pt x="261607" y="869161"/>
                  <a:pt x="262982" y="871257"/>
                </a:cubicBezTo>
                <a:cubicBezTo>
                  <a:pt x="264358" y="873353"/>
                  <a:pt x="265951" y="875267"/>
                  <a:pt x="267764" y="876999"/>
                </a:cubicBezTo>
                <a:cubicBezTo>
                  <a:pt x="269576" y="878731"/>
                  <a:pt x="271560" y="880238"/>
                  <a:pt x="273715" y="881518"/>
                </a:cubicBezTo>
                <a:cubicBezTo>
                  <a:pt x="275870" y="882798"/>
                  <a:pt x="278143" y="883819"/>
                  <a:pt x="280530" y="884581"/>
                </a:cubicBezTo>
                <a:cubicBezTo>
                  <a:pt x="282919" y="885343"/>
                  <a:pt x="285362" y="885826"/>
                  <a:pt x="287861" y="886031"/>
                </a:cubicBezTo>
                <a:cubicBezTo>
                  <a:pt x="290359" y="886236"/>
                  <a:pt x="292849" y="886157"/>
                  <a:pt x="295329" y="885794"/>
                </a:cubicBezTo>
                <a:lnTo>
                  <a:pt x="336677" y="889956"/>
                </a:lnTo>
                <a:cubicBezTo>
                  <a:pt x="340847" y="890210"/>
                  <a:pt x="344918" y="889690"/>
                  <a:pt x="348890" y="888397"/>
                </a:cubicBezTo>
                <a:cubicBezTo>
                  <a:pt x="352862" y="887103"/>
                  <a:pt x="356459" y="885127"/>
                  <a:pt x="359680" y="882467"/>
                </a:cubicBezTo>
                <a:cubicBezTo>
                  <a:pt x="362902" y="879807"/>
                  <a:pt x="365523" y="876649"/>
                  <a:pt x="367543" y="872993"/>
                </a:cubicBezTo>
                <a:cubicBezTo>
                  <a:pt x="369565" y="869337"/>
                  <a:pt x="370846" y="865438"/>
                  <a:pt x="371385" y="861296"/>
                </a:cubicBezTo>
                <a:lnTo>
                  <a:pt x="373255" y="862478"/>
                </a:lnTo>
                <a:close/>
                <a:moveTo>
                  <a:pt x="1330441" y="1305228"/>
                </a:moveTo>
                <a:lnTo>
                  <a:pt x="1556872" y="1328020"/>
                </a:lnTo>
                <a:lnTo>
                  <a:pt x="1569028" y="1207257"/>
                </a:lnTo>
                <a:lnTo>
                  <a:pt x="1342597" y="1184465"/>
                </a:lnTo>
                <a:lnTo>
                  <a:pt x="1330441" y="1305228"/>
                </a:lnTo>
                <a:close/>
                <a:moveTo>
                  <a:pt x="186142" y="1190047"/>
                </a:moveTo>
                <a:lnTo>
                  <a:pt x="411589" y="1212740"/>
                </a:lnTo>
                <a:lnTo>
                  <a:pt x="423745" y="1091977"/>
                </a:lnTo>
                <a:lnTo>
                  <a:pt x="197314" y="1069185"/>
                </a:lnTo>
                <a:lnTo>
                  <a:pt x="186142" y="1190047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2595186" y="1469621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2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2"/>
                  <a:pt x="43101" y="37837"/>
                </a:cubicBezTo>
                <a:cubicBezTo>
                  <a:pt x="44948" y="35292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2502711" y="1813200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4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2501826" y="1627847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4" y="38991"/>
                  <a:pt x="7439" y="41254"/>
                  <a:pt x="9984" y="43101"/>
                </a:cubicBezTo>
                <a:cubicBezTo>
                  <a:pt x="12528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2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2476970" y="1325559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2320266" y="1769502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6" y="47702"/>
                  <a:pt x="24527" y="47821"/>
                  <a:pt x="27632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0"/>
                  <a:pt x="40382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20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2266651" y="1275184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2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2125834" y="1798221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6" y="47702"/>
                  <a:pt x="24527" y="47821"/>
                  <a:pt x="27632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2"/>
                  <a:pt x="46237" y="32491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4"/>
                  <a:pt x="6567" y="7439"/>
                  <a:pt x="4721" y="9983"/>
                </a:cubicBezTo>
                <a:cubicBezTo>
                  <a:pt x="2874" y="12529"/>
                  <a:pt x="1584" y="15329"/>
                  <a:pt x="852" y="18387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4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2072280" y="1303649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20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1987500" y="1543053"/>
            <a:ext cx="48400" cy="48353"/>
          </a:xfrm>
          <a:custGeom>
            <a:avLst/>
            <a:gdLst/>
            <a:rect l="0" t="0" r="48400" b="48353"/>
            <a:pathLst>
              <a:path w="48400" h="48353" fill="norm" stroke="0">
                <a:moveTo>
                  <a:pt x="18388" y="47423"/>
                </a:moveTo>
                <a:cubicBezTo>
                  <a:pt x="21486" y="48200"/>
                  <a:pt x="24614" y="48353"/>
                  <a:pt x="27772" y="47880"/>
                </a:cubicBezTo>
                <a:cubicBezTo>
                  <a:pt x="30931" y="47406"/>
                  <a:pt x="33877" y="46345"/>
                  <a:pt x="36612" y="44695"/>
                </a:cubicBezTo>
                <a:cubicBezTo>
                  <a:pt x="39346" y="43044"/>
                  <a:pt x="41658" y="40932"/>
                  <a:pt x="43548" y="38357"/>
                </a:cubicBezTo>
                <a:cubicBezTo>
                  <a:pt x="45438" y="35782"/>
                  <a:pt x="46760" y="32943"/>
                  <a:pt x="47516" y="29840"/>
                </a:cubicBezTo>
                <a:cubicBezTo>
                  <a:pt x="48271" y="26736"/>
                  <a:pt x="48400" y="23607"/>
                  <a:pt x="47905" y="20452"/>
                </a:cubicBezTo>
                <a:cubicBezTo>
                  <a:pt x="47409" y="17297"/>
                  <a:pt x="46326" y="14358"/>
                  <a:pt x="44656" y="11636"/>
                </a:cubicBezTo>
                <a:cubicBezTo>
                  <a:pt x="42986" y="8913"/>
                  <a:pt x="40856" y="6617"/>
                  <a:pt x="38268" y="4745"/>
                </a:cubicBezTo>
                <a:cubicBezTo>
                  <a:pt x="35680" y="2874"/>
                  <a:pt x="32832" y="1573"/>
                  <a:pt x="29723" y="839"/>
                </a:cubicBezTo>
                <a:cubicBezTo>
                  <a:pt x="26614" y="107"/>
                  <a:pt x="23484" y="0"/>
                  <a:pt x="20333" y="518"/>
                </a:cubicBezTo>
                <a:cubicBezTo>
                  <a:pt x="17181" y="1036"/>
                  <a:pt x="14250" y="2140"/>
                  <a:pt x="11540" y="3830"/>
                </a:cubicBezTo>
                <a:cubicBezTo>
                  <a:pt x="8830" y="5520"/>
                  <a:pt x="6549" y="7665"/>
                  <a:pt x="4696" y="10268"/>
                </a:cubicBezTo>
                <a:cubicBezTo>
                  <a:pt x="2844" y="12869"/>
                  <a:pt x="1562" y="15727"/>
                  <a:pt x="852" y="18841"/>
                </a:cubicBezTo>
                <a:cubicBezTo>
                  <a:pt x="119" y="21899"/>
                  <a:pt x="0" y="24980"/>
                  <a:pt x="493" y="28085"/>
                </a:cubicBezTo>
                <a:cubicBezTo>
                  <a:pt x="987" y="31190"/>
                  <a:pt x="2056" y="34083"/>
                  <a:pt x="3700" y="36764"/>
                </a:cubicBezTo>
                <a:cubicBezTo>
                  <a:pt x="5344" y="39443"/>
                  <a:pt x="7439" y="41707"/>
                  <a:pt x="9984" y="43554"/>
                </a:cubicBezTo>
                <a:cubicBezTo>
                  <a:pt x="12528" y="45401"/>
                  <a:pt x="15330" y="46690"/>
                  <a:pt x="18388" y="4742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915576" y="1747591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3"/>
                </a:moveTo>
                <a:cubicBezTo>
                  <a:pt x="26376" y="120"/>
                  <a:pt x="23295" y="0"/>
                  <a:pt x="20189" y="494"/>
                </a:cubicBezTo>
                <a:cubicBezTo>
                  <a:pt x="17084" y="988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20" y="21446"/>
                  <a:pt x="0" y="24527"/>
                  <a:pt x="494" y="27633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5"/>
                  <a:pt x="9984" y="43101"/>
                </a:cubicBezTo>
                <a:cubicBezTo>
                  <a:pt x="12529" y="44948"/>
                  <a:pt x="15330" y="46238"/>
                  <a:pt x="18388" y="46971"/>
                </a:cubicBezTo>
                <a:cubicBezTo>
                  <a:pt x="21446" y="47703"/>
                  <a:pt x="24527" y="47822"/>
                  <a:pt x="27632" y="47329"/>
                </a:cubicBezTo>
                <a:cubicBezTo>
                  <a:pt x="30738" y="46835"/>
                  <a:pt x="33631" y="45766"/>
                  <a:pt x="36311" y="44122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5"/>
                </a:cubicBezTo>
                <a:cubicBezTo>
                  <a:pt x="47702" y="26377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2" y="11512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1887524" y="1326648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20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1442964" y="753920"/>
            <a:ext cx="1653231" cy="1653109"/>
          </a:xfrm>
          <a:custGeom>
            <a:avLst/>
            <a:gdLst/>
            <a:rect l="0" t="0" r="1653231" b="1653109"/>
            <a:pathLst>
              <a:path w="1653231" h="1653109" fill="norm" stroke="0">
                <a:moveTo>
                  <a:pt x="1614661" y="668348"/>
                </a:moveTo>
                <a:cubicBezTo>
                  <a:pt x="1616418" y="669309"/>
                  <a:pt x="1618261" y="670057"/>
                  <a:pt x="1620190" y="670592"/>
                </a:cubicBezTo>
                <a:cubicBezTo>
                  <a:pt x="1622119" y="671128"/>
                  <a:pt x="1624084" y="671438"/>
                  <a:pt x="1626085" y="671520"/>
                </a:cubicBezTo>
                <a:cubicBezTo>
                  <a:pt x="1628086" y="671603"/>
                  <a:pt x="1630069" y="671457"/>
                  <a:pt x="1632036" y="671083"/>
                </a:cubicBezTo>
                <a:cubicBezTo>
                  <a:pt x="1634003" y="670709"/>
                  <a:pt x="1635902" y="670116"/>
                  <a:pt x="1637732" y="669303"/>
                </a:cubicBezTo>
                <a:cubicBezTo>
                  <a:pt x="1639562" y="668491"/>
                  <a:pt x="1641276" y="667482"/>
                  <a:pt x="1642873" y="666274"/>
                </a:cubicBezTo>
                <a:cubicBezTo>
                  <a:pt x="1644471" y="665067"/>
                  <a:pt x="1645910" y="663694"/>
                  <a:pt x="1647191" y="662155"/>
                </a:cubicBezTo>
                <a:cubicBezTo>
                  <a:pt x="1648472" y="660616"/>
                  <a:pt x="1649561" y="658952"/>
                  <a:pt x="1650458" y="657161"/>
                </a:cubicBezTo>
                <a:cubicBezTo>
                  <a:pt x="1651355" y="655372"/>
                  <a:pt x="1652037" y="653503"/>
                  <a:pt x="1652503" y="651556"/>
                </a:cubicBezTo>
                <a:cubicBezTo>
                  <a:pt x="1652970" y="649608"/>
                  <a:pt x="1653208" y="647634"/>
                  <a:pt x="1653219" y="645632"/>
                </a:cubicBezTo>
                <a:cubicBezTo>
                  <a:pt x="1653231" y="643630"/>
                  <a:pt x="1653014" y="641652"/>
                  <a:pt x="1652569" y="639700"/>
                </a:cubicBezTo>
                <a:cubicBezTo>
                  <a:pt x="1652125" y="637748"/>
                  <a:pt x="1651464" y="635872"/>
                  <a:pt x="1650586" y="634072"/>
                </a:cubicBezTo>
                <a:cubicBezTo>
                  <a:pt x="1649709" y="632272"/>
                  <a:pt x="1648639" y="630596"/>
                  <a:pt x="1647375" y="629042"/>
                </a:cubicBezTo>
                <a:cubicBezTo>
                  <a:pt x="1646112" y="627489"/>
                  <a:pt x="1644688" y="626100"/>
                  <a:pt x="1643104" y="624875"/>
                </a:cubicBezTo>
                <a:cubicBezTo>
                  <a:pt x="1641520" y="623650"/>
                  <a:pt x="1639818" y="622622"/>
                  <a:pt x="1637997" y="621789"/>
                </a:cubicBezTo>
                <a:cubicBezTo>
                  <a:pt x="1636176" y="620957"/>
                  <a:pt x="1634284" y="620342"/>
                  <a:pt x="1632321" y="619946"/>
                </a:cubicBezTo>
                <a:cubicBezTo>
                  <a:pt x="1630359" y="619550"/>
                  <a:pt x="1628376" y="619382"/>
                  <a:pt x="1626375" y="619442"/>
                </a:cubicBezTo>
                <a:lnTo>
                  <a:pt x="1483460" y="585212"/>
                </a:lnTo>
                <a:lnTo>
                  <a:pt x="1522971" y="420250"/>
                </a:lnTo>
                <a:cubicBezTo>
                  <a:pt x="1523776" y="416890"/>
                  <a:pt x="1523907" y="413503"/>
                  <a:pt x="1523365" y="410091"/>
                </a:cubicBezTo>
                <a:cubicBezTo>
                  <a:pt x="1522822" y="406679"/>
                  <a:pt x="1521648" y="403500"/>
                  <a:pt x="1519841" y="400555"/>
                </a:cubicBezTo>
                <a:cubicBezTo>
                  <a:pt x="1518034" y="397610"/>
                  <a:pt x="1515732" y="395122"/>
                  <a:pt x="1512936" y="393093"/>
                </a:cubicBezTo>
                <a:cubicBezTo>
                  <a:pt x="1510139" y="391064"/>
                  <a:pt x="1507061" y="389646"/>
                  <a:pt x="1503701" y="388841"/>
                </a:cubicBezTo>
                <a:lnTo>
                  <a:pt x="1339500" y="349512"/>
                </a:lnTo>
                <a:lnTo>
                  <a:pt x="1373549" y="207357"/>
                </a:lnTo>
                <a:cubicBezTo>
                  <a:pt x="1374702" y="205610"/>
                  <a:pt x="1375631" y="203750"/>
                  <a:pt x="1376336" y="201779"/>
                </a:cubicBezTo>
                <a:cubicBezTo>
                  <a:pt x="1377040" y="199808"/>
                  <a:pt x="1377501" y="197782"/>
                  <a:pt x="1377717" y="195699"/>
                </a:cubicBezTo>
                <a:cubicBezTo>
                  <a:pt x="1377934" y="193617"/>
                  <a:pt x="1377900" y="191539"/>
                  <a:pt x="1377615" y="189465"/>
                </a:cubicBezTo>
                <a:cubicBezTo>
                  <a:pt x="1377330" y="187391"/>
                  <a:pt x="1376803" y="185380"/>
                  <a:pt x="1376034" y="183433"/>
                </a:cubicBezTo>
                <a:cubicBezTo>
                  <a:pt x="1375265" y="181487"/>
                  <a:pt x="1374276" y="179659"/>
                  <a:pt x="1373066" y="177950"/>
                </a:cubicBezTo>
                <a:cubicBezTo>
                  <a:pt x="1371856" y="176241"/>
                  <a:pt x="1370461" y="174701"/>
                  <a:pt x="1368880" y="173329"/>
                </a:cubicBezTo>
                <a:cubicBezTo>
                  <a:pt x="1367299" y="171957"/>
                  <a:pt x="1365578" y="170792"/>
                  <a:pt x="1363716" y="169835"/>
                </a:cubicBezTo>
                <a:cubicBezTo>
                  <a:pt x="1361854" y="168877"/>
                  <a:pt x="1359906" y="168155"/>
                  <a:pt x="1357870" y="167667"/>
                </a:cubicBezTo>
                <a:cubicBezTo>
                  <a:pt x="1355834" y="167180"/>
                  <a:pt x="1353769" y="166941"/>
                  <a:pt x="1351676" y="166951"/>
                </a:cubicBezTo>
                <a:cubicBezTo>
                  <a:pt x="1349583" y="166961"/>
                  <a:pt x="1347520" y="167219"/>
                  <a:pt x="1345489" y="167726"/>
                </a:cubicBezTo>
                <a:cubicBezTo>
                  <a:pt x="1343458" y="168233"/>
                  <a:pt x="1341516" y="168974"/>
                  <a:pt x="1339664" y="169949"/>
                </a:cubicBezTo>
                <a:cubicBezTo>
                  <a:pt x="1337811" y="170924"/>
                  <a:pt x="1336101" y="172106"/>
                  <a:pt x="1334534" y="173493"/>
                </a:cubicBezTo>
                <a:cubicBezTo>
                  <a:pt x="1332966" y="174880"/>
                  <a:pt x="1331585" y="176434"/>
                  <a:pt x="1330392" y="178154"/>
                </a:cubicBezTo>
                <a:cubicBezTo>
                  <a:pt x="1329198" y="179874"/>
                  <a:pt x="1328227" y="181711"/>
                  <a:pt x="1327476" y="183666"/>
                </a:cubicBezTo>
                <a:cubicBezTo>
                  <a:pt x="1326726" y="185620"/>
                  <a:pt x="1326218" y="187635"/>
                  <a:pt x="1325953" y="189712"/>
                </a:cubicBezTo>
                <a:cubicBezTo>
                  <a:pt x="1325689" y="191788"/>
                  <a:pt x="1325674" y="193866"/>
                  <a:pt x="1325910" y="195947"/>
                </a:cubicBezTo>
                <a:lnTo>
                  <a:pt x="1291680" y="338862"/>
                </a:lnTo>
                <a:lnTo>
                  <a:pt x="1164982" y="308515"/>
                </a:lnTo>
                <a:lnTo>
                  <a:pt x="1199212" y="165600"/>
                </a:lnTo>
                <a:cubicBezTo>
                  <a:pt x="1200017" y="162240"/>
                  <a:pt x="1200148" y="158854"/>
                  <a:pt x="1199606" y="155441"/>
                </a:cubicBezTo>
                <a:cubicBezTo>
                  <a:pt x="1199064" y="152029"/>
                  <a:pt x="1197889" y="148850"/>
                  <a:pt x="1196082" y="145905"/>
                </a:cubicBezTo>
                <a:cubicBezTo>
                  <a:pt x="1194275" y="142959"/>
                  <a:pt x="1191974" y="140472"/>
                  <a:pt x="1189177" y="138443"/>
                </a:cubicBezTo>
                <a:cubicBezTo>
                  <a:pt x="1186381" y="136413"/>
                  <a:pt x="1183302" y="134996"/>
                  <a:pt x="1179942" y="134191"/>
                </a:cubicBezTo>
                <a:cubicBezTo>
                  <a:pt x="1176582" y="133386"/>
                  <a:pt x="1173195" y="133255"/>
                  <a:pt x="1169783" y="133797"/>
                </a:cubicBezTo>
                <a:cubicBezTo>
                  <a:pt x="1166371" y="134340"/>
                  <a:pt x="1163192" y="135514"/>
                  <a:pt x="1160247" y="137321"/>
                </a:cubicBezTo>
                <a:cubicBezTo>
                  <a:pt x="1157301" y="139128"/>
                  <a:pt x="1154814" y="141430"/>
                  <a:pt x="1152785" y="144227"/>
                </a:cubicBezTo>
                <a:cubicBezTo>
                  <a:pt x="1150755" y="147023"/>
                  <a:pt x="1149338" y="150102"/>
                  <a:pt x="1148533" y="153462"/>
                </a:cubicBezTo>
                <a:lnTo>
                  <a:pt x="1114302" y="296377"/>
                </a:lnTo>
                <a:lnTo>
                  <a:pt x="987604" y="266030"/>
                </a:lnTo>
                <a:lnTo>
                  <a:pt x="1021835" y="123115"/>
                </a:lnTo>
                <a:cubicBezTo>
                  <a:pt x="1022640" y="119755"/>
                  <a:pt x="1022771" y="116368"/>
                  <a:pt x="1022229" y="112956"/>
                </a:cubicBezTo>
                <a:cubicBezTo>
                  <a:pt x="1021687" y="109544"/>
                  <a:pt x="1020512" y="106365"/>
                  <a:pt x="1018705" y="103419"/>
                </a:cubicBezTo>
                <a:cubicBezTo>
                  <a:pt x="1016898" y="100474"/>
                  <a:pt x="1014596" y="97987"/>
                  <a:pt x="1011800" y="95958"/>
                </a:cubicBezTo>
                <a:cubicBezTo>
                  <a:pt x="1009003" y="93928"/>
                  <a:pt x="1005925" y="92511"/>
                  <a:pt x="1002565" y="91706"/>
                </a:cubicBezTo>
                <a:cubicBezTo>
                  <a:pt x="999205" y="90901"/>
                  <a:pt x="995818" y="90770"/>
                  <a:pt x="992406" y="91312"/>
                </a:cubicBezTo>
                <a:cubicBezTo>
                  <a:pt x="988993" y="91855"/>
                  <a:pt x="985815" y="93029"/>
                  <a:pt x="982869" y="94836"/>
                </a:cubicBezTo>
                <a:cubicBezTo>
                  <a:pt x="979924" y="96643"/>
                  <a:pt x="977437" y="98945"/>
                  <a:pt x="975407" y="101741"/>
                </a:cubicBezTo>
                <a:cubicBezTo>
                  <a:pt x="973378" y="104538"/>
                  <a:pt x="971961" y="107616"/>
                  <a:pt x="971156" y="110976"/>
                </a:cubicBezTo>
                <a:lnTo>
                  <a:pt x="936925" y="253891"/>
                </a:lnTo>
                <a:lnTo>
                  <a:pt x="810227" y="223545"/>
                </a:lnTo>
                <a:lnTo>
                  <a:pt x="844458" y="80630"/>
                </a:lnTo>
                <a:cubicBezTo>
                  <a:pt x="845419" y="78873"/>
                  <a:pt x="846167" y="77030"/>
                  <a:pt x="846703" y="75101"/>
                </a:cubicBezTo>
                <a:cubicBezTo>
                  <a:pt x="847238" y="73172"/>
                  <a:pt x="847548" y="71207"/>
                  <a:pt x="847631" y="69206"/>
                </a:cubicBezTo>
                <a:cubicBezTo>
                  <a:pt x="847714" y="67205"/>
                  <a:pt x="847568" y="65222"/>
                  <a:pt x="847193" y="63255"/>
                </a:cubicBezTo>
                <a:cubicBezTo>
                  <a:pt x="846819" y="61288"/>
                  <a:pt x="846226" y="59389"/>
                  <a:pt x="845414" y="57559"/>
                </a:cubicBezTo>
                <a:cubicBezTo>
                  <a:pt x="844601" y="55729"/>
                  <a:pt x="843592" y="54015"/>
                  <a:pt x="842385" y="52418"/>
                </a:cubicBezTo>
                <a:cubicBezTo>
                  <a:pt x="841177" y="50820"/>
                  <a:pt x="839804" y="49381"/>
                  <a:pt x="838265" y="48100"/>
                </a:cubicBezTo>
                <a:cubicBezTo>
                  <a:pt x="836727" y="46820"/>
                  <a:pt x="835062" y="45731"/>
                  <a:pt x="833272" y="44833"/>
                </a:cubicBezTo>
                <a:cubicBezTo>
                  <a:pt x="831482" y="43936"/>
                  <a:pt x="829613" y="43255"/>
                  <a:pt x="827666" y="42788"/>
                </a:cubicBezTo>
                <a:cubicBezTo>
                  <a:pt x="825719" y="42321"/>
                  <a:pt x="823744" y="42083"/>
                  <a:pt x="821742" y="42072"/>
                </a:cubicBezTo>
                <a:cubicBezTo>
                  <a:pt x="819740" y="42060"/>
                  <a:pt x="817762" y="42277"/>
                  <a:pt x="815810" y="42722"/>
                </a:cubicBezTo>
                <a:cubicBezTo>
                  <a:pt x="813858" y="43166"/>
                  <a:pt x="811982" y="43828"/>
                  <a:pt x="810182" y="44705"/>
                </a:cubicBezTo>
                <a:cubicBezTo>
                  <a:pt x="808382" y="45582"/>
                  <a:pt x="806706" y="46652"/>
                  <a:pt x="805152" y="47916"/>
                </a:cubicBezTo>
                <a:cubicBezTo>
                  <a:pt x="803599" y="49179"/>
                  <a:pt x="802210" y="50603"/>
                  <a:pt x="800985" y="52188"/>
                </a:cubicBezTo>
                <a:cubicBezTo>
                  <a:pt x="799760" y="53771"/>
                  <a:pt x="798732" y="55473"/>
                  <a:pt x="797899" y="57294"/>
                </a:cubicBezTo>
                <a:cubicBezTo>
                  <a:pt x="797067" y="59116"/>
                  <a:pt x="796452" y="61007"/>
                  <a:pt x="796056" y="62970"/>
                </a:cubicBezTo>
                <a:cubicBezTo>
                  <a:pt x="795660" y="64932"/>
                  <a:pt x="795492" y="66915"/>
                  <a:pt x="795553" y="68916"/>
                </a:cubicBezTo>
                <a:lnTo>
                  <a:pt x="761321" y="211831"/>
                </a:lnTo>
                <a:lnTo>
                  <a:pt x="634623" y="181485"/>
                </a:lnTo>
                <a:lnTo>
                  <a:pt x="668854" y="38570"/>
                </a:lnTo>
                <a:cubicBezTo>
                  <a:pt x="669815" y="36812"/>
                  <a:pt x="670563" y="34970"/>
                  <a:pt x="671099" y="33041"/>
                </a:cubicBezTo>
                <a:cubicBezTo>
                  <a:pt x="671635" y="31111"/>
                  <a:pt x="671944" y="29146"/>
                  <a:pt x="672027" y="27146"/>
                </a:cubicBezTo>
                <a:cubicBezTo>
                  <a:pt x="672110" y="25145"/>
                  <a:pt x="671965" y="23161"/>
                  <a:pt x="671590" y="21195"/>
                </a:cubicBezTo>
                <a:cubicBezTo>
                  <a:pt x="671216" y="19228"/>
                  <a:pt x="670622" y="17329"/>
                  <a:pt x="669810" y="15499"/>
                </a:cubicBezTo>
                <a:cubicBezTo>
                  <a:pt x="668998" y="13669"/>
                  <a:pt x="667988" y="11955"/>
                  <a:pt x="666781" y="10358"/>
                </a:cubicBezTo>
                <a:cubicBezTo>
                  <a:pt x="665574" y="8760"/>
                  <a:pt x="664201" y="7320"/>
                  <a:pt x="662662" y="6040"/>
                </a:cubicBezTo>
                <a:cubicBezTo>
                  <a:pt x="661123" y="4759"/>
                  <a:pt x="659458" y="3670"/>
                  <a:pt x="657668" y="2773"/>
                </a:cubicBezTo>
                <a:cubicBezTo>
                  <a:pt x="655878" y="1876"/>
                  <a:pt x="654010" y="1194"/>
                  <a:pt x="652063" y="728"/>
                </a:cubicBezTo>
                <a:cubicBezTo>
                  <a:pt x="650115" y="261"/>
                  <a:pt x="648141" y="22"/>
                  <a:pt x="646138" y="12"/>
                </a:cubicBezTo>
                <a:cubicBezTo>
                  <a:pt x="644136" y="0"/>
                  <a:pt x="642159" y="217"/>
                  <a:pt x="640207" y="661"/>
                </a:cubicBezTo>
                <a:cubicBezTo>
                  <a:pt x="638254" y="1106"/>
                  <a:pt x="636378" y="1767"/>
                  <a:pt x="634578" y="2644"/>
                </a:cubicBezTo>
                <a:cubicBezTo>
                  <a:pt x="632779" y="3521"/>
                  <a:pt x="631102" y="4592"/>
                  <a:pt x="629549" y="5855"/>
                </a:cubicBezTo>
                <a:cubicBezTo>
                  <a:pt x="627996" y="7119"/>
                  <a:pt x="626607" y="8543"/>
                  <a:pt x="625382" y="10127"/>
                </a:cubicBezTo>
                <a:cubicBezTo>
                  <a:pt x="624157" y="11711"/>
                  <a:pt x="623128" y="13413"/>
                  <a:pt x="622296" y="15234"/>
                </a:cubicBezTo>
                <a:cubicBezTo>
                  <a:pt x="621463" y="17055"/>
                  <a:pt x="620849" y="18947"/>
                  <a:pt x="620453" y="20910"/>
                </a:cubicBezTo>
                <a:cubicBezTo>
                  <a:pt x="620056" y="22872"/>
                  <a:pt x="619888" y="24854"/>
                  <a:pt x="619949" y="26856"/>
                </a:cubicBezTo>
                <a:lnTo>
                  <a:pt x="585718" y="169771"/>
                </a:lnTo>
                <a:lnTo>
                  <a:pt x="420250" y="130139"/>
                </a:lnTo>
                <a:cubicBezTo>
                  <a:pt x="416890" y="129333"/>
                  <a:pt x="413504" y="129202"/>
                  <a:pt x="410091" y="129745"/>
                </a:cubicBezTo>
                <a:cubicBezTo>
                  <a:pt x="406679" y="130287"/>
                  <a:pt x="403500" y="131462"/>
                  <a:pt x="400555" y="133269"/>
                </a:cubicBezTo>
                <a:cubicBezTo>
                  <a:pt x="397610" y="135075"/>
                  <a:pt x="395122" y="137377"/>
                  <a:pt x="393093" y="140174"/>
                </a:cubicBezTo>
                <a:cubicBezTo>
                  <a:pt x="391063" y="142970"/>
                  <a:pt x="389646" y="146048"/>
                  <a:pt x="388841" y="149409"/>
                </a:cubicBezTo>
                <a:lnTo>
                  <a:pt x="349330" y="314369"/>
                </a:lnTo>
                <a:lnTo>
                  <a:pt x="207175" y="280321"/>
                </a:lnTo>
                <a:cubicBezTo>
                  <a:pt x="205418" y="279360"/>
                  <a:pt x="203575" y="278612"/>
                  <a:pt x="201646" y="278076"/>
                </a:cubicBezTo>
                <a:cubicBezTo>
                  <a:pt x="199717" y="277540"/>
                  <a:pt x="197752" y="277230"/>
                  <a:pt x="195751" y="277147"/>
                </a:cubicBezTo>
                <a:cubicBezTo>
                  <a:pt x="193751" y="277064"/>
                  <a:pt x="191767" y="277210"/>
                  <a:pt x="189800" y="277585"/>
                </a:cubicBezTo>
                <a:cubicBezTo>
                  <a:pt x="187833" y="277960"/>
                  <a:pt x="185934" y="278553"/>
                  <a:pt x="184104" y="279365"/>
                </a:cubicBezTo>
                <a:cubicBezTo>
                  <a:pt x="182274" y="280177"/>
                  <a:pt x="180560" y="281187"/>
                  <a:pt x="178963" y="282394"/>
                </a:cubicBezTo>
                <a:cubicBezTo>
                  <a:pt x="177366" y="283601"/>
                  <a:pt x="175926" y="284974"/>
                  <a:pt x="174646" y="286513"/>
                </a:cubicBezTo>
                <a:cubicBezTo>
                  <a:pt x="173365" y="288052"/>
                  <a:pt x="172276" y="289716"/>
                  <a:pt x="171378" y="291506"/>
                </a:cubicBezTo>
                <a:cubicBezTo>
                  <a:pt x="170481" y="293297"/>
                  <a:pt x="169800" y="295165"/>
                  <a:pt x="169333" y="297112"/>
                </a:cubicBezTo>
                <a:cubicBezTo>
                  <a:pt x="168867" y="299059"/>
                  <a:pt x="168628" y="301034"/>
                  <a:pt x="168617" y="303037"/>
                </a:cubicBezTo>
                <a:cubicBezTo>
                  <a:pt x="168606" y="305039"/>
                  <a:pt x="168822" y="307016"/>
                  <a:pt x="169267" y="308968"/>
                </a:cubicBezTo>
                <a:cubicBezTo>
                  <a:pt x="169712" y="310921"/>
                  <a:pt x="170373" y="312796"/>
                  <a:pt x="171250" y="314596"/>
                </a:cubicBezTo>
                <a:cubicBezTo>
                  <a:pt x="172127" y="316396"/>
                  <a:pt x="173197" y="318073"/>
                  <a:pt x="174461" y="319626"/>
                </a:cubicBezTo>
                <a:cubicBezTo>
                  <a:pt x="175725" y="321179"/>
                  <a:pt x="177148" y="322568"/>
                  <a:pt x="178732" y="323793"/>
                </a:cubicBezTo>
                <a:cubicBezTo>
                  <a:pt x="180316" y="325018"/>
                  <a:pt x="182019" y="326047"/>
                  <a:pt x="183840" y="326879"/>
                </a:cubicBezTo>
                <a:cubicBezTo>
                  <a:pt x="185661" y="327712"/>
                  <a:pt x="187552" y="328326"/>
                  <a:pt x="189515" y="328723"/>
                </a:cubicBezTo>
                <a:cubicBezTo>
                  <a:pt x="191478" y="329119"/>
                  <a:pt x="193460" y="329287"/>
                  <a:pt x="195461" y="329226"/>
                </a:cubicBezTo>
                <a:lnTo>
                  <a:pt x="338377" y="363457"/>
                </a:lnTo>
                <a:lnTo>
                  <a:pt x="308030" y="490155"/>
                </a:lnTo>
                <a:lnTo>
                  <a:pt x="165115" y="455924"/>
                </a:lnTo>
                <a:cubicBezTo>
                  <a:pt x="163358" y="454921"/>
                  <a:pt x="161510" y="454134"/>
                  <a:pt x="159570" y="453561"/>
                </a:cubicBezTo>
                <a:cubicBezTo>
                  <a:pt x="157631" y="452988"/>
                  <a:pt x="155651" y="452646"/>
                  <a:pt x="153631" y="452534"/>
                </a:cubicBezTo>
                <a:cubicBezTo>
                  <a:pt x="151612" y="452423"/>
                  <a:pt x="149607" y="452544"/>
                  <a:pt x="147616" y="452899"/>
                </a:cubicBezTo>
                <a:cubicBezTo>
                  <a:pt x="145624" y="453255"/>
                  <a:pt x="143701" y="453834"/>
                  <a:pt x="141845" y="454637"/>
                </a:cubicBezTo>
                <a:cubicBezTo>
                  <a:pt x="139988" y="455440"/>
                  <a:pt x="138249" y="456447"/>
                  <a:pt x="136627" y="457655"/>
                </a:cubicBezTo>
                <a:cubicBezTo>
                  <a:pt x="135005" y="458863"/>
                  <a:pt x="133544" y="460242"/>
                  <a:pt x="132243" y="461790"/>
                </a:cubicBezTo>
                <a:cubicBezTo>
                  <a:pt x="130942" y="463338"/>
                  <a:pt x="129836" y="465016"/>
                  <a:pt x="128926" y="466822"/>
                </a:cubicBezTo>
                <a:cubicBezTo>
                  <a:pt x="128015" y="468628"/>
                  <a:pt x="127324" y="470515"/>
                  <a:pt x="126853" y="472481"/>
                </a:cubicBezTo>
                <a:cubicBezTo>
                  <a:pt x="126382" y="474449"/>
                  <a:pt x="126143" y="476443"/>
                  <a:pt x="126137" y="478465"/>
                </a:cubicBezTo>
                <a:cubicBezTo>
                  <a:pt x="126130" y="480489"/>
                  <a:pt x="126356" y="482485"/>
                  <a:pt x="126814" y="484454"/>
                </a:cubicBezTo>
                <a:cubicBezTo>
                  <a:pt x="127272" y="486425"/>
                  <a:pt x="127951" y="488315"/>
                  <a:pt x="128849" y="490127"/>
                </a:cubicBezTo>
                <a:cubicBezTo>
                  <a:pt x="129748" y="491939"/>
                  <a:pt x="130843" y="493623"/>
                  <a:pt x="132134" y="495181"/>
                </a:cubicBezTo>
                <a:cubicBezTo>
                  <a:pt x="133425" y="496738"/>
                  <a:pt x="134877" y="498125"/>
                  <a:pt x="136491" y="499345"/>
                </a:cubicBezTo>
                <a:cubicBezTo>
                  <a:pt x="138105" y="500563"/>
                  <a:pt x="139838" y="501580"/>
                  <a:pt x="141689" y="502396"/>
                </a:cubicBezTo>
                <a:cubicBezTo>
                  <a:pt x="143539" y="503211"/>
                  <a:pt x="145459" y="503803"/>
                  <a:pt x="147448" y="504172"/>
                </a:cubicBezTo>
                <a:cubicBezTo>
                  <a:pt x="149437" y="504540"/>
                  <a:pt x="151441" y="504675"/>
                  <a:pt x="153461" y="504576"/>
                </a:cubicBezTo>
                <a:lnTo>
                  <a:pt x="296377" y="538807"/>
                </a:lnTo>
                <a:lnTo>
                  <a:pt x="266030" y="665505"/>
                </a:lnTo>
                <a:lnTo>
                  <a:pt x="123115" y="631274"/>
                </a:lnTo>
                <a:cubicBezTo>
                  <a:pt x="119755" y="630469"/>
                  <a:pt x="116368" y="630338"/>
                  <a:pt x="112956" y="630880"/>
                </a:cubicBezTo>
                <a:cubicBezTo>
                  <a:pt x="109543" y="631423"/>
                  <a:pt x="106365" y="632597"/>
                  <a:pt x="103419" y="634405"/>
                </a:cubicBezTo>
                <a:cubicBezTo>
                  <a:pt x="100474" y="636212"/>
                  <a:pt x="97987" y="638513"/>
                  <a:pt x="95957" y="641310"/>
                </a:cubicBezTo>
                <a:cubicBezTo>
                  <a:pt x="93928" y="644106"/>
                  <a:pt x="92511" y="647185"/>
                  <a:pt x="91706" y="650545"/>
                </a:cubicBezTo>
                <a:cubicBezTo>
                  <a:pt x="90901" y="653905"/>
                  <a:pt x="90770" y="657291"/>
                  <a:pt x="91312" y="660703"/>
                </a:cubicBezTo>
                <a:cubicBezTo>
                  <a:pt x="91854" y="664116"/>
                  <a:pt x="93029" y="667295"/>
                  <a:pt x="94836" y="670240"/>
                </a:cubicBezTo>
                <a:cubicBezTo>
                  <a:pt x="96643" y="673185"/>
                  <a:pt x="98945" y="675673"/>
                  <a:pt x="101741" y="677702"/>
                </a:cubicBezTo>
                <a:cubicBezTo>
                  <a:pt x="104538" y="679731"/>
                  <a:pt x="107616" y="681148"/>
                  <a:pt x="110976" y="681954"/>
                </a:cubicBezTo>
                <a:lnTo>
                  <a:pt x="253892" y="716184"/>
                </a:lnTo>
                <a:lnTo>
                  <a:pt x="223545" y="842883"/>
                </a:lnTo>
                <a:lnTo>
                  <a:pt x="80630" y="808651"/>
                </a:lnTo>
                <a:cubicBezTo>
                  <a:pt x="78873" y="807691"/>
                  <a:pt x="77030" y="806942"/>
                  <a:pt x="75101" y="806407"/>
                </a:cubicBezTo>
                <a:cubicBezTo>
                  <a:pt x="73171" y="805871"/>
                  <a:pt x="71207" y="805562"/>
                  <a:pt x="69206" y="805479"/>
                </a:cubicBezTo>
                <a:cubicBezTo>
                  <a:pt x="67205" y="805396"/>
                  <a:pt x="65222" y="805542"/>
                  <a:pt x="63255" y="805916"/>
                </a:cubicBezTo>
                <a:cubicBezTo>
                  <a:pt x="61288" y="806290"/>
                  <a:pt x="59389" y="806883"/>
                  <a:pt x="57559" y="807696"/>
                </a:cubicBezTo>
                <a:cubicBezTo>
                  <a:pt x="55729" y="808508"/>
                  <a:pt x="54015" y="809517"/>
                  <a:pt x="52418" y="810725"/>
                </a:cubicBezTo>
                <a:cubicBezTo>
                  <a:pt x="50820" y="811932"/>
                  <a:pt x="49381" y="813305"/>
                  <a:pt x="48100" y="814844"/>
                </a:cubicBezTo>
                <a:cubicBezTo>
                  <a:pt x="46819" y="816383"/>
                  <a:pt x="45730" y="818048"/>
                  <a:pt x="44833" y="819838"/>
                </a:cubicBezTo>
                <a:cubicBezTo>
                  <a:pt x="43936" y="821627"/>
                  <a:pt x="43254" y="823496"/>
                  <a:pt x="42788" y="825443"/>
                </a:cubicBezTo>
                <a:cubicBezTo>
                  <a:pt x="42321" y="827391"/>
                  <a:pt x="42083" y="829365"/>
                  <a:pt x="42072" y="831367"/>
                </a:cubicBezTo>
                <a:cubicBezTo>
                  <a:pt x="42060" y="833369"/>
                  <a:pt x="42277" y="835347"/>
                  <a:pt x="42722" y="837299"/>
                </a:cubicBezTo>
                <a:cubicBezTo>
                  <a:pt x="43166" y="839251"/>
                  <a:pt x="43827" y="841128"/>
                  <a:pt x="44705" y="842928"/>
                </a:cubicBezTo>
                <a:cubicBezTo>
                  <a:pt x="45582" y="844728"/>
                  <a:pt x="46652" y="846404"/>
                  <a:pt x="47916" y="847957"/>
                </a:cubicBezTo>
                <a:cubicBezTo>
                  <a:pt x="49179" y="849510"/>
                  <a:pt x="50603" y="850899"/>
                  <a:pt x="52187" y="852124"/>
                </a:cubicBezTo>
                <a:cubicBezTo>
                  <a:pt x="53771" y="853349"/>
                  <a:pt x="55473" y="854377"/>
                  <a:pt x="57294" y="855210"/>
                </a:cubicBezTo>
                <a:cubicBezTo>
                  <a:pt x="59115" y="856042"/>
                  <a:pt x="61007" y="856657"/>
                  <a:pt x="62970" y="857053"/>
                </a:cubicBezTo>
                <a:cubicBezTo>
                  <a:pt x="64932" y="857450"/>
                  <a:pt x="66915" y="857617"/>
                  <a:pt x="68916" y="857557"/>
                </a:cubicBezTo>
                <a:lnTo>
                  <a:pt x="211831" y="891788"/>
                </a:lnTo>
                <a:lnTo>
                  <a:pt x="181485" y="1018486"/>
                </a:lnTo>
                <a:lnTo>
                  <a:pt x="38569" y="984255"/>
                </a:lnTo>
                <a:cubicBezTo>
                  <a:pt x="36812" y="983294"/>
                  <a:pt x="34970" y="982546"/>
                  <a:pt x="33040" y="982010"/>
                </a:cubicBezTo>
                <a:cubicBezTo>
                  <a:pt x="31111" y="981474"/>
                  <a:pt x="29146" y="981165"/>
                  <a:pt x="27146" y="981082"/>
                </a:cubicBezTo>
                <a:cubicBezTo>
                  <a:pt x="25145" y="980999"/>
                  <a:pt x="23161" y="981145"/>
                  <a:pt x="21194" y="981519"/>
                </a:cubicBezTo>
                <a:cubicBezTo>
                  <a:pt x="19227" y="981894"/>
                  <a:pt x="17329" y="982487"/>
                  <a:pt x="15499" y="983299"/>
                </a:cubicBezTo>
                <a:cubicBezTo>
                  <a:pt x="13669" y="984111"/>
                  <a:pt x="11955" y="985120"/>
                  <a:pt x="10357" y="986328"/>
                </a:cubicBezTo>
                <a:cubicBezTo>
                  <a:pt x="8760" y="987535"/>
                  <a:pt x="7321" y="988909"/>
                  <a:pt x="6040" y="990447"/>
                </a:cubicBezTo>
                <a:cubicBezTo>
                  <a:pt x="4759" y="991986"/>
                  <a:pt x="3670" y="993651"/>
                  <a:pt x="2773" y="995441"/>
                </a:cubicBezTo>
                <a:cubicBezTo>
                  <a:pt x="1876" y="997231"/>
                  <a:pt x="1194" y="999099"/>
                  <a:pt x="727" y="1001047"/>
                </a:cubicBezTo>
                <a:cubicBezTo>
                  <a:pt x="261" y="1002994"/>
                  <a:pt x="22" y="1004969"/>
                  <a:pt x="11" y="1006970"/>
                </a:cubicBezTo>
                <a:cubicBezTo>
                  <a:pt x="0" y="1008973"/>
                  <a:pt x="217" y="1010950"/>
                  <a:pt x="661" y="1012903"/>
                </a:cubicBezTo>
                <a:cubicBezTo>
                  <a:pt x="1106" y="1014854"/>
                  <a:pt x="1767" y="1016731"/>
                  <a:pt x="2644" y="1018531"/>
                </a:cubicBezTo>
                <a:cubicBezTo>
                  <a:pt x="3521" y="1020331"/>
                  <a:pt x="4592" y="1022007"/>
                  <a:pt x="5855" y="1023560"/>
                </a:cubicBezTo>
                <a:cubicBezTo>
                  <a:pt x="7119" y="1025113"/>
                  <a:pt x="8543" y="1026502"/>
                  <a:pt x="10127" y="1027727"/>
                </a:cubicBezTo>
                <a:cubicBezTo>
                  <a:pt x="11711" y="1028952"/>
                  <a:pt x="13413" y="1029981"/>
                  <a:pt x="15234" y="1030814"/>
                </a:cubicBezTo>
                <a:cubicBezTo>
                  <a:pt x="17055" y="1031646"/>
                  <a:pt x="18947" y="1032260"/>
                  <a:pt x="20909" y="1032656"/>
                </a:cubicBezTo>
                <a:cubicBezTo>
                  <a:pt x="22872" y="1033053"/>
                  <a:pt x="24854" y="1033221"/>
                  <a:pt x="26855" y="1033160"/>
                </a:cubicBezTo>
                <a:lnTo>
                  <a:pt x="169771" y="1067391"/>
                </a:lnTo>
                <a:lnTo>
                  <a:pt x="130260" y="1232353"/>
                </a:lnTo>
                <a:cubicBezTo>
                  <a:pt x="129455" y="1235712"/>
                  <a:pt x="129324" y="1239099"/>
                  <a:pt x="129866" y="1242511"/>
                </a:cubicBezTo>
                <a:cubicBezTo>
                  <a:pt x="130408" y="1245924"/>
                  <a:pt x="131583" y="1249103"/>
                  <a:pt x="133390" y="1252048"/>
                </a:cubicBezTo>
                <a:cubicBezTo>
                  <a:pt x="135197" y="1254993"/>
                  <a:pt x="137498" y="1257480"/>
                  <a:pt x="140295" y="1259509"/>
                </a:cubicBezTo>
                <a:cubicBezTo>
                  <a:pt x="143091" y="1261539"/>
                  <a:pt x="146170" y="1262956"/>
                  <a:pt x="149530" y="1263762"/>
                </a:cubicBezTo>
                <a:lnTo>
                  <a:pt x="314491" y="1303272"/>
                </a:lnTo>
                <a:lnTo>
                  <a:pt x="280321" y="1445934"/>
                </a:lnTo>
                <a:cubicBezTo>
                  <a:pt x="279360" y="1447691"/>
                  <a:pt x="278612" y="1449534"/>
                  <a:pt x="278076" y="1451463"/>
                </a:cubicBezTo>
                <a:cubicBezTo>
                  <a:pt x="277540" y="1453393"/>
                  <a:pt x="277230" y="1455358"/>
                  <a:pt x="277148" y="1457358"/>
                </a:cubicBezTo>
                <a:cubicBezTo>
                  <a:pt x="277065" y="1459359"/>
                  <a:pt x="277211" y="1461343"/>
                  <a:pt x="277585" y="1463309"/>
                </a:cubicBezTo>
                <a:cubicBezTo>
                  <a:pt x="277959" y="1465276"/>
                  <a:pt x="278553" y="1467175"/>
                  <a:pt x="279365" y="1469005"/>
                </a:cubicBezTo>
                <a:cubicBezTo>
                  <a:pt x="280177" y="1470835"/>
                  <a:pt x="281186" y="1472549"/>
                  <a:pt x="282394" y="1474146"/>
                </a:cubicBezTo>
                <a:cubicBezTo>
                  <a:pt x="283601" y="1475744"/>
                  <a:pt x="284974" y="1477183"/>
                  <a:pt x="286513" y="1478464"/>
                </a:cubicBezTo>
                <a:cubicBezTo>
                  <a:pt x="288052" y="1479745"/>
                  <a:pt x="289716" y="1480834"/>
                  <a:pt x="291506" y="1481730"/>
                </a:cubicBezTo>
                <a:cubicBezTo>
                  <a:pt x="293297" y="1482628"/>
                  <a:pt x="295165" y="1483309"/>
                  <a:pt x="297112" y="1483776"/>
                </a:cubicBezTo>
                <a:cubicBezTo>
                  <a:pt x="299059" y="1484243"/>
                  <a:pt x="301034" y="1484481"/>
                  <a:pt x="303036" y="1484492"/>
                </a:cubicBezTo>
                <a:cubicBezTo>
                  <a:pt x="305039" y="1484503"/>
                  <a:pt x="307016" y="1484287"/>
                  <a:pt x="308968" y="1483842"/>
                </a:cubicBezTo>
                <a:cubicBezTo>
                  <a:pt x="310920" y="1483398"/>
                  <a:pt x="312797" y="1482737"/>
                  <a:pt x="314596" y="1481859"/>
                </a:cubicBezTo>
                <a:cubicBezTo>
                  <a:pt x="316396" y="1480982"/>
                  <a:pt x="318073" y="1479912"/>
                  <a:pt x="319626" y="1478649"/>
                </a:cubicBezTo>
                <a:cubicBezTo>
                  <a:pt x="321179" y="1477385"/>
                  <a:pt x="322568" y="1475961"/>
                  <a:pt x="323793" y="1474377"/>
                </a:cubicBezTo>
                <a:cubicBezTo>
                  <a:pt x="325018" y="1472793"/>
                  <a:pt x="326047" y="1471091"/>
                  <a:pt x="326879" y="1469270"/>
                </a:cubicBezTo>
                <a:cubicBezTo>
                  <a:pt x="327712" y="1467448"/>
                  <a:pt x="328326" y="1465557"/>
                  <a:pt x="328722" y="1463594"/>
                </a:cubicBezTo>
                <a:cubicBezTo>
                  <a:pt x="329119" y="1461632"/>
                  <a:pt x="329287" y="1459650"/>
                  <a:pt x="329226" y="1457648"/>
                </a:cubicBezTo>
                <a:lnTo>
                  <a:pt x="363457" y="1314733"/>
                </a:lnTo>
                <a:lnTo>
                  <a:pt x="490155" y="1345079"/>
                </a:lnTo>
                <a:lnTo>
                  <a:pt x="455924" y="1487994"/>
                </a:lnTo>
                <a:cubicBezTo>
                  <a:pt x="454921" y="1489751"/>
                  <a:pt x="454133" y="1491599"/>
                  <a:pt x="453561" y="1493539"/>
                </a:cubicBezTo>
                <a:cubicBezTo>
                  <a:pt x="452988" y="1495478"/>
                  <a:pt x="452646" y="1497458"/>
                  <a:pt x="452534" y="1499477"/>
                </a:cubicBezTo>
                <a:cubicBezTo>
                  <a:pt x="452422" y="1501497"/>
                  <a:pt x="452544" y="1503503"/>
                  <a:pt x="452900" y="1505493"/>
                </a:cubicBezTo>
                <a:cubicBezTo>
                  <a:pt x="453255" y="1507485"/>
                  <a:pt x="453834" y="1509409"/>
                  <a:pt x="454637" y="1511264"/>
                </a:cubicBezTo>
                <a:cubicBezTo>
                  <a:pt x="455441" y="1513121"/>
                  <a:pt x="456446" y="1514860"/>
                  <a:pt x="457655" y="1516482"/>
                </a:cubicBezTo>
                <a:cubicBezTo>
                  <a:pt x="458863" y="1518104"/>
                  <a:pt x="460241" y="1519565"/>
                  <a:pt x="461790" y="1520867"/>
                </a:cubicBezTo>
                <a:cubicBezTo>
                  <a:pt x="463338" y="1522168"/>
                  <a:pt x="465016" y="1523273"/>
                  <a:pt x="466822" y="1524184"/>
                </a:cubicBezTo>
                <a:cubicBezTo>
                  <a:pt x="468628" y="1525095"/>
                  <a:pt x="470514" y="1525785"/>
                  <a:pt x="472481" y="1526256"/>
                </a:cubicBezTo>
                <a:cubicBezTo>
                  <a:pt x="474448" y="1526727"/>
                  <a:pt x="476443" y="1526966"/>
                  <a:pt x="478465" y="1526973"/>
                </a:cubicBezTo>
                <a:cubicBezTo>
                  <a:pt x="480488" y="1526979"/>
                  <a:pt x="482484" y="1526753"/>
                  <a:pt x="484454" y="1526295"/>
                </a:cubicBezTo>
                <a:cubicBezTo>
                  <a:pt x="486424" y="1525837"/>
                  <a:pt x="488315" y="1525159"/>
                  <a:pt x="490127" y="1524260"/>
                </a:cubicBezTo>
                <a:cubicBezTo>
                  <a:pt x="491939" y="1523361"/>
                  <a:pt x="493624" y="1522267"/>
                  <a:pt x="495181" y="1520975"/>
                </a:cubicBezTo>
                <a:cubicBezTo>
                  <a:pt x="496738" y="1519685"/>
                  <a:pt x="498126" y="1518232"/>
                  <a:pt x="499345" y="1516618"/>
                </a:cubicBezTo>
                <a:cubicBezTo>
                  <a:pt x="500563" y="1515004"/>
                  <a:pt x="501581" y="1513271"/>
                  <a:pt x="502396" y="1511421"/>
                </a:cubicBezTo>
                <a:cubicBezTo>
                  <a:pt x="503211" y="1509570"/>
                  <a:pt x="503803" y="1507650"/>
                  <a:pt x="504171" y="1505661"/>
                </a:cubicBezTo>
                <a:cubicBezTo>
                  <a:pt x="504540" y="1503673"/>
                  <a:pt x="504675" y="1501668"/>
                  <a:pt x="504576" y="1499648"/>
                </a:cubicBezTo>
                <a:lnTo>
                  <a:pt x="538807" y="1356733"/>
                </a:lnTo>
                <a:lnTo>
                  <a:pt x="665505" y="1387079"/>
                </a:lnTo>
                <a:lnTo>
                  <a:pt x="631274" y="1529994"/>
                </a:lnTo>
                <a:cubicBezTo>
                  <a:pt x="630469" y="1533354"/>
                  <a:pt x="630338" y="1536741"/>
                  <a:pt x="630880" y="1540153"/>
                </a:cubicBezTo>
                <a:cubicBezTo>
                  <a:pt x="631423" y="1543565"/>
                  <a:pt x="632597" y="1546744"/>
                  <a:pt x="634404" y="1549690"/>
                </a:cubicBezTo>
                <a:cubicBezTo>
                  <a:pt x="636211" y="1552635"/>
                  <a:pt x="638513" y="1555122"/>
                  <a:pt x="641309" y="1557151"/>
                </a:cubicBezTo>
                <a:cubicBezTo>
                  <a:pt x="644106" y="1559182"/>
                  <a:pt x="647184" y="1560599"/>
                  <a:pt x="650544" y="1561403"/>
                </a:cubicBezTo>
                <a:cubicBezTo>
                  <a:pt x="653905" y="1562209"/>
                  <a:pt x="657291" y="1562340"/>
                  <a:pt x="660703" y="1561797"/>
                </a:cubicBezTo>
                <a:cubicBezTo>
                  <a:pt x="664116" y="1561255"/>
                  <a:pt x="667295" y="1560080"/>
                  <a:pt x="670240" y="1558273"/>
                </a:cubicBezTo>
                <a:cubicBezTo>
                  <a:pt x="673185" y="1556466"/>
                  <a:pt x="675672" y="1554165"/>
                  <a:pt x="677702" y="1551368"/>
                </a:cubicBezTo>
                <a:cubicBezTo>
                  <a:pt x="679731" y="1548571"/>
                  <a:pt x="681148" y="1545493"/>
                  <a:pt x="681953" y="1542133"/>
                </a:cubicBezTo>
                <a:lnTo>
                  <a:pt x="716184" y="1399218"/>
                </a:lnTo>
                <a:lnTo>
                  <a:pt x="842882" y="1429565"/>
                </a:lnTo>
                <a:lnTo>
                  <a:pt x="808651" y="1572480"/>
                </a:lnTo>
                <a:cubicBezTo>
                  <a:pt x="807691" y="1574236"/>
                  <a:pt x="806942" y="1576080"/>
                  <a:pt x="806406" y="1578008"/>
                </a:cubicBezTo>
                <a:cubicBezTo>
                  <a:pt x="805871" y="1579938"/>
                  <a:pt x="805561" y="1581903"/>
                  <a:pt x="805478" y="1583903"/>
                </a:cubicBezTo>
                <a:cubicBezTo>
                  <a:pt x="805396" y="1585904"/>
                  <a:pt x="805541" y="1587888"/>
                  <a:pt x="805916" y="1589855"/>
                </a:cubicBezTo>
                <a:cubicBezTo>
                  <a:pt x="806290" y="1591821"/>
                  <a:pt x="806883" y="1593721"/>
                  <a:pt x="807696" y="1595551"/>
                </a:cubicBezTo>
                <a:cubicBezTo>
                  <a:pt x="808508" y="1597381"/>
                  <a:pt x="809517" y="1599095"/>
                  <a:pt x="810725" y="1600691"/>
                </a:cubicBezTo>
                <a:cubicBezTo>
                  <a:pt x="811932" y="1602289"/>
                  <a:pt x="813305" y="1603728"/>
                  <a:pt x="814844" y="1605009"/>
                </a:cubicBezTo>
                <a:cubicBezTo>
                  <a:pt x="816383" y="1606290"/>
                  <a:pt x="818047" y="1607379"/>
                  <a:pt x="819837" y="1608276"/>
                </a:cubicBezTo>
                <a:cubicBezTo>
                  <a:pt x="821627" y="1609173"/>
                  <a:pt x="823496" y="1609855"/>
                  <a:pt x="825443" y="1610322"/>
                </a:cubicBezTo>
                <a:cubicBezTo>
                  <a:pt x="827390" y="1610788"/>
                  <a:pt x="829365" y="1611026"/>
                  <a:pt x="831367" y="1611037"/>
                </a:cubicBezTo>
                <a:cubicBezTo>
                  <a:pt x="833370" y="1611049"/>
                  <a:pt x="835347" y="1610832"/>
                  <a:pt x="837299" y="1610388"/>
                </a:cubicBezTo>
                <a:cubicBezTo>
                  <a:pt x="839251" y="1609943"/>
                  <a:pt x="841127" y="1609282"/>
                  <a:pt x="842927" y="1608405"/>
                </a:cubicBezTo>
                <a:cubicBezTo>
                  <a:pt x="844727" y="1607527"/>
                  <a:pt x="846404" y="1606457"/>
                  <a:pt x="847957" y="1605193"/>
                </a:cubicBezTo>
                <a:cubicBezTo>
                  <a:pt x="849510" y="1603930"/>
                  <a:pt x="850899" y="1602506"/>
                  <a:pt x="852124" y="1600922"/>
                </a:cubicBezTo>
                <a:cubicBezTo>
                  <a:pt x="853349" y="1599338"/>
                  <a:pt x="854377" y="1597636"/>
                  <a:pt x="855210" y="1595815"/>
                </a:cubicBezTo>
                <a:cubicBezTo>
                  <a:pt x="856042" y="1593994"/>
                  <a:pt x="856657" y="1592102"/>
                  <a:pt x="857053" y="1590139"/>
                </a:cubicBezTo>
                <a:cubicBezTo>
                  <a:pt x="857450" y="1588177"/>
                  <a:pt x="857618" y="1586195"/>
                  <a:pt x="857557" y="1584193"/>
                </a:cubicBezTo>
                <a:lnTo>
                  <a:pt x="891788" y="1441278"/>
                </a:lnTo>
                <a:lnTo>
                  <a:pt x="1018486" y="1471625"/>
                </a:lnTo>
                <a:lnTo>
                  <a:pt x="984255" y="1614540"/>
                </a:lnTo>
                <a:cubicBezTo>
                  <a:pt x="983294" y="1616297"/>
                  <a:pt x="982546" y="1618140"/>
                  <a:pt x="982010" y="1620069"/>
                </a:cubicBezTo>
                <a:cubicBezTo>
                  <a:pt x="981474" y="1621998"/>
                  <a:pt x="981165" y="1623963"/>
                  <a:pt x="981082" y="1625964"/>
                </a:cubicBezTo>
                <a:cubicBezTo>
                  <a:pt x="980999" y="1627964"/>
                  <a:pt x="981145" y="1629948"/>
                  <a:pt x="981519" y="1631915"/>
                </a:cubicBezTo>
                <a:cubicBezTo>
                  <a:pt x="981894" y="1633882"/>
                  <a:pt x="982487" y="1635781"/>
                  <a:pt x="983299" y="1637611"/>
                </a:cubicBezTo>
                <a:cubicBezTo>
                  <a:pt x="984111" y="1639441"/>
                  <a:pt x="985121" y="1641155"/>
                  <a:pt x="986328" y="1642752"/>
                </a:cubicBezTo>
                <a:cubicBezTo>
                  <a:pt x="987535" y="1644349"/>
                  <a:pt x="988908" y="1645789"/>
                  <a:pt x="990447" y="1647069"/>
                </a:cubicBezTo>
                <a:cubicBezTo>
                  <a:pt x="991986" y="1648351"/>
                  <a:pt x="993651" y="1649440"/>
                  <a:pt x="995441" y="1650336"/>
                </a:cubicBezTo>
                <a:cubicBezTo>
                  <a:pt x="997231" y="1651233"/>
                  <a:pt x="999099" y="1651915"/>
                  <a:pt x="1001047" y="1652382"/>
                </a:cubicBezTo>
                <a:cubicBezTo>
                  <a:pt x="1002994" y="1652848"/>
                  <a:pt x="1004968" y="1653087"/>
                  <a:pt x="1006971" y="1653098"/>
                </a:cubicBezTo>
                <a:cubicBezTo>
                  <a:pt x="1008973" y="1653109"/>
                  <a:pt x="1010950" y="1652892"/>
                  <a:pt x="1012902" y="1652448"/>
                </a:cubicBezTo>
                <a:cubicBezTo>
                  <a:pt x="1014855" y="1652003"/>
                  <a:pt x="1016731" y="1651343"/>
                  <a:pt x="1018531" y="1650465"/>
                </a:cubicBezTo>
                <a:cubicBezTo>
                  <a:pt x="1020331" y="1649588"/>
                  <a:pt x="1022007" y="1648518"/>
                  <a:pt x="1023560" y="1647254"/>
                </a:cubicBezTo>
                <a:cubicBezTo>
                  <a:pt x="1025113" y="1645990"/>
                  <a:pt x="1026503" y="1644566"/>
                  <a:pt x="1027727" y="1642983"/>
                </a:cubicBezTo>
                <a:cubicBezTo>
                  <a:pt x="1028952" y="1641399"/>
                  <a:pt x="1029981" y="1639696"/>
                  <a:pt x="1030814" y="1637875"/>
                </a:cubicBezTo>
                <a:cubicBezTo>
                  <a:pt x="1031646" y="1636054"/>
                  <a:pt x="1032260" y="1634162"/>
                  <a:pt x="1032657" y="1632200"/>
                </a:cubicBezTo>
                <a:cubicBezTo>
                  <a:pt x="1033053" y="1630237"/>
                  <a:pt x="1033221" y="1628255"/>
                  <a:pt x="1033160" y="1626254"/>
                </a:cubicBezTo>
                <a:lnTo>
                  <a:pt x="1067391" y="1483338"/>
                </a:lnTo>
                <a:lnTo>
                  <a:pt x="1232352" y="1522850"/>
                </a:lnTo>
                <a:cubicBezTo>
                  <a:pt x="1235712" y="1523654"/>
                  <a:pt x="1239099" y="1523786"/>
                  <a:pt x="1242511" y="1523243"/>
                </a:cubicBezTo>
                <a:cubicBezTo>
                  <a:pt x="1245924" y="1522701"/>
                  <a:pt x="1249102" y="1521527"/>
                  <a:pt x="1252048" y="1519720"/>
                </a:cubicBezTo>
                <a:cubicBezTo>
                  <a:pt x="1254993" y="1517913"/>
                  <a:pt x="1257480" y="1515611"/>
                  <a:pt x="1259509" y="1512815"/>
                </a:cubicBezTo>
                <a:cubicBezTo>
                  <a:pt x="1261539" y="1510018"/>
                  <a:pt x="1262956" y="1506940"/>
                  <a:pt x="1263761" y="1503580"/>
                </a:cubicBezTo>
                <a:lnTo>
                  <a:pt x="1303090" y="1339379"/>
                </a:lnTo>
                <a:lnTo>
                  <a:pt x="1445752" y="1373549"/>
                </a:lnTo>
                <a:cubicBezTo>
                  <a:pt x="1447500" y="1374702"/>
                  <a:pt x="1449359" y="1375631"/>
                  <a:pt x="1451330" y="1376336"/>
                </a:cubicBezTo>
                <a:cubicBezTo>
                  <a:pt x="1453301" y="1377041"/>
                  <a:pt x="1455328" y="1377501"/>
                  <a:pt x="1457410" y="1377717"/>
                </a:cubicBezTo>
                <a:cubicBezTo>
                  <a:pt x="1459493" y="1377934"/>
                  <a:pt x="1461571" y="1377900"/>
                  <a:pt x="1463644" y="1377615"/>
                </a:cubicBezTo>
                <a:cubicBezTo>
                  <a:pt x="1465719" y="1377331"/>
                  <a:pt x="1467729" y="1376804"/>
                  <a:pt x="1469676" y="1376035"/>
                </a:cubicBezTo>
                <a:cubicBezTo>
                  <a:pt x="1471623" y="1375266"/>
                  <a:pt x="1473451" y="1374276"/>
                  <a:pt x="1475159" y="1373067"/>
                </a:cubicBezTo>
                <a:cubicBezTo>
                  <a:pt x="1476868" y="1371857"/>
                  <a:pt x="1478408" y="1370461"/>
                  <a:pt x="1479781" y="1368880"/>
                </a:cubicBezTo>
                <a:cubicBezTo>
                  <a:pt x="1481153" y="1367299"/>
                  <a:pt x="1482317" y="1365578"/>
                  <a:pt x="1483275" y="1363717"/>
                </a:cubicBezTo>
                <a:cubicBezTo>
                  <a:pt x="1484232" y="1361855"/>
                  <a:pt x="1484955" y="1359906"/>
                  <a:pt x="1485442" y="1357870"/>
                </a:cubicBezTo>
                <a:cubicBezTo>
                  <a:pt x="1485930" y="1355834"/>
                  <a:pt x="1486169" y="1353769"/>
                  <a:pt x="1486159" y="1351676"/>
                </a:cubicBezTo>
                <a:cubicBezTo>
                  <a:pt x="1486149" y="1349583"/>
                  <a:pt x="1485890" y="1347521"/>
                  <a:pt x="1485383" y="1345489"/>
                </a:cubicBezTo>
                <a:cubicBezTo>
                  <a:pt x="1484876" y="1343458"/>
                  <a:pt x="1484135" y="1341517"/>
                  <a:pt x="1483160" y="1339664"/>
                </a:cubicBezTo>
                <a:cubicBezTo>
                  <a:pt x="1482185" y="1337811"/>
                  <a:pt x="1481003" y="1336101"/>
                  <a:pt x="1479616" y="1334533"/>
                </a:cubicBezTo>
                <a:cubicBezTo>
                  <a:pt x="1478229" y="1332966"/>
                  <a:pt x="1476675" y="1331585"/>
                  <a:pt x="1474955" y="1330392"/>
                </a:cubicBezTo>
                <a:cubicBezTo>
                  <a:pt x="1473236" y="1329199"/>
                  <a:pt x="1471398" y="1328227"/>
                  <a:pt x="1469444" y="1327476"/>
                </a:cubicBezTo>
                <a:cubicBezTo>
                  <a:pt x="1467490" y="1326726"/>
                  <a:pt x="1465474" y="1326218"/>
                  <a:pt x="1463398" y="1325953"/>
                </a:cubicBezTo>
                <a:cubicBezTo>
                  <a:pt x="1461321" y="1325689"/>
                  <a:pt x="1459243" y="1325674"/>
                  <a:pt x="1457163" y="1325911"/>
                </a:cubicBezTo>
                <a:lnTo>
                  <a:pt x="1314247" y="1291679"/>
                </a:lnTo>
                <a:lnTo>
                  <a:pt x="1344594" y="1164982"/>
                </a:lnTo>
                <a:lnTo>
                  <a:pt x="1487509" y="1199213"/>
                </a:lnTo>
                <a:cubicBezTo>
                  <a:pt x="1490869" y="1200017"/>
                  <a:pt x="1494256" y="1200148"/>
                  <a:pt x="1497668" y="1199606"/>
                </a:cubicBezTo>
                <a:cubicBezTo>
                  <a:pt x="1501081" y="1199064"/>
                  <a:pt x="1504259" y="1197889"/>
                  <a:pt x="1507205" y="1196082"/>
                </a:cubicBezTo>
                <a:cubicBezTo>
                  <a:pt x="1510150" y="1194275"/>
                  <a:pt x="1512637" y="1191974"/>
                  <a:pt x="1514667" y="1189177"/>
                </a:cubicBezTo>
                <a:cubicBezTo>
                  <a:pt x="1516696" y="1186381"/>
                  <a:pt x="1518113" y="1183302"/>
                  <a:pt x="1518918" y="1179942"/>
                </a:cubicBezTo>
                <a:cubicBezTo>
                  <a:pt x="1519723" y="1176582"/>
                  <a:pt x="1519854" y="1173196"/>
                  <a:pt x="1519312" y="1169783"/>
                </a:cubicBezTo>
                <a:cubicBezTo>
                  <a:pt x="1518769" y="1166371"/>
                  <a:pt x="1517595" y="1163192"/>
                  <a:pt x="1515788" y="1160247"/>
                </a:cubicBezTo>
                <a:cubicBezTo>
                  <a:pt x="1513981" y="1157301"/>
                  <a:pt x="1511679" y="1154814"/>
                  <a:pt x="1508883" y="1152785"/>
                </a:cubicBezTo>
                <a:cubicBezTo>
                  <a:pt x="1506086" y="1150755"/>
                  <a:pt x="1503008" y="1149338"/>
                  <a:pt x="1499648" y="1148533"/>
                </a:cubicBezTo>
                <a:lnTo>
                  <a:pt x="1356732" y="1114303"/>
                </a:lnTo>
                <a:lnTo>
                  <a:pt x="1387079" y="987604"/>
                </a:lnTo>
                <a:lnTo>
                  <a:pt x="1529994" y="1021835"/>
                </a:lnTo>
                <a:cubicBezTo>
                  <a:pt x="1533355" y="1022640"/>
                  <a:pt x="1536741" y="1022772"/>
                  <a:pt x="1540153" y="1022229"/>
                </a:cubicBezTo>
                <a:cubicBezTo>
                  <a:pt x="1543566" y="1021686"/>
                  <a:pt x="1546745" y="1020512"/>
                  <a:pt x="1549690" y="1018705"/>
                </a:cubicBezTo>
                <a:cubicBezTo>
                  <a:pt x="1552635" y="1016898"/>
                  <a:pt x="1555122" y="1014596"/>
                  <a:pt x="1557152" y="1011800"/>
                </a:cubicBezTo>
                <a:cubicBezTo>
                  <a:pt x="1559181" y="1009004"/>
                  <a:pt x="1560598" y="1005925"/>
                  <a:pt x="1561403" y="1002565"/>
                </a:cubicBezTo>
                <a:cubicBezTo>
                  <a:pt x="1562208" y="999205"/>
                  <a:pt x="1562339" y="995818"/>
                  <a:pt x="1561797" y="992406"/>
                </a:cubicBezTo>
                <a:cubicBezTo>
                  <a:pt x="1561255" y="988993"/>
                  <a:pt x="1560080" y="985814"/>
                  <a:pt x="1558273" y="982869"/>
                </a:cubicBezTo>
                <a:cubicBezTo>
                  <a:pt x="1556466" y="979924"/>
                  <a:pt x="1554164" y="977437"/>
                  <a:pt x="1551368" y="975407"/>
                </a:cubicBezTo>
                <a:cubicBezTo>
                  <a:pt x="1548571" y="973378"/>
                  <a:pt x="1545493" y="971961"/>
                  <a:pt x="1542133" y="971156"/>
                </a:cubicBezTo>
                <a:lnTo>
                  <a:pt x="1399218" y="936925"/>
                </a:lnTo>
                <a:lnTo>
                  <a:pt x="1429564" y="810227"/>
                </a:lnTo>
                <a:lnTo>
                  <a:pt x="1572480" y="844458"/>
                </a:lnTo>
                <a:cubicBezTo>
                  <a:pt x="1574236" y="845419"/>
                  <a:pt x="1576079" y="846167"/>
                  <a:pt x="1578008" y="846703"/>
                </a:cubicBezTo>
                <a:cubicBezTo>
                  <a:pt x="1579938" y="847239"/>
                  <a:pt x="1581903" y="847548"/>
                  <a:pt x="1583903" y="847631"/>
                </a:cubicBezTo>
                <a:cubicBezTo>
                  <a:pt x="1585904" y="847714"/>
                  <a:pt x="1587887" y="847568"/>
                  <a:pt x="1589854" y="847193"/>
                </a:cubicBezTo>
                <a:cubicBezTo>
                  <a:pt x="1591821" y="846819"/>
                  <a:pt x="1593720" y="846226"/>
                  <a:pt x="1595550" y="845414"/>
                </a:cubicBezTo>
                <a:cubicBezTo>
                  <a:pt x="1597380" y="844602"/>
                  <a:pt x="1599094" y="843592"/>
                  <a:pt x="1600692" y="842385"/>
                </a:cubicBezTo>
                <a:cubicBezTo>
                  <a:pt x="1602289" y="841177"/>
                  <a:pt x="1603728" y="839805"/>
                  <a:pt x="1605009" y="838266"/>
                </a:cubicBezTo>
                <a:cubicBezTo>
                  <a:pt x="1606290" y="836726"/>
                  <a:pt x="1607379" y="835062"/>
                  <a:pt x="1608276" y="833272"/>
                </a:cubicBezTo>
                <a:cubicBezTo>
                  <a:pt x="1609173" y="831482"/>
                  <a:pt x="1609855" y="829614"/>
                  <a:pt x="1610321" y="827667"/>
                </a:cubicBezTo>
                <a:cubicBezTo>
                  <a:pt x="1610788" y="825719"/>
                  <a:pt x="1611026" y="823744"/>
                  <a:pt x="1611038" y="821742"/>
                </a:cubicBezTo>
                <a:cubicBezTo>
                  <a:pt x="1611049" y="819740"/>
                  <a:pt x="1610832" y="817762"/>
                  <a:pt x="1610387" y="815811"/>
                </a:cubicBezTo>
                <a:cubicBezTo>
                  <a:pt x="1609943" y="813858"/>
                  <a:pt x="1609282" y="811982"/>
                  <a:pt x="1608405" y="810182"/>
                </a:cubicBezTo>
                <a:cubicBezTo>
                  <a:pt x="1607527" y="808382"/>
                  <a:pt x="1606457" y="806706"/>
                  <a:pt x="1605193" y="805152"/>
                </a:cubicBezTo>
                <a:cubicBezTo>
                  <a:pt x="1603930" y="803599"/>
                  <a:pt x="1602506" y="802210"/>
                  <a:pt x="1600922" y="800985"/>
                </a:cubicBezTo>
                <a:cubicBezTo>
                  <a:pt x="1599338" y="799760"/>
                  <a:pt x="1597636" y="798732"/>
                  <a:pt x="1595815" y="797899"/>
                </a:cubicBezTo>
                <a:cubicBezTo>
                  <a:pt x="1593994" y="797067"/>
                  <a:pt x="1592102" y="796452"/>
                  <a:pt x="1590139" y="796056"/>
                </a:cubicBezTo>
                <a:cubicBezTo>
                  <a:pt x="1588177" y="795660"/>
                  <a:pt x="1586195" y="795492"/>
                  <a:pt x="1584193" y="795552"/>
                </a:cubicBezTo>
                <a:lnTo>
                  <a:pt x="1441278" y="761322"/>
                </a:lnTo>
                <a:lnTo>
                  <a:pt x="1471625" y="634623"/>
                </a:lnTo>
                <a:lnTo>
                  <a:pt x="1614661" y="668348"/>
                </a:lnTo>
                <a:close/>
                <a:moveTo>
                  <a:pt x="1207711" y="1025022"/>
                </a:moveTo>
                <a:lnTo>
                  <a:pt x="1138000" y="948040"/>
                </a:lnTo>
                <a:cubicBezTo>
                  <a:pt x="1134225" y="952259"/>
                  <a:pt x="1130022" y="955995"/>
                  <a:pt x="1125390" y="959249"/>
                </a:cubicBezTo>
                <a:cubicBezTo>
                  <a:pt x="1120757" y="962503"/>
                  <a:pt x="1115817" y="965191"/>
                  <a:pt x="1110568" y="967311"/>
                </a:cubicBezTo>
                <a:cubicBezTo>
                  <a:pt x="1105319" y="969432"/>
                  <a:pt x="1099899" y="970929"/>
                  <a:pt x="1094306" y="971806"/>
                </a:cubicBezTo>
                <a:cubicBezTo>
                  <a:pt x="1088713" y="972682"/>
                  <a:pt x="1083094" y="972913"/>
                  <a:pt x="1077448" y="972500"/>
                </a:cubicBezTo>
                <a:cubicBezTo>
                  <a:pt x="1071803" y="972086"/>
                  <a:pt x="1066277" y="971039"/>
                  <a:pt x="1060872" y="969358"/>
                </a:cubicBezTo>
                <a:cubicBezTo>
                  <a:pt x="1055466" y="967677"/>
                  <a:pt x="1050321" y="965405"/>
                  <a:pt x="1045437" y="962543"/>
                </a:cubicBezTo>
                <a:cubicBezTo>
                  <a:pt x="1040553" y="959680"/>
                  <a:pt x="1036057" y="956302"/>
                  <a:pt x="1031948" y="952409"/>
                </a:cubicBezTo>
                <a:cubicBezTo>
                  <a:pt x="1027839" y="948514"/>
                  <a:pt x="1024225" y="944206"/>
                  <a:pt x="1021105" y="939482"/>
                </a:cubicBezTo>
                <a:cubicBezTo>
                  <a:pt x="1017985" y="934758"/>
                  <a:pt x="1015441" y="929743"/>
                  <a:pt x="1013472" y="924436"/>
                </a:cubicBezTo>
                <a:cubicBezTo>
                  <a:pt x="1011503" y="919128"/>
                  <a:pt x="1010161" y="913667"/>
                  <a:pt x="1009445" y="908052"/>
                </a:cubicBezTo>
                <a:cubicBezTo>
                  <a:pt x="1008729" y="902436"/>
                  <a:pt x="1008659" y="896812"/>
                  <a:pt x="1009234" y="891180"/>
                </a:cubicBezTo>
                <a:cubicBezTo>
                  <a:pt x="1009809" y="885549"/>
                  <a:pt x="1011015" y="880056"/>
                  <a:pt x="1012850" y="874701"/>
                </a:cubicBezTo>
                <a:cubicBezTo>
                  <a:pt x="1014686" y="869345"/>
                  <a:pt x="1017104" y="864268"/>
                  <a:pt x="1020105" y="859468"/>
                </a:cubicBezTo>
                <a:cubicBezTo>
                  <a:pt x="1023106" y="854668"/>
                  <a:pt x="1026612" y="850271"/>
                  <a:pt x="1030622" y="846275"/>
                </a:cubicBezTo>
                <a:cubicBezTo>
                  <a:pt x="1034633" y="842280"/>
                  <a:pt x="1039043" y="838791"/>
                  <a:pt x="1043854" y="835807"/>
                </a:cubicBezTo>
                <a:cubicBezTo>
                  <a:pt x="1048666" y="832824"/>
                  <a:pt x="1053752" y="830425"/>
                  <a:pt x="1059114" y="828608"/>
                </a:cubicBezTo>
                <a:cubicBezTo>
                  <a:pt x="1064475" y="826792"/>
                  <a:pt x="1069973" y="825608"/>
                  <a:pt x="1075607" y="825054"/>
                </a:cubicBezTo>
                <a:cubicBezTo>
                  <a:pt x="1081240" y="824499"/>
                  <a:pt x="1086864" y="824590"/>
                  <a:pt x="1092476" y="825326"/>
                </a:cubicBezTo>
                <a:cubicBezTo>
                  <a:pt x="1098089" y="826063"/>
                  <a:pt x="1103546" y="827425"/>
                  <a:pt x="1108846" y="829414"/>
                </a:cubicBezTo>
                <a:cubicBezTo>
                  <a:pt x="1114146" y="831402"/>
                  <a:pt x="1119152" y="833965"/>
                  <a:pt x="1123864" y="837102"/>
                </a:cubicBezTo>
                <a:cubicBezTo>
                  <a:pt x="1128576" y="840240"/>
                  <a:pt x="1132871" y="843870"/>
                  <a:pt x="1136750" y="847993"/>
                </a:cubicBezTo>
                <a:cubicBezTo>
                  <a:pt x="1140629" y="852116"/>
                  <a:pt x="1143990" y="856625"/>
                  <a:pt x="1146835" y="861520"/>
                </a:cubicBezTo>
                <a:cubicBezTo>
                  <a:pt x="1149679" y="866415"/>
                  <a:pt x="1151931" y="871568"/>
                  <a:pt x="1153593" y="876979"/>
                </a:cubicBezTo>
                <a:cubicBezTo>
                  <a:pt x="1155254" y="882391"/>
                  <a:pt x="1156281" y="887920"/>
                  <a:pt x="1156673" y="893567"/>
                </a:cubicBezTo>
                <a:lnTo>
                  <a:pt x="1158701" y="894053"/>
                </a:lnTo>
                <a:lnTo>
                  <a:pt x="1240235" y="984317"/>
                </a:lnTo>
                <a:lnTo>
                  <a:pt x="1330698" y="1005984"/>
                </a:lnTo>
                <a:lnTo>
                  <a:pt x="1318984" y="1054889"/>
                </a:lnTo>
                <a:lnTo>
                  <a:pt x="1220920" y="1031401"/>
                </a:lnTo>
                <a:cubicBezTo>
                  <a:pt x="1215893" y="1030567"/>
                  <a:pt x="1211490" y="1028440"/>
                  <a:pt x="1207711" y="1025022"/>
                </a:cubicBezTo>
                <a:close/>
                <a:moveTo>
                  <a:pt x="1137400" y="676480"/>
                </a:moveTo>
                <a:cubicBezTo>
                  <a:pt x="1140047" y="674858"/>
                  <a:pt x="1142785" y="673409"/>
                  <a:pt x="1145614" y="672132"/>
                </a:cubicBezTo>
                <a:cubicBezTo>
                  <a:pt x="1148444" y="670854"/>
                  <a:pt x="1151342" y="669759"/>
                  <a:pt x="1154309" y="668847"/>
                </a:cubicBezTo>
                <a:cubicBezTo>
                  <a:pt x="1157277" y="667934"/>
                  <a:pt x="1160290" y="667212"/>
                  <a:pt x="1163348" y="666679"/>
                </a:cubicBezTo>
                <a:cubicBezTo>
                  <a:pt x="1166406" y="666145"/>
                  <a:pt x="1169485" y="665806"/>
                  <a:pt x="1172586" y="665660"/>
                </a:cubicBezTo>
                <a:cubicBezTo>
                  <a:pt x="1175687" y="665514"/>
                  <a:pt x="1178785" y="665563"/>
                  <a:pt x="1181880" y="665807"/>
                </a:cubicBezTo>
                <a:cubicBezTo>
                  <a:pt x="1184975" y="666052"/>
                  <a:pt x="1188042" y="666489"/>
                  <a:pt x="1191082" y="667119"/>
                </a:cubicBezTo>
                <a:cubicBezTo>
                  <a:pt x="1194121" y="667749"/>
                  <a:pt x="1197110" y="668568"/>
                  <a:pt x="1200046" y="669574"/>
                </a:cubicBezTo>
                <a:cubicBezTo>
                  <a:pt x="1202983" y="670580"/>
                  <a:pt x="1205845" y="671767"/>
                  <a:pt x="1208633" y="673133"/>
                </a:cubicBezTo>
                <a:cubicBezTo>
                  <a:pt x="1211420" y="674500"/>
                  <a:pt x="1214111" y="676035"/>
                  <a:pt x="1216705" y="677740"/>
                </a:cubicBezTo>
                <a:cubicBezTo>
                  <a:pt x="1219299" y="679445"/>
                  <a:pt x="1221776" y="681306"/>
                  <a:pt x="1224136" y="683323"/>
                </a:cubicBezTo>
                <a:cubicBezTo>
                  <a:pt x="1226496" y="685340"/>
                  <a:pt x="1228720" y="687497"/>
                  <a:pt x="1230809" y="689794"/>
                </a:cubicBezTo>
                <a:cubicBezTo>
                  <a:pt x="1232898" y="692090"/>
                  <a:pt x="1234834" y="694509"/>
                  <a:pt x="1236618" y="697050"/>
                </a:cubicBezTo>
                <a:cubicBezTo>
                  <a:pt x="1238402" y="699590"/>
                  <a:pt x="1240020" y="702232"/>
                  <a:pt x="1241472" y="704976"/>
                </a:cubicBezTo>
                <a:cubicBezTo>
                  <a:pt x="1242923" y="707720"/>
                  <a:pt x="1244197" y="710545"/>
                  <a:pt x="1245293" y="713449"/>
                </a:cubicBezTo>
                <a:cubicBezTo>
                  <a:pt x="1246389" y="716353"/>
                  <a:pt x="1247299" y="719315"/>
                  <a:pt x="1248022" y="722334"/>
                </a:cubicBezTo>
                <a:cubicBezTo>
                  <a:pt x="1248746" y="725353"/>
                  <a:pt x="1249277" y="728405"/>
                  <a:pt x="1249616" y="731491"/>
                </a:cubicBezTo>
                <a:lnTo>
                  <a:pt x="1388478" y="764751"/>
                </a:lnTo>
                <a:lnTo>
                  <a:pt x="1376764" y="813657"/>
                </a:lnTo>
                <a:lnTo>
                  <a:pt x="1237903" y="780397"/>
                </a:lnTo>
                <a:cubicBezTo>
                  <a:pt x="1234803" y="784944"/>
                  <a:pt x="1231240" y="789094"/>
                  <a:pt x="1227214" y="792846"/>
                </a:cubicBezTo>
                <a:cubicBezTo>
                  <a:pt x="1223188" y="796599"/>
                  <a:pt x="1218798" y="799861"/>
                  <a:pt x="1214044" y="802635"/>
                </a:cubicBezTo>
                <a:cubicBezTo>
                  <a:pt x="1209290" y="805407"/>
                  <a:pt x="1204289" y="807622"/>
                  <a:pt x="1199041" y="809279"/>
                </a:cubicBezTo>
                <a:cubicBezTo>
                  <a:pt x="1193793" y="810937"/>
                  <a:pt x="1188427" y="811995"/>
                  <a:pt x="1182942" y="812455"/>
                </a:cubicBezTo>
                <a:cubicBezTo>
                  <a:pt x="1177458" y="812915"/>
                  <a:pt x="1171991" y="812765"/>
                  <a:pt x="1166540" y="812005"/>
                </a:cubicBezTo>
                <a:cubicBezTo>
                  <a:pt x="1161089" y="811245"/>
                  <a:pt x="1155789" y="809894"/>
                  <a:pt x="1150640" y="807951"/>
                </a:cubicBezTo>
                <a:cubicBezTo>
                  <a:pt x="1145490" y="806009"/>
                  <a:pt x="1140618" y="803522"/>
                  <a:pt x="1136024" y="800493"/>
                </a:cubicBezTo>
                <a:cubicBezTo>
                  <a:pt x="1131429" y="797464"/>
                  <a:pt x="1127225" y="793965"/>
                  <a:pt x="1123411" y="789998"/>
                </a:cubicBezTo>
                <a:cubicBezTo>
                  <a:pt x="1119596" y="786030"/>
                  <a:pt x="1116266" y="781690"/>
                  <a:pt x="1113421" y="776980"/>
                </a:cubicBezTo>
                <a:cubicBezTo>
                  <a:pt x="1110575" y="772269"/>
                  <a:pt x="1108283" y="767303"/>
                  <a:pt x="1106545" y="762081"/>
                </a:cubicBezTo>
                <a:cubicBezTo>
                  <a:pt x="1104807" y="756859"/>
                  <a:pt x="1103666" y="751510"/>
                  <a:pt x="1103122" y="746034"/>
                </a:cubicBezTo>
                <a:cubicBezTo>
                  <a:pt x="1102577" y="740557"/>
                  <a:pt x="1102643" y="735088"/>
                  <a:pt x="1103319" y="729626"/>
                </a:cubicBezTo>
                <a:cubicBezTo>
                  <a:pt x="1103995" y="724164"/>
                  <a:pt x="1105264" y="718844"/>
                  <a:pt x="1107127" y="713665"/>
                </a:cubicBezTo>
                <a:cubicBezTo>
                  <a:pt x="1108990" y="708486"/>
                  <a:pt x="1111401" y="703576"/>
                  <a:pt x="1114359" y="698936"/>
                </a:cubicBezTo>
                <a:cubicBezTo>
                  <a:pt x="1117318" y="694295"/>
                  <a:pt x="1120751" y="690037"/>
                  <a:pt x="1124659" y="686163"/>
                </a:cubicBezTo>
                <a:cubicBezTo>
                  <a:pt x="1128568" y="682288"/>
                  <a:pt x="1132855" y="678891"/>
                  <a:pt x="1137521" y="675973"/>
                </a:cubicBezTo>
                <a:lnTo>
                  <a:pt x="1137400" y="676480"/>
                </a:lnTo>
                <a:close/>
                <a:moveTo>
                  <a:pt x="1141308" y="355896"/>
                </a:moveTo>
                <a:lnTo>
                  <a:pt x="1098823" y="533274"/>
                </a:lnTo>
                <a:cubicBezTo>
                  <a:pt x="1103635" y="536452"/>
                  <a:pt x="1108016" y="540142"/>
                  <a:pt x="1111966" y="544344"/>
                </a:cubicBezTo>
                <a:cubicBezTo>
                  <a:pt x="1115916" y="548547"/>
                  <a:pt x="1119328" y="553148"/>
                  <a:pt x="1122201" y="558149"/>
                </a:cubicBezTo>
                <a:cubicBezTo>
                  <a:pt x="1125075" y="563149"/>
                  <a:pt x="1127334" y="568413"/>
                  <a:pt x="1128977" y="573942"/>
                </a:cubicBezTo>
                <a:cubicBezTo>
                  <a:pt x="1130620" y="579470"/>
                  <a:pt x="1131603" y="585113"/>
                  <a:pt x="1131926" y="590872"/>
                </a:cubicBezTo>
                <a:cubicBezTo>
                  <a:pt x="1132250" y="596629"/>
                  <a:pt x="1131905" y="602348"/>
                  <a:pt x="1130892" y="608025"/>
                </a:cubicBezTo>
                <a:cubicBezTo>
                  <a:pt x="1129878" y="613703"/>
                  <a:pt x="1128224" y="619187"/>
                  <a:pt x="1125928" y="624477"/>
                </a:cubicBezTo>
                <a:cubicBezTo>
                  <a:pt x="1123633" y="629769"/>
                  <a:pt x="1120758" y="634723"/>
                  <a:pt x="1117304" y="639342"/>
                </a:cubicBezTo>
                <a:cubicBezTo>
                  <a:pt x="1113850" y="643960"/>
                  <a:pt x="1109910" y="648118"/>
                  <a:pt x="1105484" y="651815"/>
                </a:cubicBezTo>
                <a:cubicBezTo>
                  <a:pt x="1101058" y="655513"/>
                  <a:pt x="1096265" y="658650"/>
                  <a:pt x="1091105" y="661226"/>
                </a:cubicBezTo>
                <a:cubicBezTo>
                  <a:pt x="1085945" y="663803"/>
                  <a:pt x="1080558" y="665750"/>
                  <a:pt x="1074943" y="667067"/>
                </a:cubicBezTo>
                <a:cubicBezTo>
                  <a:pt x="1069328" y="668385"/>
                  <a:pt x="1063637" y="669037"/>
                  <a:pt x="1057870" y="669023"/>
                </a:cubicBezTo>
                <a:cubicBezTo>
                  <a:pt x="1052103" y="669010"/>
                  <a:pt x="1046415" y="668331"/>
                  <a:pt x="1040806" y="666987"/>
                </a:cubicBezTo>
                <a:cubicBezTo>
                  <a:pt x="1035198" y="665644"/>
                  <a:pt x="1029819" y="663672"/>
                  <a:pt x="1024672" y="661071"/>
                </a:cubicBezTo>
                <a:cubicBezTo>
                  <a:pt x="1019524" y="658471"/>
                  <a:pt x="1014746" y="655311"/>
                  <a:pt x="1010337" y="651593"/>
                </a:cubicBezTo>
                <a:cubicBezTo>
                  <a:pt x="1005928" y="647875"/>
                  <a:pt x="1002008" y="643699"/>
                  <a:pt x="998575" y="639064"/>
                </a:cubicBezTo>
                <a:cubicBezTo>
                  <a:pt x="995143" y="634429"/>
                  <a:pt x="992291" y="629462"/>
                  <a:pt x="990020" y="624160"/>
                </a:cubicBezTo>
                <a:cubicBezTo>
                  <a:pt x="987750" y="618858"/>
                  <a:pt x="986121" y="613366"/>
                  <a:pt x="985134" y="607685"/>
                </a:cubicBezTo>
                <a:cubicBezTo>
                  <a:pt x="984147" y="602002"/>
                  <a:pt x="983829" y="596283"/>
                  <a:pt x="984180" y="590526"/>
                </a:cubicBezTo>
                <a:cubicBezTo>
                  <a:pt x="984530" y="584770"/>
                  <a:pt x="985540" y="579131"/>
                  <a:pt x="987209" y="573610"/>
                </a:cubicBezTo>
                <a:cubicBezTo>
                  <a:pt x="988878" y="568089"/>
                  <a:pt x="991161" y="562836"/>
                  <a:pt x="994058" y="557850"/>
                </a:cubicBezTo>
                <a:cubicBezTo>
                  <a:pt x="996955" y="552862"/>
                  <a:pt x="1000388" y="548277"/>
                  <a:pt x="1004358" y="544093"/>
                </a:cubicBezTo>
                <a:cubicBezTo>
                  <a:pt x="1008327" y="539909"/>
                  <a:pt x="1012725" y="536239"/>
                  <a:pt x="1017553" y="533084"/>
                </a:cubicBezTo>
                <a:cubicBezTo>
                  <a:pt x="1022380" y="529928"/>
                  <a:pt x="1027506" y="527372"/>
                  <a:pt x="1032931" y="525414"/>
                </a:cubicBezTo>
                <a:cubicBezTo>
                  <a:pt x="1038356" y="523457"/>
                  <a:pt x="1043934" y="522152"/>
                  <a:pt x="1049664" y="521499"/>
                </a:cubicBezTo>
                <a:lnTo>
                  <a:pt x="1092149" y="344122"/>
                </a:lnTo>
                <a:lnTo>
                  <a:pt x="1141308" y="355896"/>
                </a:lnTo>
                <a:close/>
                <a:moveTo>
                  <a:pt x="919573" y="563486"/>
                </a:moveTo>
                <a:cubicBezTo>
                  <a:pt x="918515" y="567927"/>
                  <a:pt x="917059" y="572234"/>
                  <a:pt x="915207" y="576407"/>
                </a:cubicBezTo>
                <a:cubicBezTo>
                  <a:pt x="913354" y="580581"/>
                  <a:pt x="911135" y="584549"/>
                  <a:pt x="908550" y="588313"/>
                </a:cubicBezTo>
                <a:cubicBezTo>
                  <a:pt x="905966" y="592076"/>
                  <a:pt x="903059" y="595572"/>
                  <a:pt x="899829" y="598800"/>
                </a:cubicBezTo>
                <a:cubicBezTo>
                  <a:pt x="896600" y="602028"/>
                  <a:pt x="893102" y="604933"/>
                  <a:pt x="889337" y="607515"/>
                </a:cubicBezTo>
                <a:cubicBezTo>
                  <a:pt x="885571" y="610098"/>
                  <a:pt x="881602" y="612314"/>
                  <a:pt x="877427" y="614164"/>
                </a:cubicBezTo>
                <a:cubicBezTo>
                  <a:pt x="873253" y="616014"/>
                  <a:pt x="868945" y="617467"/>
                  <a:pt x="864503" y="618523"/>
                </a:cubicBezTo>
                <a:cubicBezTo>
                  <a:pt x="860061" y="619578"/>
                  <a:pt x="855559" y="620219"/>
                  <a:pt x="850999" y="620444"/>
                </a:cubicBezTo>
                <a:cubicBezTo>
                  <a:pt x="846439" y="620669"/>
                  <a:pt x="841896" y="620476"/>
                  <a:pt x="837372" y="619863"/>
                </a:cubicBezTo>
                <a:cubicBezTo>
                  <a:pt x="832847" y="619251"/>
                  <a:pt x="828417" y="618230"/>
                  <a:pt x="824080" y="616800"/>
                </a:cubicBezTo>
                <a:cubicBezTo>
                  <a:pt x="819744" y="615370"/>
                  <a:pt x="815575" y="613556"/>
                  <a:pt x="811574" y="611357"/>
                </a:cubicBezTo>
                <a:cubicBezTo>
                  <a:pt x="807572" y="609158"/>
                  <a:pt x="803805" y="606612"/>
                  <a:pt x="800273" y="603718"/>
                </a:cubicBezTo>
                <a:cubicBezTo>
                  <a:pt x="796741" y="600825"/>
                  <a:pt x="793504" y="597633"/>
                  <a:pt x="790561" y="594142"/>
                </a:cubicBezTo>
                <a:cubicBezTo>
                  <a:pt x="787618" y="590652"/>
                  <a:pt x="785018" y="586921"/>
                  <a:pt x="782763" y="582951"/>
                </a:cubicBezTo>
                <a:cubicBezTo>
                  <a:pt x="780508" y="578981"/>
                  <a:pt x="778635" y="574838"/>
                  <a:pt x="777145" y="570523"/>
                </a:cubicBezTo>
                <a:cubicBezTo>
                  <a:pt x="775654" y="566207"/>
                  <a:pt x="774570" y="561791"/>
                  <a:pt x="773894" y="557275"/>
                </a:cubicBezTo>
                <a:cubicBezTo>
                  <a:pt x="773217" y="552760"/>
                  <a:pt x="772959" y="548221"/>
                  <a:pt x="773120" y="543658"/>
                </a:cubicBezTo>
                <a:cubicBezTo>
                  <a:pt x="773281" y="539095"/>
                  <a:pt x="773858" y="534585"/>
                  <a:pt x="774851" y="530128"/>
                </a:cubicBezTo>
                <a:cubicBezTo>
                  <a:pt x="775843" y="525672"/>
                  <a:pt x="777235" y="521343"/>
                  <a:pt x="779026" y="517144"/>
                </a:cubicBezTo>
                <a:cubicBezTo>
                  <a:pt x="780817" y="512943"/>
                  <a:pt x="782977" y="508943"/>
                  <a:pt x="785506" y="505141"/>
                </a:cubicBezTo>
                <a:cubicBezTo>
                  <a:pt x="788036" y="501340"/>
                  <a:pt x="790891" y="497801"/>
                  <a:pt x="794072" y="494527"/>
                </a:cubicBezTo>
                <a:cubicBezTo>
                  <a:pt x="797254" y="491252"/>
                  <a:pt x="800708" y="488296"/>
                  <a:pt x="804435" y="485658"/>
                </a:cubicBezTo>
                <a:cubicBezTo>
                  <a:pt x="808162" y="483021"/>
                  <a:pt x="812099" y="480746"/>
                  <a:pt x="816245" y="478834"/>
                </a:cubicBezTo>
                <a:cubicBezTo>
                  <a:pt x="820392" y="476923"/>
                  <a:pt x="824678" y="475407"/>
                  <a:pt x="829105" y="474286"/>
                </a:cubicBezTo>
                <a:cubicBezTo>
                  <a:pt x="833531" y="473165"/>
                  <a:pt x="838022" y="472459"/>
                  <a:pt x="842579" y="472166"/>
                </a:cubicBezTo>
                <a:cubicBezTo>
                  <a:pt x="843084" y="471512"/>
                  <a:pt x="843669" y="470937"/>
                  <a:pt x="844331" y="470443"/>
                </a:cubicBezTo>
                <a:lnTo>
                  <a:pt x="934341" y="388847"/>
                </a:lnTo>
                <a:lnTo>
                  <a:pt x="953277" y="309787"/>
                </a:lnTo>
                <a:lnTo>
                  <a:pt x="1001169" y="321259"/>
                </a:lnTo>
                <a:lnTo>
                  <a:pt x="980412" y="407920"/>
                </a:lnTo>
                <a:cubicBezTo>
                  <a:pt x="979157" y="412988"/>
                  <a:pt x="976608" y="417289"/>
                  <a:pt x="972766" y="420825"/>
                </a:cubicBezTo>
                <a:lnTo>
                  <a:pt x="897041" y="489765"/>
                </a:lnTo>
                <a:cubicBezTo>
                  <a:pt x="902034" y="494240"/>
                  <a:pt x="906345" y="499296"/>
                  <a:pt x="909973" y="504934"/>
                </a:cubicBezTo>
                <a:cubicBezTo>
                  <a:pt x="913602" y="510572"/>
                  <a:pt x="916418" y="516590"/>
                  <a:pt x="918422" y="522988"/>
                </a:cubicBezTo>
                <a:cubicBezTo>
                  <a:pt x="920427" y="529386"/>
                  <a:pt x="921547" y="535936"/>
                  <a:pt x="921784" y="542636"/>
                </a:cubicBezTo>
                <a:cubicBezTo>
                  <a:pt x="922020" y="549336"/>
                  <a:pt x="921364" y="555948"/>
                  <a:pt x="919816" y="562472"/>
                </a:cubicBezTo>
                <a:lnTo>
                  <a:pt x="919573" y="563486"/>
                </a:lnTo>
                <a:close/>
                <a:moveTo>
                  <a:pt x="725202" y="591951"/>
                </a:moveTo>
                <a:cubicBezTo>
                  <a:pt x="723179" y="600248"/>
                  <a:pt x="719825" y="607966"/>
                  <a:pt x="715139" y="615106"/>
                </a:cubicBezTo>
                <a:cubicBezTo>
                  <a:pt x="710453" y="622245"/>
                  <a:pt x="704707" y="628393"/>
                  <a:pt x="697900" y="633550"/>
                </a:cubicBezTo>
                <a:cubicBezTo>
                  <a:pt x="691094" y="638708"/>
                  <a:pt x="683620" y="642576"/>
                  <a:pt x="675478" y="645154"/>
                </a:cubicBezTo>
                <a:cubicBezTo>
                  <a:pt x="667337" y="647733"/>
                  <a:pt x="658999" y="648873"/>
                  <a:pt x="650465" y="648575"/>
                </a:cubicBezTo>
                <a:cubicBezTo>
                  <a:pt x="641930" y="648277"/>
                  <a:pt x="633692" y="646558"/>
                  <a:pt x="625751" y="643419"/>
                </a:cubicBezTo>
                <a:cubicBezTo>
                  <a:pt x="617809" y="640279"/>
                  <a:pt x="610623" y="635899"/>
                  <a:pt x="604192" y="630280"/>
                </a:cubicBezTo>
                <a:cubicBezTo>
                  <a:pt x="597762" y="624661"/>
                  <a:pt x="592458" y="618127"/>
                  <a:pt x="588281" y="610678"/>
                </a:cubicBezTo>
                <a:cubicBezTo>
                  <a:pt x="584105" y="603230"/>
                  <a:pt x="581297" y="595296"/>
                  <a:pt x="579857" y="586879"/>
                </a:cubicBezTo>
                <a:cubicBezTo>
                  <a:pt x="578312" y="576982"/>
                  <a:pt x="578699" y="567162"/>
                  <a:pt x="581019" y="557416"/>
                </a:cubicBezTo>
                <a:cubicBezTo>
                  <a:pt x="582800" y="550014"/>
                  <a:pt x="585655" y="543052"/>
                  <a:pt x="589585" y="536532"/>
                </a:cubicBezTo>
                <a:cubicBezTo>
                  <a:pt x="593515" y="530010"/>
                  <a:pt x="598336" y="524233"/>
                  <a:pt x="604049" y="519200"/>
                </a:cubicBezTo>
                <a:cubicBezTo>
                  <a:pt x="609762" y="514167"/>
                  <a:pt x="616100" y="510112"/>
                  <a:pt x="623065" y="507036"/>
                </a:cubicBezTo>
                <a:cubicBezTo>
                  <a:pt x="630029" y="503959"/>
                  <a:pt x="637295" y="502004"/>
                  <a:pt x="644863" y="501170"/>
                </a:cubicBezTo>
                <a:lnTo>
                  <a:pt x="659551" y="439848"/>
                </a:lnTo>
                <a:cubicBezTo>
                  <a:pt x="660806" y="434780"/>
                  <a:pt x="663355" y="430479"/>
                  <a:pt x="667197" y="426944"/>
                </a:cubicBezTo>
                <a:lnTo>
                  <a:pt x="757207" y="345348"/>
                </a:lnTo>
                <a:lnTo>
                  <a:pt x="775900" y="267302"/>
                </a:lnTo>
                <a:lnTo>
                  <a:pt x="823792" y="278774"/>
                </a:lnTo>
                <a:lnTo>
                  <a:pt x="803035" y="365435"/>
                </a:lnTo>
                <a:cubicBezTo>
                  <a:pt x="801779" y="370502"/>
                  <a:pt x="799231" y="374804"/>
                  <a:pt x="795389" y="378340"/>
                </a:cubicBezTo>
                <a:lnTo>
                  <a:pt x="705186" y="459621"/>
                </a:lnTo>
                <a:lnTo>
                  <a:pt x="692501" y="512580"/>
                </a:lnTo>
                <a:cubicBezTo>
                  <a:pt x="698912" y="516642"/>
                  <a:pt x="704563" y="521574"/>
                  <a:pt x="709457" y="527374"/>
                </a:cubicBezTo>
                <a:cubicBezTo>
                  <a:pt x="714350" y="533174"/>
                  <a:pt x="718258" y="539576"/>
                  <a:pt x="721182" y="546578"/>
                </a:cubicBezTo>
                <a:cubicBezTo>
                  <a:pt x="724106" y="553581"/>
                  <a:pt x="725910" y="560862"/>
                  <a:pt x="726594" y="568420"/>
                </a:cubicBezTo>
                <a:cubicBezTo>
                  <a:pt x="727278" y="575977"/>
                  <a:pt x="726810" y="583463"/>
                  <a:pt x="725191" y="590877"/>
                </a:cubicBezTo>
                <a:lnTo>
                  <a:pt x="725202" y="591951"/>
                </a:lnTo>
                <a:close/>
                <a:moveTo>
                  <a:pt x="406651" y="557181"/>
                </a:moveTo>
                <a:cubicBezTo>
                  <a:pt x="409822" y="552360"/>
                  <a:pt x="413507" y="547970"/>
                  <a:pt x="417706" y="544010"/>
                </a:cubicBezTo>
                <a:cubicBezTo>
                  <a:pt x="421905" y="540050"/>
                  <a:pt x="426504" y="536628"/>
                  <a:pt x="431503" y="533745"/>
                </a:cubicBezTo>
                <a:cubicBezTo>
                  <a:pt x="436502" y="530861"/>
                  <a:pt x="441766" y="528594"/>
                  <a:pt x="447296" y="526942"/>
                </a:cubicBezTo>
                <a:cubicBezTo>
                  <a:pt x="452826" y="525290"/>
                  <a:pt x="458471" y="524299"/>
                  <a:pt x="464233" y="523968"/>
                </a:cubicBezTo>
                <a:cubicBezTo>
                  <a:pt x="469995" y="523637"/>
                  <a:pt x="475717" y="523975"/>
                  <a:pt x="481399" y="524983"/>
                </a:cubicBezTo>
                <a:cubicBezTo>
                  <a:pt x="487082" y="525991"/>
                  <a:pt x="492571" y="527641"/>
                  <a:pt x="497868" y="529933"/>
                </a:cubicBezTo>
                <a:cubicBezTo>
                  <a:pt x="503164" y="532225"/>
                  <a:pt x="508125" y="535098"/>
                  <a:pt x="512749" y="538550"/>
                </a:cubicBezTo>
                <a:cubicBezTo>
                  <a:pt x="517374" y="542003"/>
                  <a:pt x="521537" y="545943"/>
                  <a:pt x="525240" y="550370"/>
                </a:cubicBezTo>
                <a:cubicBezTo>
                  <a:pt x="528942" y="554796"/>
                  <a:pt x="532084" y="559591"/>
                  <a:pt x="534665" y="564753"/>
                </a:cubicBezTo>
                <a:cubicBezTo>
                  <a:pt x="537246" y="569915"/>
                  <a:pt x="539196" y="575305"/>
                  <a:pt x="540516" y="580923"/>
                </a:cubicBezTo>
                <a:cubicBezTo>
                  <a:pt x="541836" y="586542"/>
                  <a:pt x="542489" y="592236"/>
                  <a:pt x="542477" y="598008"/>
                </a:cubicBezTo>
                <a:cubicBezTo>
                  <a:pt x="542464" y="603779"/>
                  <a:pt x="541786" y="609471"/>
                  <a:pt x="540441" y="615083"/>
                </a:cubicBezTo>
                <a:cubicBezTo>
                  <a:pt x="539097" y="620695"/>
                  <a:pt x="537123" y="626077"/>
                  <a:pt x="534520" y="631227"/>
                </a:cubicBezTo>
                <a:cubicBezTo>
                  <a:pt x="531916" y="636378"/>
                  <a:pt x="528754" y="641159"/>
                  <a:pt x="525032" y="645569"/>
                </a:cubicBezTo>
                <a:cubicBezTo>
                  <a:pt x="521310" y="649980"/>
                  <a:pt x="517129" y="653902"/>
                  <a:pt x="512490" y="657334"/>
                </a:cubicBezTo>
                <a:cubicBezTo>
                  <a:pt x="507850" y="660767"/>
                  <a:pt x="502878" y="663618"/>
                  <a:pt x="497571" y="665886"/>
                </a:cubicBezTo>
                <a:cubicBezTo>
                  <a:pt x="492265" y="668155"/>
                  <a:pt x="486768" y="669782"/>
                  <a:pt x="481081" y="670764"/>
                </a:cubicBezTo>
                <a:cubicBezTo>
                  <a:pt x="475394" y="671747"/>
                  <a:pt x="469671" y="672061"/>
                  <a:pt x="463911" y="671705"/>
                </a:cubicBezTo>
                <a:cubicBezTo>
                  <a:pt x="458150" y="671349"/>
                  <a:pt x="452509" y="670333"/>
                  <a:pt x="446987" y="668657"/>
                </a:cubicBezTo>
                <a:cubicBezTo>
                  <a:pt x="441464" y="666981"/>
                  <a:pt x="436210" y="664690"/>
                  <a:pt x="431223" y="661784"/>
                </a:cubicBezTo>
                <a:cubicBezTo>
                  <a:pt x="426237" y="658879"/>
                  <a:pt x="421653" y="655438"/>
                  <a:pt x="417472" y="651459"/>
                </a:cubicBezTo>
                <a:cubicBezTo>
                  <a:pt x="413290" y="647482"/>
                  <a:pt x="409625" y="643075"/>
                  <a:pt x="406474" y="638239"/>
                </a:cubicBezTo>
                <a:cubicBezTo>
                  <a:pt x="403324" y="633404"/>
                  <a:pt x="400774" y="628270"/>
                  <a:pt x="398825" y="622838"/>
                </a:cubicBezTo>
                <a:cubicBezTo>
                  <a:pt x="396876" y="617407"/>
                  <a:pt x="395580" y="611822"/>
                  <a:pt x="394937" y="606087"/>
                </a:cubicBezTo>
                <a:lnTo>
                  <a:pt x="335643" y="591885"/>
                </a:lnTo>
                <a:lnTo>
                  <a:pt x="348388" y="538672"/>
                </a:lnTo>
                <a:lnTo>
                  <a:pt x="353691" y="544497"/>
                </a:lnTo>
                <a:lnTo>
                  <a:pt x="406651" y="557181"/>
                </a:lnTo>
                <a:close/>
                <a:moveTo>
                  <a:pt x="421458" y="801868"/>
                </a:moveTo>
                <a:lnTo>
                  <a:pt x="340287" y="710085"/>
                </a:lnTo>
                <a:lnTo>
                  <a:pt x="309120" y="702619"/>
                </a:lnTo>
                <a:lnTo>
                  <a:pt x="320955" y="653207"/>
                </a:lnTo>
                <a:lnTo>
                  <a:pt x="359725" y="662493"/>
                </a:lnTo>
                <a:cubicBezTo>
                  <a:pt x="364679" y="663694"/>
                  <a:pt x="368917" y="666138"/>
                  <a:pt x="372437" y="669825"/>
                </a:cubicBezTo>
                <a:lnTo>
                  <a:pt x="453971" y="760088"/>
                </a:lnTo>
                <a:lnTo>
                  <a:pt x="506678" y="772713"/>
                </a:lnTo>
                <a:cubicBezTo>
                  <a:pt x="509156" y="768960"/>
                  <a:pt x="511953" y="765462"/>
                  <a:pt x="515069" y="762219"/>
                </a:cubicBezTo>
                <a:cubicBezTo>
                  <a:pt x="518185" y="758977"/>
                  <a:pt x="521569" y="756042"/>
                  <a:pt x="525220" y="753417"/>
                </a:cubicBezTo>
                <a:cubicBezTo>
                  <a:pt x="528871" y="750791"/>
                  <a:pt x="532729" y="748516"/>
                  <a:pt x="536794" y="746594"/>
                </a:cubicBezTo>
                <a:cubicBezTo>
                  <a:pt x="540860" y="744672"/>
                  <a:pt x="545065" y="743133"/>
                  <a:pt x="549412" y="741977"/>
                </a:cubicBezTo>
                <a:cubicBezTo>
                  <a:pt x="553758" y="740821"/>
                  <a:pt x="558173" y="740069"/>
                  <a:pt x="562656" y="739718"/>
                </a:cubicBezTo>
                <a:cubicBezTo>
                  <a:pt x="567140" y="739367"/>
                  <a:pt x="571618" y="739425"/>
                  <a:pt x="576091" y="739890"/>
                </a:cubicBezTo>
                <a:cubicBezTo>
                  <a:pt x="580564" y="740356"/>
                  <a:pt x="584958" y="741222"/>
                  <a:pt x="589273" y="742489"/>
                </a:cubicBezTo>
                <a:cubicBezTo>
                  <a:pt x="593588" y="743756"/>
                  <a:pt x="597753" y="745403"/>
                  <a:pt x="601768" y="747429"/>
                </a:cubicBezTo>
                <a:cubicBezTo>
                  <a:pt x="605783" y="749454"/>
                  <a:pt x="609581" y="751827"/>
                  <a:pt x="613163" y="754545"/>
                </a:cubicBezTo>
                <a:cubicBezTo>
                  <a:pt x="616746" y="757265"/>
                  <a:pt x="620053" y="760285"/>
                  <a:pt x="623084" y="763606"/>
                </a:cubicBezTo>
                <a:cubicBezTo>
                  <a:pt x="626116" y="766928"/>
                  <a:pt x="628823" y="770496"/>
                  <a:pt x="631204" y="774312"/>
                </a:cubicBezTo>
                <a:cubicBezTo>
                  <a:pt x="633585" y="778126"/>
                  <a:pt x="635601" y="782125"/>
                  <a:pt x="637253" y="786308"/>
                </a:cubicBezTo>
                <a:cubicBezTo>
                  <a:pt x="638905" y="790491"/>
                  <a:pt x="640166" y="794788"/>
                  <a:pt x="641034" y="799201"/>
                </a:cubicBezTo>
                <a:cubicBezTo>
                  <a:pt x="641903" y="803613"/>
                  <a:pt x="642365" y="808068"/>
                  <a:pt x="642422" y="812565"/>
                </a:cubicBezTo>
                <a:cubicBezTo>
                  <a:pt x="642478" y="817062"/>
                  <a:pt x="642127" y="821527"/>
                  <a:pt x="641370" y="825959"/>
                </a:cubicBezTo>
                <a:cubicBezTo>
                  <a:pt x="640612" y="830392"/>
                  <a:pt x="639460" y="834720"/>
                  <a:pt x="637913" y="838943"/>
                </a:cubicBezTo>
                <a:cubicBezTo>
                  <a:pt x="636366" y="843166"/>
                  <a:pt x="634451" y="847213"/>
                  <a:pt x="632166" y="851088"/>
                </a:cubicBezTo>
                <a:cubicBezTo>
                  <a:pt x="629881" y="854961"/>
                  <a:pt x="627265" y="858596"/>
                  <a:pt x="624318" y="861992"/>
                </a:cubicBezTo>
                <a:cubicBezTo>
                  <a:pt x="621370" y="865389"/>
                  <a:pt x="618140" y="868491"/>
                  <a:pt x="614627" y="871299"/>
                </a:cubicBezTo>
                <a:cubicBezTo>
                  <a:pt x="611114" y="874106"/>
                  <a:pt x="607376" y="876574"/>
                  <a:pt x="603413" y="878699"/>
                </a:cubicBezTo>
                <a:cubicBezTo>
                  <a:pt x="599450" y="880825"/>
                  <a:pt x="595328" y="882576"/>
                  <a:pt x="591046" y="883951"/>
                </a:cubicBezTo>
                <a:cubicBezTo>
                  <a:pt x="586764" y="885325"/>
                  <a:pt x="582393" y="886302"/>
                  <a:pt x="577933" y="886879"/>
                </a:cubicBezTo>
                <a:cubicBezTo>
                  <a:pt x="573473" y="887457"/>
                  <a:pt x="568998" y="887626"/>
                  <a:pt x="564507" y="887388"/>
                </a:cubicBezTo>
                <a:cubicBezTo>
                  <a:pt x="560016" y="887150"/>
                  <a:pt x="555584" y="886508"/>
                  <a:pt x="551210" y="885461"/>
                </a:cubicBezTo>
                <a:cubicBezTo>
                  <a:pt x="546339" y="884304"/>
                  <a:pt x="541646" y="882645"/>
                  <a:pt x="537131" y="880482"/>
                </a:cubicBezTo>
                <a:cubicBezTo>
                  <a:pt x="525472" y="874994"/>
                  <a:pt x="515891" y="867013"/>
                  <a:pt x="508387" y="856538"/>
                </a:cubicBezTo>
                <a:cubicBezTo>
                  <a:pt x="500883" y="846062"/>
                  <a:pt x="496409" y="834422"/>
                  <a:pt x="494964" y="821618"/>
                </a:cubicBezTo>
                <a:lnTo>
                  <a:pt x="434656" y="807173"/>
                </a:lnTo>
                <a:cubicBezTo>
                  <a:pt x="429588" y="805917"/>
                  <a:pt x="425286" y="803369"/>
                  <a:pt x="421751" y="799527"/>
                </a:cubicBezTo>
                <a:lnTo>
                  <a:pt x="421458" y="801868"/>
                </a:lnTo>
                <a:close/>
                <a:moveTo>
                  <a:pt x="408894" y="1276048"/>
                </a:moveTo>
                <a:lnTo>
                  <a:pt x="455991" y="1079412"/>
                </a:lnTo>
                <a:cubicBezTo>
                  <a:pt x="448693" y="1074603"/>
                  <a:pt x="442443" y="1068687"/>
                  <a:pt x="437242" y="1061664"/>
                </a:cubicBezTo>
                <a:cubicBezTo>
                  <a:pt x="432040" y="1054640"/>
                  <a:pt x="428203" y="1046936"/>
                  <a:pt x="425731" y="1038553"/>
                </a:cubicBezTo>
                <a:cubicBezTo>
                  <a:pt x="423259" y="1030170"/>
                  <a:pt x="422302" y="1021617"/>
                  <a:pt x="422860" y="1012895"/>
                </a:cubicBezTo>
                <a:cubicBezTo>
                  <a:pt x="423418" y="1004172"/>
                  <a:pt x="425458" y="995811"/>
                  <a:pt x="428979" y="987811"/>
                </a:cubicBezTo>
                <a:cubicBezTo>
                  <a:pt x="432500" y="979812"/>
                  <a:pt x="437288" y="972661"/>
                  <a:pt x="443343" y="966357"/>
                </a:cubicBezTo>
                <a:cubicBezTo>
                  <a:pt x="449398" y="960055"/>
                  <a:pt x="456351" y="954983"/>
                  <a:pt x="464203" y="951143"/>
                </a:cubicBezTo>
                <a:cubicBezTo>
                  <a:pt x="472055" y="947305"/>
                  <a:pt x="480327" y="944931"/>
                  <a:pt x="489020" y="944022"/>
                </a:cubicBezTo>
                <a:cubicBezTo>
                  <a:pt x="497713" y="943115"/>
                  <a:pt x="506297" y="943728"/>
                  <a:pt x="514773" y="945861"/>
                </a:cubicBezTo>
                <a:lnTo>
                  <a:pt x="519841" y="947075"/>
                </a:lnTo>
                <a:cubicBezTo>
                  <a:pt x="527909" y="949635"/>
                  <a:pt x="535320" y="953467"/>
                  <a:pt x="542073" y="958572"/>
                </a:cubicBezTo>
                <a:cubicBezTo>
                  <a:pt x="548827" y="963675"/>
                  <a:pt x="554536" y="969759"/>
                  <a:pt x="559201" y="976823"/>
                </a:cubicBezTo>
                <a:cubicBezTo>
                  <a:pt x="563867" y="983886"/>
                  <a:pt x="567222" y="991525"/>
                  <a:pt x="569266" y="999739"/>
                </a:cubicBezTo>
                <a:cubicBezTo>
                  <a:pt x="571310" y="1007954"/>
                  <a:pt x="571926" y="1016274"/>
                  <a:pt x="571115" y="1024700"/>
                </a:cubicBezTo>
                <a:cubicBezTo>
                  <a:pt x="570303" y="1033126"/>
                  <a:pt x="568111" y="1041176"/>
                  <a:pt x="564537" y="1048849"/>
                </a:cubicBezTo>
                <a:cubicBezTo>
                  <a:pt x="560963" y="1056523"/>
                  <a:pt x="556212" y="1063382"/>
                  <a:pt x="550285" y="1069425"/>
                </a:cubicBezTo>
                <a:cubicBezTo>
                  <a:pt x="544357" y="1075468"/>
                  <a:pt x="537592" y="1080350"/>
                  <a:pt x="529989" y="1084072"/>
                </a:cubicBezTo>
                <a:cubicBezTo>
                  <a:pt x="522386" y="1087794"/>
                  <a:pt x="514380" y="1090142"/>
                  <a:pt x="505971" y="1091116"/>
                </a:cubicBezTo>
                <a:lnTo>
                  <a:pt x="459420" y="1285470"/>
                </a:lnTo>
                <a:lnTo>
                  <a:pt x="408894" y="1276048"/>
                </a:lnTo>
                <a:close/>
                <a:moveTo>
                  <a:pt x="548261" y="1309429"/>
                </a:moveTo>
                <a:lnTo>
                  <a:pt x="572539" y="1208070"/>
                </a:lnTo>
                <a:cubicBezTo>
                  <a:pt x="573739" y="1203116"/>
                  <a:pt x="576183" y="1198879"/>
                  <a:pt x="579871" y="1195359"/>
                </a:cubicBezTo>
                <a:lnTo>
                  <a:pt x="657106" y="1125708"/>
                </a:lnTo>
                <a:cubicBezTo>
                  <a:pt x="652815" y="1121938"/>
                  <a:pt x="649008" y="1117732"/>
                  <a:pt x="645685" y="1113087"/>
                </a:cubicBezTo>
                <a:cubicBezTo>
                  <a:pt x="642361" y="1108442"/>
                  <a:pt x="639608" y="1103481"/>
                  <a:pt x="637425" y="1098204"/>
                </a:cubicBezTo>
                <a:cubicBezTo>
                  <a:pt x="635242" y="1092926"/>
                  <a:pt x="633686" y="1087469"/>
                  <a:pt x="632758" y="1081834"/>
                </a:cubicBezTo>
                <a:cubicBezTo>
                  <a:pt x="631830" y="1076199"/>
                  <a:pt x="631553" y="1070532"/>
                  <a:pt x="631928" y="1064833"/>
                </a:cubicBezTo>
                <a:cubicBezTo>
                  <a:pt x="632302" y="1059134"/>
                  <a:pt x="633319" y="1053551"/>
                  <a:pt x="634977" y="1048086"/>
                </a:cubicBezTo>
                <a:cubicBezTo>
                  <a:pt x="636635" y="1042621"/>
                  <a:pt x="638891" y="1037415"/>
                  <a:pt x="641746" y="1032469"/>
                </a:cubicBezTo>
                <a:cubicBezTo>
                  <a:pt x="644601" y="1027522"/>
                  <a:pt x="647980" y="1022964"/>
                  <a:pt x="651883" y="1018794"/>
                </a:cubicBezTo>
                <a:cubicBezTo>
                  <a:pt x="655786" y="1014625"/>
                  <a:pt x="660112" y="1010952"/>
                  <a:pt x="664859" y="1007777"/>
                </a:cubicBezTo>
                <a:cubicBezTo>
                  <a:pt x="669606" y="1004602"/>
                  <a:pt x="674652" y="1002007"/>
                  <a:pt x="679996" y="999992"/>
                </a:cubicBezTo>
                <a:cubicBezTo>
                  <a:pt x="685340" y="997977"/>
                  <a:pt x="690843" y="996595"/>
                  <a:pt x="696504" y="995845"/>
                </a:cubicBezTo>
                <a:cubicBezTo>
                  <a:pt x="702166" y="995095"/>
                  <a:pt x="707839" y="994997"/>
                  <a:pt x="713524" y="995552"/>
                </a:cubicBezTo>
                <a:cubicBezTo>
                  <a:pt x="719208" y="996107"/>
                  <a:pt x="724755" y="997299"/>
                  <a:pt x="730165" y="999129"/>
                </a:cubicBezTo>
                <a:cubicBezTo>
                  <a:pt x="735576" y="1000959"/>
                  <a:pt x="740708" y="1003378"/>
                  <a:pt x="745561" y="1006388"/>
                </a:cubicBezTo>
                <a:cubicBezTo>
                  <a:pt x="750415" y="1009398"/>
                  <a:pt x="754864" y="1012920"/>
                  <a:pt x="758908" y="1016953"/>
                </a:cubicBezTo>
                <a:cubicBezTo>
                  <a:pt x="762952" y="1020985"/>
                  <a:pt x="766486" y="1025424"/>
                  <a:pt x="769510" y="1030270"/>
                </a:cubicBezTo>
                <a:cubicBezTo>
                  <a:pt x="772533" y="1035115"/>
                  <a:pt x="774968" y="1040240"/>
                  <a:pt x="776813" y="1045645"/>
                </a:cubicBezTo>
                <a:cubicBezTo>
                  <a:pt x="778658" y="1051050"/>
                  <a:pt x="779866" y="1056594"/>
                  <a:pt x="780437" y="1062276"/>
                </a:cubicBezTo>
                <a:cubicBezTo>
                  <a:pt x="781007" y="1067960"/>
                  <a:pt x="780925" y="1073633"/>
                  <a:pt x="780191" y="1079297"/>
                </a:cubicBezTo>
                <a:cubicBezTo>
                  <a:pt x="779458" y="1084960"/>
                  <a:pt x="778091" y="1090468"/>
                  <a:pt x="776091" y="1095817"/>
                </a:cubicBezTo>
                <a:cubicBezTo>
                  <a:pt x="774091" y="1101167"/>
                  <a:pt x="771510" y="1106219"/>
                  <a:pt x="768348" y="1110976"/>
                </a:cubicBezTo>
                <a:cubicBezTo>
                  <a:pt x="765186" y="1115732"/>
                  <a:pt x="761526" y="1120067"/>
                  <a:pt x="757368" y="1123982"/>
                </a:cubicBezTo>
                <a:cubicBezTo>
                  <a:pt x="753209" y="1127897"/>
                  <a:pt x="748661" y="1131288"/>
                  <a:pt x="743722" y="1134158"/>
                </a:cubicBezTo>
                <a:cubicBezTo>
                  <a:pt x="738784" y="1137027"/>
                  <a:pt x="733584" y="1139298"/>
                  <a:pt x="728124" y="1140971"/>
                </a:cubicBezTo>
                <a:cubicBezTo>
                  <a:pt x="722663" y="1142645"/>
                  <a:pt x="717084" y="1143677"/>
                  <a:pt x="711386" y="1144067"/>
                </a:cubicBezTo>
                <a:cubicBezTo>
                  <a:pt x="710865" y="1144803"/>
                  <a:pt x="710261" y="1145462"/>
                  <a:pt x="709573" y="1146045"/>
                </a:cubicBezTo>
                <a:lnTo>
                  <a:pt x="619623" y="1227386"/>
                </a:lnTo>
                <a:lnTo>
                  <a:pt x="597167" y="1321143"/>
                </a:lnTo>
                <a:lnTo>
                  <a:pt x="548261" y="1309429"/>
                </a:lnTo>
                <a:close/>
                <a:moveTo>
                  <a:pt x="725639" y="1351914"/>
                </a:moveTo>
                <a:lnTo>
                  <a:pt x="749916" y="1250556"/>
                </a:lnTo>
                <a:cubicBezTo>
                  <a:pt x="751200" y="1245593"/>
                  <a:pt x="753728" y="1241375"/>
                  <a:pt x="757501" y="1237904"/>
                </a:cubicBezTo>
                <a:lnTo>
                  <a:pt x="848240" y="1153268"/>
                </a:lnTo>
                <a:lnTo>
                  <a:pt x="860378" y="1102589"/>
                </a:lnTo>
                <a:cubicBezTo>
                  <a:pt x="855533" y="1099412"/>
                  <a:pt x="851121" y="1095718"/>
                  <a:pt x="847140" y="1091507"/>
                </a:cubicBezTo>
                <a:cubicBezTo>
                  <a:pt x="843160" y="1087296"/>
                  <a:pt x="839720" y="1082683"/>
                  <a:pt x="836820" y="1077667"/>
                </a:cubicBezTo>
                <a:cubicBezTo>
                  <a:pt x="833919" y="1072651"/>
                  <a:pt x="831637" y="1067367"/>
                  <a:pt x="829973" y="1061817"/>
                </a:cubicBezTo>
                <a:cubicBezTo>
                  <a:pt x="828310" y="1056267"/>
                  <a:pt x="827309" y="1050600"/>
                  <a:pt x="826972" y="1044815"/>
                </a:cubicBezTo>
                <a:cubicBezTo>
                  <a:pt x="826635" y="1039031"/>
                  <a:pt x="826970" y="1033287"/>
                  <a:pt x="827978" y="1027581"/>
                </a:cubicBezTo>
                <a:cubicBezTo>
                  <a:pt x="828985" y="1021875"/>
                  <a:pt x="830638" y="1016362"/>
                  <a:pt x="832936" y="1011043"/>
                </a:cubicBezTo>
                <a:cubicBezTo>
                  <a:pt x="835234" y="1005724"/>
                  <a:pt x="838115" y="1000742"/>
                  <a:pt x="841579" y="996097"/>
                </a:cubicBezTo>
                <a:cubicBezTo>
                  <a:pt x="845043" y="991453"/>
                  <a:pt x="848997" y="987271"/>
                  <a:pt x="853439" y="983552"/>
                </a:cubicBezTo>
                <a:cubicBezTo>
                  <a:pt x="857882" y="979832"/>
                  <a:pt x="862695" y="976676"/>
                  <a:pt x="867876" y="974084"/>
                </a:cubicBezTo>
                <a:cubicBezTo>
                  <a:pt x="873058" y="971491"/>
                  <a:pt x="878469" y="969532"/>
                  <a:pt x="884109" y="968205"/>
                </a:cubicBezTo>
                <a:cubicBezTo>
                  <a:pt x="889749" y="966879"/>
                  <a:pt x="895467" y="966222"/>
                  <a:pt x="901261" y="966234"/>
                </a:cubicBezTo>
                <a:cubicBezTo>
                  <a:pt x="907055" y="966246"/>
                  <a:pt x="912769" y="966927"/>
                  <a:pt x="918404" y="968277"/>
                </a:cubicBezTo>
                <a:cubicBezTo>
                  <a:pt x="924039" y="969626"/>
                  <a:pt x="929442" y="971608"/>
                  <a:pt x="934613" y="974222"/>
                </a:cubicBezTo>
                <a:cubicBezTo>
                  <a:pt x="939783" y="976836"/>
                  <a:pt x="944583" y="980012"/>
                  <a:pt x="949010" y="983750"/>
                </a:cubicBezTo>
                <a:cubicBezTo>
                  <a:pt x="953437" y="987488"/>
                  <a:pt x="957374" y="991686"/>
                  <a:pt x="960818" y="996345"/>
                </a:cubicBezTo>
                <a:cubicBezTo>
                  <a:pt x="964263" y="1001004"/>
                  <a:pt x="967123" y="1005998"/>
                  <a:pt x="969399" y="1011326"/>
                </a:cubicBezTo>
                <a:cubicBezTo>
                  <a:pt x="971675" y="1016655"/>
                  <a:pt x="973305" y="1022174"/>
                  <a:pt x="974289" y="1027884"/>
                </a:cubicBezTo>
                <a:cubicBezTo>
                  <a:pt x="975273" y="1033594"/>
                  <a:pt x="975584" y="1039340"/>
                  <a:pt x="975223" y="1045123"/>
                </a:cubicBezTo>
                <a:cubicBezTo>
                  <a:pt x="974862" y="1050906"/>
                  <a:pt x="973838" y="1056570"/>
                  <a:pt x="972151" y="1062113"/>
                </a:cubicBezTo>
                <a:cubicBezTo>
                  <a:pt x="970464" y="1067656"/>
                  <a:pt x="968160" y="1072929"/>
                  <a:pt x="965239" y="1077933"/>
                </a:cubicBezTo>
                <a:cubicBezTo>
                  <a:pt x="962318" y="1082937"/>
                  <a:pt x="958858" y="1087536"/>
                  <a:pt x="954861" y="1091730"/>
                </a:cubicBezTo>
                <a:cubicBezTo>
                  <a:pt x="950863" y="1095925"/>
                  <a:pt x="946435" y="1099600"/>
                  <a:pt x="941577" y="1102758"/>
                </a:cubicBezTo>
                <a:cubicBezTo>
                  <a:pt x="936719" y="1105915"/>
                  <a:pt x="931562" y="1108470"/>
                  <a:pt x="926106" y="1110421"/>
                </a:cubicBezTo>
                <a:cubicBezTo>
                  <a:pt x="920650" y="1112371"/>
                  <a:pt x="915043" y="1113665"/>
                  <a:pt x="909284" y="1114303"/>
                </a:cubicBezTo>
                <a:lnTo>
                  <a:pt x="894839" y="1174611"/>
                </a:lnTo>
                <a:cubicBezTo>
                  <a:pt x="893583" y="1179679"/>
                  <a:pt x="891034" y="1183980"/>
                  <a:pt x="887193" y="1187517"/>
                </a:cubicBezTo>
                <a:lnTo>
                  <a:pt x="797243" y="1268858"/>
                </a:lnTo>
                <a:lnTo>
                  <a:pt x="774787" y="1362615"/>
                </a:lnTo>
                <a:lnTo>
                  <a:pt x="725639" y="1351914"/>
                </a:lnTo>
                <a:close/>
                <a:moveTo>
                  <a:pt x="908084" y="1395613"/>
                </a:moveTo>
                <a:lnTo>
                  <a:pt x="932361" y="1294255"/>
                </a:lnTo>
                <a:cubicBezTo>
                  <a:pt x="933645" y="1289292"/>
                  <a:pt x="936173" y="1285074"/>
                  <a:pt x="939946" y="1281603"/>
                </a:cubicBezTo>
                <a:lnTo>
                  <a:pt x="1030431" y="1196907"/>
                </a:lnTo>
                <a:lnTo>
                  <a:pt x="1042570" y="1146228"/>
                </a:lnTo>
                <a:cubicBezTo>
                  <a:pt x="1036341" y="1142143"/>
                  <a:pt x="1030853" y="1137228"/>
                  <a:pt x="1026108" y="1131486"/>
                </a:cubicBezTo>
                <a:cubicBezTo>
                  <a:pt x="1021363" y="1125744"/>
                  <a:pt x="1017571" y="1119429"/>
                  <a:pt x="1014733" y="1112541"/>
                </a:cubicBezTo>
                <a:cubicBezTo>
                  <a:pt x="1011895" y="1105653"/>
                  <a:pt x="1010137" y="1098500"/>
                  <a:pt x="1009459" y="1091081"/>
                </a:cubicBezTo>
                <a:cubicBezTo>
                  <a:pt x="1008781" y="1083663"/>
                  <a:pt x="1009214" y="1076309"/>
                  <a:pt x="1010757" y="1069022"/>
                </a:cubicBezTo>
                <a:cubicBezTo>
                  <a:pt x="1012300" y="1061734"/>
                  <a:pt x="1014884" y="1054836"/>
                  <a:pt x="1018510" y="1048328"/>
                </a:cubicBezTo>
                <a:cubicBezTo>
                  <a:pt x="1022137" y="1041821"/>
                  <a:pt x="1026642" y="1035994"/>
                  <a:pt x="1032028" y="1030847"/>
                </a:cubicBezTo>
                <a:cubicBezTo>
                  <a:pt x="1037414" y="1025701"/>
                  <a:pt x="1043440" y="1021464"/>
                  <a:pt x="1050105" y="1018137"/>
                </a:cubicBezTo>
                <a:cubicBezTo>
                  <a:pt x="1056771" y="1014811"/>
                  <a:pt x="1063779" y="1012542"/>
                  <a:pt x="1071129" y="1011331"/>
                </a:cubicBezTo>
                <a:cubicBezTo>
                  <a:pt x="1081034" y="1009569"/>
                  <a:pt x="1090875" y="1009872"/>
                  <a:pt x="1100652" y="1012241"/>
                </a:cubicBezTo>
                <a:cubicBezTo>
                  <a:pt x="1109261" y="1014104"/>
                  <a:pt x="1117281" y="1017400"/>
                  <a:pt x="1124713" y="1022128"/>
                </a:cubicBezTo>
                <a:cubicBezTo>
                  <a:pt x="1132145" y="1026855"/>
                  <a:pt x="1138529" y="1032723"/>
                  <a:pt x="1143866" y="1039730"/>
                </a:cubicBezTo>
                <a:cubicBezTo>
                  <a:pt x="1149203" y="1046738"/>
                  <a:pt x="1153162" y="1054453"/>
                  <a:pt x="1155744" y="1062874"/>
                </a:cubicBezTo>
                <a:cubicBezTo>
                  <a:pt x="1158326" y="1071295"/>
                  <a:pt x="1159371" y="1079903"/>
                  <a:pt x="1158879" y="1088697"/>
                </a:cubicBezTo>
                <a:cubicBezTo>
                  <a:pt x="1158387" y="1097492"/>
                  <a:pt x="1156389" y="1105929"/>
                  <a:pt x="1152884" y="1114010"/>
                </a:cubicBezTo>
                <a:cubicBezTo>
                  <a:pt x="1149379" y="1122091"/>
                  <a:pt x="1144584" y="1129316"/>
                  <a:pt x="1138499" y="1135685"/>
                </a:cubicBezTo>
                <a:cubicBezTo>
                  <a:pt x="1132414" y="1142054"/>
                  <a:pt x="1125416" y="1147173"/>
                  <a:pt x="1117503" y="1151042"/>
                </a:cubicBezTo>
                <a:cubicBezTo>
                  <a:pt x="1109590" y="1154912"/>
                  <a:pt x="1101252" y="1157292"/>
                  <a:pt x="1092489" y="1158184"/>
                </a:cubicBezTo>
                <a:lnTo>
                  <a:pt x="1078044" y="1218492"/>
                </a:lnTo>
                <a:cubicBezTo>
                  <a:pt x="1076947" y="1223655"/>
                  <a:pt x="1074399" y="1227956"/>
                  <a:pt x="1070398" y="1231398"/>
                </a:cubicBezTo>
                <a:lnTo>
                  <a:pt x="980449" y="1312739"/>
                </a:lnTo>
                <a:lnTo>
                  <a:pt x="957992" y="1406496"/>
                </a:lnTo>
                <a:lnTo>
                  <a:pt x="908084" y="1395613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4" name="Shape 24"/>
          <p:cNvSpPr/>
          <p:nvPr/>
        </p:nvSpPr>
        <p:spPr>
          <a:xfrm>
            <a:off x="1567237" y="4741936"/>
            <a:ext cx="555177" cy="555196"/>
          </a:xfrm>
          <a:custGeom>
            <a:avLst/>
            <a:gdLst/>
            <a:rect l="0" t="0" r="555177" b="555196"/>
            <a:pathLst>
              <a:path w="555177" h="555196" fill="norm" stroke="0">
                <a:moveTo>
                  <a:pt x="148410" y="554069"/>
                </a:moveTo>
                <a:lnTo>
                  <a:pt x="545883" y="423161"/>
                </a:lnTo>
                <a:cubicBezTo>
                  <a:pt x="547569" y="422606"/>
                  <a:pt x="549085" y="421749"/>
                  <a:pt x="550430" y="420591"/>
                </a:cubicBezTo>
                <a:cubicBezTo>
                  <a:pt x="551775" y="419433"/>
                  <a:pt x="552848" y="418061"/>
                  <a:pt x="553647" y="416476"/>
                </a:cubicBezTo>
                <a:cubicBezTo>
                  <a:pt x="554447" y="414891"/>
                  <a:pt x="554913" y="413213"/>
                  <a:pt x="555045" y="411443"/>
                </a:cubicBezTo>
                <a:cubicBezTo>
                  <a:pt x="555177" y="409673"/>
                  <a:pt x="554966" y="407944"/>
                  <a:pt x="554410" y="406259"/>
                </a:cubicBezTo>
                <a:lnTo>
                  <a:pt x="423670" y="9294"/>
                </a:lnTo>
                <a:cubicBezTo>
                  <a:pt x="423114" y="7608"/>
                  <a:pt x="422257" y="6092"/>
                  <a:pt x="421099" y="4747"/>
                </a:cubicBezTo>
                <a:cubicBezTo>
                  <a:pt x="419941" y="3402"/>
                  <a:pt x="418569" y="2329"/>
                  <a:pt x="416985" y="1530"/>
                </a:cubicBezTo>
                <a:cubicBezTo>
                  <a:pt x="415400" y="730"/>
                  <a:pt x="413722" y="264"/>
                  <a:pt x="411952" y="132"/>
                </a:cubicBezTo>
                <a:cubicBezTo>
                  <a:pt x="410181" y="0"/>
                  <a:pt x="408453" y="212"/>
                  <a:pt x="406767" y="767"/>
                </a:cubicBezTo>
                <a:lnTo>
                  <a:pt x="9294" y="131675"/>
                </a:lnTo>
                <a:cubicBezTo>
                  <a:pt x="7608" y="132230"/>
                  <a:pt x="6092" y="133087"/>
                  <a:pt x="4747" y="134245"/>
                </a:cubicBezTo>
                <a:cubicBezTo>
                  <a:pt x="3402" y="135404"/>
                  <a:pt x="2329" y="136775"/>
                  <a:pt x="1530" y="138360"/>
                </a:cubicBezTo>
                <a:cubicBezTo>
                  <a:pt x="730" y="139945"/>
                  <a:pt x="264" y="141623"/>
                  <a:pt x="132" y="143393"/>
                </a:cubicBezTo>
                <a:cubicBezTo>
                  <a:pt x="0" y="145163"/>
                  <a:pt x="212" y="146891"/>
                  <a:pt x="767" y="148578"/>
                </a:cubicBezTo>
                <a:lnTo>
                  <a:pt x="131675" y="546050"/>
                </a:lnTo>
                <a:cubicBezTo>
                  <a:pt x="132935" y="549417"/>
                  <a:pt x="135186" y="551877"/>
                  <a:pt x="138428" y="553430"/>
                </a:cubicBezTo>
                <a:cubicBezTo>
                  <a:pt x="141669" y="554983"/>
                  <a:pt x="144997" y="555196"/>
                  <a:pt x="148410" y="554069"/>
                </a:cubicBezTo>
                <a:close/>
                <a:moveTo>
                  <a:pt x="30259" y="152536"/>
                </a:moveTo>
                <a:lnTo>
                  <a:pt x="402683" y="29878"/>
                </a:lnTo>
                <a:lnTo>
                  <a:pt x="525467" y="402683"/>
                </a:lnTo>
                <a:lnTo>
                  <a:pt x="152662" y="525467"/>
                </a:lnTo>
                <a:lnTo>
                  <a:pt x="30259" y="152536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1413860" y="4587308"/>
            <a:ext cx="863350" cy="863350"/>
          </a:xfrm>
          <a:custGeom>
            <a:avLst/>
            <a:gdLst/>
            <a:rect l="0" t="0" r="863350" b="863350"/>
            <a:pathLst>
              <a:path w="863350" h="863350" fill="norm" stroke="0">
                <a:moveTo>
                  <a:pt x="732840" y="150384"/>
                </a:moveTo>
                <a:cubicBezTo>
                  <a:pt x="734923" y="150274"/>
                  <a:pt x="736873" y="149708"/>
                  <a:pt x="738691" y="148687"/>
                </a:cubicBezTo>
                <a:cubicBezTo>
                  <a:pt x="740509" y="147666"/>
                  <a:pt x="742006" y="146295"/>
                  <a:pt x="743183" y="144574"/>
                </a:cubicBezTo>
                <a:cubicBezTo>
                  <a:pt x="744360" y="142853"/>
                  <a:pt x="745096" y="140960"/>
                  <a:pt x="745388" y="138895"/>
                </a:cubicBezTo>
                <a:cubicBezTo>
                  <a:pt x="745681" y="136831"/>
                  <a:pt x="745501" y="134808"/>
                  <a:pt x="744849" y="132828"/>
                </a:cubicBezTo>
                <a:cubicBezTo>
                  <a:pt x="744197" y="130847"/>
                  <a:pt x="743139" y="129114"/>
                  <a:pt x="741677" y="127628"/>
                </a:cubicBezTo>
                <a:cubicBezTo>
                  <a:pt x="740215" y="126141"/>
                  <a:pt x="738499" y="125056"/>
                  <a:pt x="736530" y="124371"/>
                </a:cubicBezTo>
                <a:cubicBezTo>
                  <a:pt x="734560" y="123686"/>
                  <a:pt x="732541" y="123473"/>
                  <a:pt x="730472" y="123732"/>
                </a:cubicBezTo>
                <a:cubicBezTo>
                  <a:pt x="728403" y="123991"/>
                  <a:pt x="726498" y="124695"/>
                  <a:pt x="724758" y="125844"/>
                </a:cubicBezTo>
                <a:lnTo>
                  <a:pt x="653045" y="149463"/>
                </a:lnTo>
                <a:lnTo>
                  <a:pt x="625783" y="66688"/>
                </a:lnTo>
                <a:cubicBezTo>
                  <a:pt x="625228" y="65001"/>
                  <a:pt x="624371" y="63486"/>
                  <a:pt x="623213" y="62140"/>
                </a:cubicBezTo>
                <a:cubicBezTo>
                  <a:pt x="622054" y="60795"/>
                  <a:pt x="620683" y="59723"/>
                  <a:pt x="619098" y="58923"/>
                </a:cubicBezTo>
                <a:cubicBezTo>
                  <a:pt x="617513" y="58124"/>
                  <a:pt x="615835" y="57658"/>
                  <a:pt x="614065" y="57526"/>
                </a:cubicBezTo>
                <a:cubicBezTo>
                  <a:pt x="612295" y="57393"/>
                  <a:pt x="610567" y="57605"/>
                  <a:pt x="608881" y="58160"/>
                </a:cubicBezTo>
                <a:lnTo>
                  <a:pt x="526487" y="85297"/>
                </a:lnTo>
                <a:lnTo>
                  <a:pt x="502994" y="13965"/>
                </a:lnTo>
                <a:cubicBezTo>
                  <a:pt x="503059" y="11783"/>
                  <a:pt x="502618" y="9709"/>
                  <a:pt x="501669" y="7744"/>
                </a:cubicBezTo>
                <a:cubicBezTo>
                  <a:pt x="500720" y="5778"/>
                  <a:pt x="499371" y="4142"/>
                  <a:pt x="497622" y="2837"/>
                </a:cubicBezTo>
                <a:cubicBezTo>
                  <a:pt x="495873" y="1531"/>
                  <a:pt x="493921" y="702"/>
                  <a:pt x="491767" y="351"/>
                </a:cubicBezTo>
                <a:cubicBezTo>
                  <a:pt x="489612" y="0"/>
                  <a:pt x="487498" y="166"/>
                  <a:pt x="485425" y="848"/>
                </a:cubicBezTo>
                <a:cubicBezTo>
                  <a:pt x="483352" y="1531"/>
                  <a:pt x="481553" y="2654"/>
                  <a:pt x="480029" y="4217"/>
                </a:cubicBezTo>
                <a:cubicBezTo>
                  <a:pt x="478505" y="5779"/>
                  <a:pt x="477428" y="7605"/>
                  <a:pt x="476797" y="9695"/>
                </a:cubicBezTo>
                <a:cubicBezTo>
                  <a:pt x="476166" y="11785"/>
                  <a:pt x="476053" y="13902"/>
                  <a:pt x="476458" y="16047"/>
                </a:cubicBezTo>
                <a:cubicBezTo>
                  <a:pt x="476863" y="18192"/>
                  <a:pt x="477740" y="20122"/>
                  <a:pt x="479089" y="21838"/>
                </a:cubicBezTo>
                <a:lnTo>
                  <a:pt x="502708" y="93551"/>
                </a:lnTo>
                <a:lnTo>
                  <a:pt x="439133" y="114490"/>
                </a:lnTo>
                <a:lnTo>
                  <a:pt x="415514" y="42777"/>
                </a:lnTo>
                <a:cubicBezTo>
                  <a:pt x="414959" y="41091"/>
                  <a:pt x="414102" y="39575"/>
                  <a:pt x="412944" y="38229"/>
                </a:cubicBezTo>
                <a:cubicBezTo>
                  <a:pt x="411785" y="36885"/>
                  <a:pt x="410414" y="35812"/>
                  <a:pt x="408829" y="35012"/>
                </a:cubicBezTo>
                <a:cubicBezTo>
                  <a:pt x="407244" y="34213"/>
                  <a:pt x="405566" y="33747"/>
                  <a:pt x="403796" y="33615"/>
                </a:cubicBezTo>
                <a:cubicBezTo>
                  <a:pt x="402026" y="33482"/>
                  <a:pt x="400298" y="33694"/>
                  <a:pt x="398611" y="34249"/>
                </a:cubicBezTo>
                <a:cubicBezTo>
                  <a:pt x="396925" y="34805"/>
                  <a:pt x="395409" y="35661"/>
                  <a:pt x="394064" y="36820"/>
                </a:cubicBezTo>
                <a:cubicBezTo>
                  <a:pt x="392719" y="37978"/>
                  <a:pt x="391647" y="39350"/>
                  <a:pt x="390847" y="40935"/>
                </a:cubicBezTo>
                <a:cubicBezTo>
                  <a:pt x="390047" y="42519"/>
                  <a:pt x="389582" y="44197"/>
                  <a:pt x="389449" y="45967"/>
                </a:cubicBezTo>
                <a:cubicBezTo>
                  <a:pt x="389317" y="47738"/>
                  <a:pt x="389529" y="49466"/>
                  <a:pt x="390084" y="51152"/>
                </a:cubicBezTo>
                <a:lnTo>
                  <a:pt x="413703" y="122865"/>
                </a:lnTo>
                <a:lnTo>
                  <a:pt x="350128" y="143804"/>
                </a:lnTo>
                <a:lnTo>
                  <a:pt x="326509" y="72091"/>
                </a:lnTo>
                <a:cubicBezTo>
                  <a:pt x="325953" y="70405"/>
                  <a:pt x="325097" y="68889"/>
                  <a:pt x="323938" y="67544"/>
                </a:cubicBezTo>
                <a:cubicBezTo>
                  <a:pt x="322780" y="66198"/>
                  <a:pt x="321408" y="65126"/>
                  <a:pt x="319823" y="64326"/>
                </a:cubicBezTo>
                <a:cubicBezTo>
                  <a:pt x="318238" y="63527"/>
                  <a:pt x="316561" y="63061"/>
                  <a:pt x="314791" y="62929"/>
                </a:cubicBezTo>
                <a:cubicBezTo>
                  <a:pt x="313020" y="62797"/>
                  <a:pt x="311292" y="63008"/>
                  <a:pt x="309606" y="63564"/>
                </a:cubicBezTo>
                <a:cubicBezTo>
                  <a:pt x="307920" y="64119"/>
                  <a:pt x="306404" y="64975"/>
                  <a:pt x="305059" y="66134"/>
                </a:cubicBezTo>
                <a:cubicBezTo>
                  <a:pt x="303714" y="67292"/>
                  <a:pt x="302641" y="68664"/>
                  <a:pt x="301842" y="70249"/>
                </a:cubicBezTo>
                <a:cubicBezTo>
                  <a:pt x="301042" y="71834"/>
                  <a:pt x="300576" y="73511"/>
                  <a:pt x="300444" y="75281"/>
                </a:cubicBezTo>
                <a:cubicBezTo>
                  <a:pt x="300312" y="77052"/>
                  <a:pt x="300523" y="78780"/>
                  <a:pt x="301079" y="80466"/>
                </a:cubicBezTo>
                <a:lnTo>
                  <a:pt x="324697" y="152179"/>
                </a:lnTo>
                <a:lnTo>
                  <a:pt x="261122" y="173118"/>
                </a:lnTo>
                <a:lnTo>
                  <a:pt x="237503" y="101405"/>
                </a:lnTo>
                <a:cubicBezTo>
                  <a:pt x="237393" y="99323"/>
                  <a:pt x="236828" y="97372"/>
                  <a:pt x="235806" y="95555"/>
                </a:cubicBezTo>
                <a:cubicBezTo>
                  <a:pt x="234785" y="93737"/>
                  <a:pt x="233414" y="92239"/>
                  <a:pt x="231693" y="91062"/>
                </a:cubicBezTo>
                <a:cubicBezTo>
                  <a:pt x="229972" y="89885"/>
                  <a:pt x="228079" y="89150"/>
                  <a:pt x="226015" y="88857"/>
                </a:cubicBezTo>
                <a:cubicBezTo>
                  <a:pt x="223950" y="88564"/>
                  <a:pt x="221928" y="88744"/>
                  <a:pt x="219947" y="89396"/>
                </a:cubicBezTo>
                <a:cubicBezTo>
                  <a:pt x="217967" y="90049"/>
                  <a:pt x="216233" y="91106"/>
                  <a:pt x="214747" y="92568"/>
                </a:cubicBezTo>
                <a:cubicBezTo>
                  <a:pt x="213261" y="94030"/>
                  <a:pt x="212175" y="95746"/>
                  <a:pt x="211490" y="97716"/>
                </a:cubicBezTo>
                <a:cubicBezTo>
                  <a:pt x="210806" y="99685"/>
                  <a:pt x="210593" y="101705"/>
                  <a:pt x="210852" y="103774"/>
                </a:cubicBezTo>
                <a:cubicBezTo>
                  <a:pt x="211111" y="105842"/>
                  <a:pt x="211814" y="107747"/>
                  <a:pt x="212963" y="109487"/>
                </a:cubicBezTo>
                <a:lnTo>
                  <a:pt x="236582" y="181200"/>
                </a:lnTo>
                <a:lnTo>
                  <a:pt x="173007" y="202138"/>
                </a:lnTo>
                <a:lnTo>
                  <a:pt x="149388" y="130426"/>
                </a:lnTo>
                <a:cubicBezTo>
                  <a:pt x="149278" y="128343"/>
                  <a:pt x="148712" y="126393"/>
                  <a:pt x="147691" y="124575"/>
                </a:cubicBezTo>
                <a:cubicBezTo>
                  <a:pt x="146670" y="122758"/>
                  <a:pt x="145299" y="121260"/>
                  <a:pt x="143577" y="120083"/>
                </a:cubicBezTo>
                <a:cubicBezTo>
                  <a:pt x="141857" y="118906"/>
                  <a:pt x="139964" y="118171"/>
                  <a:pt x="137899" y="117878"/>
                </a:cubicBezTo>
                <a:cubicBezTo>
                  <a:pt x="135835" y="117585"/>
                  <a:pt x="133812" y="117765"/>
                  <a:pt x="131832" y="118417"/>
                </a:cubicBezTo>
                <a:cubicBezTo>
                  <a:pt x="129852" y="119069"/>
                  <a:pt x="128118" y="120127"/>
                  <a:pt x="126632" y="121589"/>
                </a:cubicBezTo>
                <a:cubicBezTo>
                  <a:pt x="125145" y="123051"/>
                  <a:pt x="124060" y="124767"/>
                  <a:pt x="123375" y="126736"/>
                </a:cubicBezTo>
                <a:cubicBezTo>
                  <a:pt x="122690" y="128706"/>
                  <a:pt x="122477" y="130725"/>
                  <a:pt x="122736" y="132794"/>
                </a:cubicBezTo>
                <a:cubicBezTo>
                  <a:pt x="122995" y="134863"/>
                  <a:pt x="123699" y="136768"/>
                  <a:pt x="124848" y="138508"/>
                </a:cubicBezTo>
                <a:lnTo>
                  <a:pt x="148467" y="210221"/>
                </a:lnTo>
                <a:lnTo>
                  <a:pt x="65437" y="237567"/>
                </a:lnTo>
                <a:cubicBezTo>
                  <a:pt x="63751" y="238122"/>
                  <a:pt x="62235" y="238979"/>
                  <a:pt x="60890" y="240137"/>
                </a:cubicBezTo>
                <a:cubicBezTo>
                  <a:pt x="59545" y="241295"/>
                  <a:pt x="58472" y="242667"/>
                  <a:pt x="57673" y="244252"/>
                </a:cubicBezTo>
                <a:cubicBezTo>
                  <a:pt x="56873" y="245837"/>
                  <a:pt x="56407" y="247514"/>
                  <a:pt x="56275" y="249285"/>
                </a:cubicBezTo>
                <a:cubicBezTo>
                  <a:pt x="56143" y="251055"/>
                  <a:pt x="56355" y="252783"/>
                  <a:pt x="56910" y="254469"/>
                </a:cubicBezTo>
                <a:lnTo>
                  <a:pt x="84172" y="337245"/>
                </a:lnTo>
                <a:lnTo>
                  <a:pt x="12840" y="360738"/>
                </a:lnTo>
                <a:cubicBezTo>
                  <a:pt x="10758" y="360848"/>
                  <a:pt x="8808" y="361413"/>
                  <a:pt x="6990" y="362434"/>
                </a:cubicBezTo>
                <a:cubicBezTo>
                  <a:pt x="5172" y="363456"/>
                  <a:pt x="3675" y="364827"/>
                  <a:pt x="2498" y="366548"/>
                </a:cubicBezTo>
                <a:cubicBezTo>
                  <a:pt x="1321" y="368269"/>
                  <a:pt x="586" y="370162"/>
                  <a:pt x="293" y="372226"/>
                </a:cubicBezTo>
                <a:cubicBezTo>
                  <a:pt x="0" y="374291"/>
                  <a:pt x="180" y="376313"/>
                  <a:pt x="832" y="378294"/>
                </a:cubicBezTo>
                <a:cubicBezTo>
                  <a:pt x="1484" y="380274"/>
                  <a:pt x="2542" y="382007"/>
                  <a:pt x="4004" y="383494"/>
                </a:cubicBezTo>
                <a:cubicBezTo>
                  <a:pt x="5466" y="384980"/>
                  <a:pt x="7182" y="386066"/>
                  <a:pt x="9151" y="386750"/>
                </a:cubicBezTo>
                <a:cubicBezTo>
                  <a:pt x="11121" y="387435"/>
                  <a:pt x="13140" y="387648"/>
                  <a:pt x="15209" y="387389"/>
                </a:cubicBezTo>
                <a:cubicBezTo>
                  <a:pt x="17278" y="387130"/>
                  <a:pt x="19183" y="386426"/>
                  <a:pt x="20923" y="385278"/>
                </a:cubicBezTo>
                <a:lnTo>
                  <a:pt x="92636" y="361659"/>
                </a:lnTo>
                <a:lnTo>
                  <a:pt x="113574" y="425234"/>
                </a:lnTo>
                <a:lnTo>
                  <a:pt x="41861" y="448853"/>
                </a:lnTo>
                <a:cubicBezTo>
                  <a:pt x="39756" y="448925"/>
                  <a:pt x="37778" y="449465"/>
                  <a:pt x="35927" y="450471"/>
                </a:cubicBezTo>
                <a:cubicBezTo>
                  <a:pt x="34076" y="451477"/>
                  <a:pt x="32548" y="452844"/>
                  <a:pt x="31342" y="454573"/>
                </a:cubicBezTo>
                <a:cubicBezTo>
                  <a:pt x="30137" y="456300"/>
                  <a:pt x="29381" y="458207"/>
                  <a:pt x="29076" y="460291"/>
                </a:cubicBezTo>
                <a:cubicBezTo>
                  <a:pt x="28770" y="462376"/>
                  <a:pt x="28947" y="464419"/>
                  <a:pt x="29606" y="466420"/>
                </a:cubicBezTo>
                <a:cubicBezTo>
                  <a:pt x="30265" y="468421"/>
                  <a:pt x="31337" y="470169"/>
                  <a:pt x="32821" y="471664"/>
                </a:cubicBezTo>
                <a:cubicBezTo>
                  <a:pt x="34306" y="473159"/>
                  <a:pt x="36046" y="474243"/>
                  <a:pt x="38042" y="474917"/>
                </a:cubicBezTo>
                <a:cubicBezTo>
                  <a:pt x="40039" y="475590"/>
                  <a:pt x="42080" y="475781"/>
                  <a:pt x="44167" y="475491"/>
                </a:cubicBezTo>
                <a:cubicBezTo>
                  <a:pt x="46254" y="475200"/>
                  <a:pt x="48165" y="474459"/>
                  <a:pt x="49902" y="473266"/>
                </a:cubicBezTo>
                <a:lnTo>
                  <a:pt x="121615" y="449647"/>
                </a:lnTo>
                <a:lnTo>
                  <a:pt x="142553" y="513223"/>
                </a:lnTo>
                <a:lnTo>
                  <a:pt x="70840" y="536841"/>
                </a:lnTo>
                <a:cubicBezTo>
                  <a:pt x="69154" y="537397"/>
                  <a:pt x="67639" y="538253"/>
                  <a:pt x="66293" y="539412"/>
                </a:cubicBezTo>
                <a:cubicBezTo>
                  <a:pt x="64948" y="540570"/>
                  <a:pt x="63876" y="541941"/>
                  <a:pt x="63076" y="543527"/>
                </a:cubicBezTo>
                <a:cubicBezTo>
                  <a:pt x="62276" y="545111"/>
                  <a:pt x="61810" y="546789"/>
                  <a:pt x="61678" y="548559"/>
                </a:cubicBezTo>
                <a:cubicBezTo>
                  <a:pt x="61546" y="550330"/>
                  <a:pt x="61758" y="552058"/>
                  <a:pt x="62313" y="553744"/>
                </a:cubicBezTo>
                <a:cubicBezTo>
                  <a:pt x="62868" y="555430"/>
                  <a:pt x="63725" y="556946"/>
                  <a:pt x="64883" y="558291"/>
                </a:cubicBezTo>
                <a:cubicBezTo>
                  <a:pt x="66042" y="559636"/>
                  <a:pt x="67413" y="560709"/>
                  <a:pt x="68998" y="561508"/>
                </a:cubicBezTo>
                <a:cubicBezTo>
                  <a:pt x="70583" y="562308"/>
                  <a:pt x="72261" y="562774"/>
                  <a:pt x="74031" y="562906"/>
                </a:cubicBezTo>
                <a:cubicBezTo>
                  <a:pt x="75801" y="563038"/>
                  <a:pt x="77530" y="562826"/>
                  <a:pt x="79216" y="562271"/>
                </a:cubicBezTo>
                <a:lnTo>
                  <a:pt x="150929" y="538652"/>
                </a:lnTo>
                <a:lnTo>
                  <a:pt x="171867" y="602228"/>
                </a:lnTo>
                <a:lnTo>
                  <a:pt x="100154" y="625847"/>
                </a:lnTo>
                <a:cubicBezTo>
                  <a:pt x="98072" y="625957"/>
                  <a:pt x="96122" y="626522"/>
                  <a:pt x="94304" y="627543"/>
                </a:cubicBezTo>
                <a:cubicBezTo>
                  <a:pt x="92486" y="628565"/>
                  <a:pt x="90989" y="629936"/>
                  <a:pt x="89812" y="631657"/>
                </a:cubicBezTo>
                <a:cubicBezTo>
                  <a:pt x="88634" y="633378"/>
                  <a:pt x="87899" y="635271"/>
                  <a:pt x="87607" y="637335"/>
                </a:cubicBezTo>
                <a:cubicBezTo>
                  <a:pt x="87314" y="639400"/>
                  <a:pt x="87494" y="641422"/>
                  <a:pt x="88146" y="643403"/>
                </a:cubicBezTo>
                <a:cubicBezTo>
                  <a:pt x="88798" y="645383"/>
                  <a:pt x="89855" y="647116"/>
                  <a:pt x="91318" y="648603"/>
                </a:cubicBezTo>
                <a:cubicBezTo>
                  <a:pt x="92780" y="650089"/>
                  <a:pt x="94496" y="651175"/>
                  <a:pt x="96465" y="651859"/>
                </a:cubicBezTo>
                <a:cubicBezTo>
                  <a:pt x="98435" y="652544"/>
                  <a:pt x="100454" y="652757"/>
                  <a:pt x="102523" y="652498"/>
                </a:cubicBezTo>
                <a:cubicBezTo>
                  <a:pt x="104592" y="652239"/>
                  <a:pt x="106497" y="651535"/>
                  <a:pt x="108237" y="650387"/>
                </a:cubicBezTo>
                <a:lnTo>
                  <a:pt x="179950" y="626768"/>
                </a:lnTo>
                <a:lnTo>
                  <a:pt x="200888" y="690343"/>
                </a:lnTo>
                <a:lnTo>
                  <a:pt x="129175" y="713962"/>
                </a:lnTo>
                <a:cubicBezTo>
                  <a:pt x="127093" y="714072"/>
                  <a:pt x="125143" y="714638"/>
                  <a:pt x="123325" y="715659"/>
                </a:cubicBezTo>
                <a:cubicBezTo>
                  <a:pt x="121507" y="716680"/>
                  <a:pt x="120010" y="718052"/>
                  <a:pt x="118833" y="719772"/>
                </a:cubicBezTo>
                <a:cubicBezTo>
                  <a:pt x="117655" y="721493"/>
                  <a:pt x="116920" y="723386"/>
                  <a:pt x="116628" y="725451"/>
                </a:cubicBezTo>
                <a:cubicBezTo>
                  <a:pt x="116335" y="727515"/>
                  <a:pt x="116515" y="729538"/>
                  <a:pt x="117167" y="731518"/>
                </a:cubicBezTo>
                <a:cubicBezTo>
                  <a:pt x="117819" y="733498"/>
                  <a:pt x="118876" y="735232"/>
                  <a:pt x="120339" y="736718"/>
                </a:cubicBezTo>
                <a:cubicBezTo>
                  <a:pt x="121801" y="738205"/>
                  <a:pt x="123517" y="739290"/>
                  <a:pt x="125486" y="739975"/>
                </a:cubicBezTo>
                <a:cubicBezTo>
                  <a:pt x="127456" y="740659"/>
                  <a:pt x="129475" y="740872"/>
                  <a:pt x="131544" y="740613"/>
                </a:cubicBezTo>
                <a:cubicBezTo>
                  <a:pt x="133613" y="740355"/>
                  <a:pt x="135518" y="739651"/>
                  <a:pt x="137258" y="738502"/>
                </a:cubicBezTo>
                <a:lnTo>
                  <a:pt x="208970" y="714883"/>
                </a:lnTo>
                <a:lnTo>
                  <a:pt x="236233" y="797658"/>
                </a:lnTo>
                <a:cubicBezTo>
                  <a:pt x="236788" y="799345"/>
                  <a:pt x="237645" y="800860"/>
                  <a:pt x="238803" y="802205"/>
                </a:cubicBezTo>
                <a:cubicBezTo>
                  <a:pt x="239961" y="803551"/>
                  <a:pt x="241333" y="804623"/>
                  <a:pt x="242918" y="805423"/>
                </a:cubicBezTo>
                <a:cubicBezTo>
                  <a:pt x="244503" y="806222"/>
                  <a:pt x="246180" y="806688"/>
                  <a:pt x="247951" y="806820"/>
                </a:cubicBezTo>
                <a:cubicBezTo>
                  <a:pt x="249721" y="806953"/>
                  <a:pt x="251449" y="806741"/>
                  <a:pt x="253135" y="806186"/>
                </a:cubicBezTo>
                <a:lnTo>
                  <a:pt x="335910" y="778924"/>
                </a:lnTo>
                <a:lnTo>
                  <a:pt x="359487" y="850509"/>
                </a:lnTo>
                <a:cubicBezTo>
                  <a:pt x="359597" y="852592"/>
                  <a:pt x="360163" y="854542"/>
                  <a:pt x="361184" y="856360"/>
                </a:cubicBezTo>
                <a:cubicBezTo>
                  <a:pt x="362206" y="858177"/>
                  <a:pt x="363577" y="859675"/>
                  <a:pt x="365298" y="860852"/>
                </a:cubicBezTo>
                <a:cubicBezTo>
                  <a:pt x="367019" y="862030"/>
                  <a:pt x="368911" y="862764"/>
                  <a:pt x="370976" y="863057"/>
                </a:cubicBezTo>
                <a:cubicBezTo>
                  <a:pt x="373040" y="863350"/>
                  <a:pt x="375063" y="863170"/>
                  <a:pt x="377043" y="862518"/>
                </a:cubicBezTo>
                <a:cubicBezTo>
                  <a:pt x="379024" y="861866"/>
                  <a:pt x="380757" y="860808"/>
                  <a:pt x="382244" y="859346"/>
                </a:cubicBezTo>
                <a:cubicBezTo>
                  <a:pt x="383730" y="857884"/>
                  <a:pt x="384816" y="856168"/>
                  <a:pt x="385500" y="854199"/>
                </a:cubicBezTo>
                <a:cubicBezTo>
                  <a:pt x="386185" y="852229"/>
                  <a:pt x="386398" y="850210"/>
                  <a:pt x="386139" y="848141"/>
                </a:cubicBezTo>
                <a:cubicBezTo>
                  <a:pt x="385880" y="846072"/>
                  <a:pt x="385176" y="844167"/>
                  <a:pt x="384027" y="842427"/>
                </a:cubicBezTo>
                <a:lnTo>
                  <a:pt x="360409" y="770714"/>
                </a:lnTo>
                <a:lnTo>
                  <a:pt x="423984" y="749776"/>
                </a:lnTo>
                <a:lnTo>
                  <a:pt x="447603" y="821489"/>
                </a:lnTo>
                <a:cubicBezTo>
                  <a:pt x="447675" y="823594"/>
                  <a:pt x="448214" y="825572"/>
                  <a:pt x="449221" y="827423"/>
                </a:cubicBezTo>
                <a:cubicBezTo>
                  <a:pt x="450227" y="829274"/>
                  <a:pt x="451594" y="830802"/>
                  <a:pt x="453322" y="832008"/>
                </a:cubicBezTo>
                <a:cubicBezTo>
                  <a:pt x="455050" y="833213"/>
                  <a:pt x="456956" y="833968"/>
                  <a:pt x="459041" y="834274"/>
                </a:cubicBezTo>
                <a:cubicBezTo>
                  <a:pt x="461125" y="834580"/>
                  <a:pt x="463168" y="834403"/>
                  <a:pt x="465169" y="833744"/>
                </a:cubicBezTo>
                <a:cubicBezTo>
                  <a:pt x="467170" y="833084"/>
                  <a:pt x="468919" y="832013"/>
                  <a:pt x="470414" y="830528"/>
                </a:cubicBezTo>
                <a:cubicBezTo>
                  <a:pt x="471909" y="829044"/>
                  <a:pt x="472993" y="827304"/>
                  <a:pt x="473666" y="825307"/>
                </a:cubicBezTo>
                <a:cubicBezTo>
                  <a:pt x="474340" y="823311"/>
                  <a:pt x="474531" y="821270"/>
                  <a:pt x="474241" y="819183"/>
                </a:cubicBezTo>
                <a:cubicBezTo>
                  <a:pt x="473950" y="817096"/>
                  <a:pt x="473208" y="815185"/>
                  <a:pt x="472015" y="813448"/>
                </a:cubicBezTo>
                <a:lnTo>
                  <a:pt x="448397" y="741735"/>
                </a:lnTo>
                <a:lnTo>
                  <a:pt x="511972" y="720797"/>
                </a:lnTo>
                <a:lnTo>
                  <a:pt x="535591" y="792509"/>
                </a:lnTo>
                <a:cubicBezTo>
                  <a:pt x="536146" y="794196"/>
                  <a:pt x="537003" y="795712"/>
                  <a:pt x="538161" y="797057"/>
                </a:cubicBezTo>
                <a:cubicBezTo>
                  <a:pt x="539320" y="798402"/>
                  <a:pt x="540691" y="799474"/>
                  <a:pt x="542276" y="800274"/>
                </a:cubicBezTo>
                <a:cubicBezTo>
                  <a:pt x="543861" y="801074"/>
                  <a:pt x="545539" y="801539"/>
                  <a:pt x="547309" y="801672"/>
                </a:cubicBezTo>
                <a:cubicBezTo>
                  <a:pt x="549079" y="801804"/>
                  <a:pt x="550807" y="801592"/>
                  <a:pt x="552494" y="801037"/>
                </a:cubicBezTo>
                <a:cubicBezTo>
                  <a:pt x="554180" y="800481"/>
                  <a:pt x="555695" y="799625"/>
                  <a:pt x="557041" y="798466"/>
                </a:cubicBezTo>
                <a:cubicBezTo>
                  <a:pt x="558386" y="797308"/>
                  <a:pt x="559458" y="795936"/>
                  <a:pt x="560258" y="794352"/>
                </a:cubicBezTo>
                <a:cubicBezTo>
                  <a:pt x="561058" y="792767"/>
                  <a:pt x="561523" y="791089"/>
                  <a:pt x="561656" y="789318"/>
                </a:cubicBezTo>
                <a:cubicBezTo>
                  <a:pt x="561788" y="787548"/>
                  <a:pt x="561576" y="785820"/>
                  <a:pt x="561021" y="784134"/>
                </a:cubicBezTo>
                <a:lnTo>
                  <a:pt x="537402" y="712421"/>
                </a:lnTo>
                <a:lnTo>
                  <a:pt x="600978" y="691483"/>
                </a:lnTo>
                <a:lnTo>
                  <a:pt x="624596" y="763196"/>
                </a:lnTo>
                <a:cubicBezTo>
                  <a:pt x="624706" y="765278"/>
                  <a:pt x="625272" y="767228"/>
                  <a:pt x="626293" y="769046"/>
                </a:cubicBezTo>
                <a:cubicBezTo>
                  <a:pt x="627315" y="770863"/>
                  <a:pt x="628686" y="772361"/>
                  <a:pt x="630407" y="773538"/>
                </a:cubicBezTo>
                <a:cubicBezTo>
                  <a:pt x="632128" y="774716"/>
                  <a:pt x="634021" y="775450"/>
                  <a:pt x="636085" y="775743"/>
                </a:cubicBezTo>
                <a:cubicBezTo>
                  <a:pt x="638149" y="776036"/>
                  <a:pt x="640172" y="775856"/>
                  <a:pt x="642152" y="775204"/>
                </a:cubicBezTo>
                <a:cubicBezTo>
                  <a:pt x="644133" y="774552"/>
                  <a:pt x="645866" y="773494"/>
                  <a:pt x="647352" y="772032"/>
                </a:cubicBezTo>
                <a:cubicBezTo>
                  <a:pt x="648839" y="770570"/>
                  <a:pt x="649925" y="768854"/>
                  <a:pt x="650609" y="766885"/>
                </a:cubicBezTo>
                <a:cubicBezTo>
                  <a:pt x="651294" y="764915"/>
                  <a:pt x="651507" y="762896"/>
                  <a:pt x="651248" y="760827"/>
                </a:cubicBezTo>
                <a:cubicBezTo>
                  <a:pt x="650989" y="758758"/>
                  <a:pt x="650285" y="756853"/>
                  <a:pt x="649136" y="755113"/>
                </a:cubicBezTo>
                <a:lnTo>
                  <a:pt x="625518" y="683400"/>
                </a:lnTo>
                <a:lnTo>
                  <a:pt x="689093" y="662462"/>
                </a:lnTo>
                <a:lnTo>
                  <a:pt x="712712" y="734175"/>
                </a:lnTo>
                <a:cubicBezTo>
                  <a:pt x="712822" y="736257"/>
                  <a:pt x="713387" y="738207"/>
                  <a:pt x="714409" y="740025"/>
                </a:cubicBezTo>
                <a:cubicBezTo>
                  <a:pt x="715430" y="741843"/>
                  <a:pt x="716801" y="743340"/>
                  <a:pt x="718522" y="744517"/>
                </a:cubicBezTo>
                <a:cubicBezTo>
                  <a:pt x="720243" y="745695"/>
                  <a:pt x="722136" y="746430"/>
                  <a:pt x="724200" y="746722"/>
                </a:cubicBezTo>
                <a:cubicBezTo>
                  <a:pt x="726265" y="747015"/>
                  <a:pt x="728287" y="746835"/>
                  <a:pt x="730268" y="746183"/>
                </a:cubicBezTo>
                <a:cubicBezTo>
                  <a:pt x="732248" y="745531"/>
                  <a:pt x="733981" y="744474"/>
                  <a:pt x="735468" y="743011"/>
                </a:cubicBezTo>
                <a:cubicBezTo>
                  <a:pt x="736954" y="741549"/>
                  <a:pt x="738040" y="739833"/>
                  <a:pt x="738725" y="737863"/>
                </a:cubicBezTo>
                <a:cubicBezTo>
                  <a:pt x="739409" y="735894"/>
                  <a:pt x="739622" y="733875"/>
                  <a:pt x="739363" y="731806"/>
                </a:cubicBezTo>
                <a:cubicBezTo>
                  <a:pt x="739104" y="729737"/>
                  <a:pt x="738400" y="727832"/>
                  <a:pt x="737252" y="726093"/>
                </a:cubicBezTo>
                <a:lnTo>
                  <a:pt x="713633" y="654379"/>
                </a:lnTo>
                <a:lnTo>
                  <a:pt x="796408" y="627118"/>
                </a:lnTo>
                <a:cubicBezTo>
                  <a:pt x="798094" y="626562"/>
                  <a:pt x="799610" y="625705"/>
                  <a:pt x="800955" y="624547"/>
                </a:cubicBezTo>
                <a:cubicBezTo>
                  <a:pt x="802300" y="623389"/>
                  <a:pt x="803373" y="622017"/>
                  <a:pt x="804172" y="620432"/>
                </a:cubicBezTo>
                <a:cubicBezTo>
                  <a:pt x="804972" y="618847"/>
                  <a:pt x="805438" y="617169"/>
                  <a:pt x="805570" y="615399"/>
                </a:cubicBezTo>
                <a:cubicBezTo>
                  <a:pt x="805702" y="613629"/>
                  <a:pt x="805491" y="611901"/>
                  <a:pt x="804935" y="610215"/>
                </a:cubicBezTo>
                <a:lnTo>
                  <a:pt x="777799" y="527821"/>
                </a:lnTo>
                <a:lnTo>
                  <a:pt x="849385" y="504244"/>
                </a:lnTo>
                <a:cubicBezTo>
                  <a:pt x="851567" y="504310"/>
                  <a:pt x="853640" y="503868"/>
                  <a:pt x="855606" y="502919"/>
                </a:cubicBezTo>
                <a:cubicBezTo>
                  <a:pt x="857572" y="501970"/>
                  <a:pt x="859208" y="500621"/>
                  <a:pt x="860513" y="498872"/>
                </a:cubicBezTo>
                <a:cubicBezTo>
                  <a:pt x="861819" y="497123"/>
                  <a:pt x="862648" y="495171"/>
                  <a:pt x="862999" y="493017"/>
                </a:cubicBezTo>
                <a:cubicBezTo>
                  <a:pt x="863350" y="490863"/>
                  <a:pt x="863184" y="488749"/>
                  <a:pt x="862501" y="486676"/>
                </a:cubicBezTo>
                <a:cubicBezTo>
                  <a:pt x="861819" y="484603"/>
                  <a:pt x="860696" y="482804"/>
                  <a:pt x="859133" y="481280"/>
                </a:cubicBezTo>
                <a:cubicBezTo>
                  <a:pt x="857571" y="479756"/>
                  <a:pt x="855744" y="478678"/>
                  <a:pt x="853655" y="478048"/>
                </a:cubicBezTo>
                <a:cubicBezTo>
                  <a:pt x="851565" y="477417"/>
                  <a:pt x="849448" y="477304"/>
                  <a:pt x="847303" y="477709"/>
                </a:cubicBezTo>
                <a:cubicBezTo>
                  <a:pt x="845158" y="478114"/>
                  <a:pt x="843228" y="478991"/>
                  <a:pt x="841512" y="480340"/>
                </a:cubicBezTo>
                <a:lnTo>
                  <a:pt x="769799" y="503958"/>
                </a:lnTo>
                <a:lnTo>
                  <a:pt x="748860" y="440383"/>
                </a:lnTo>
                <a:lnTo>
                  <a:pt x="820573" y="416764"/>
                </a:lnTo>
                <a:cubicBezTo>
                  <a:pt x="822259" y="416209"/>
                  <a:pt x="823775" y="415352"/>
                  <a:pt x="825120" y="414194"/>
                </a:cubicBezTo>
                <a:cubicBezTo>
                  <a:pt x="826466" y="413036"/>
                  <a:pt x="827538" y="411664"/>
                  <a:pt x="828338" y="410079"/>
                </a:cubicBezTo>
                <a:cubicBezTo>
                  <a:pt x="829137" y="408494"/>
                  <a:pt x="829603" y="406817"/>
                  <a:pt x="829735" y="405046"/>
                </a:cubicBezTo>
                <a:cubicBezTo>
                  <a:pt x="829867" y="403276"/>
                  <a:pt x="829656" y="401548"/>
                  <a:pt x="829101" y="399862"/>
                </a:cubicBezTo>
                <a:cubicBezTo>
                  <a:pt x="828545" y="398176"/>
                  <a:pt x="827688" y="396660"/>
                  <a:pt x="826530" y="395315"/>
                </a:cubicBezTo>
                <a:cubicBezTo>
                  <a:pt x="825372" y="393969"/>
                  <a:pt x="824000" y="392897"/>
                  <a:pt x="822415" y="392097"/>
                </a:cubicBezTo>
                <a:cubicBezTo>
                  <a:pt x="820830" y="391298"/>
                  <a:pt x="819153" y="390832"/>
                  <a:pt x="817382" y="390700"/>
                </a:cubicBezTo>
                <a:cubicBezTo>
                  <a:pt x="815612" y="390568"/>
                  <a:pt x="813884" y="390779"/>
                  <a:pt x="812198" y="391334"/>
                </a:cubicBezTo>
                <a:lnTo>
                  <a:pt x="740485" y="414953"/>
                </a:lnTo>
                <a:lnTo>
                  <a:pt x="719546" y="351378"/>
                </a:lnTo>
                <a:lnTo>
                  <a:pt x="791259" y="327759"/>
                </a:lnTo>
                <a:cubicBezTo>
                  <a:pt x="792945" y="327204"/>
                  <a:pt x="794461" y="326347"/>
                  <a:pt x="795806" y="325189"/>
                </a:cubicBezTo>
                <a:cubicBezTo>
                  <a:pt x="797151" y="324030"/>
                  <a:pt x="798224" y="322659"/>
                  <a:pt x="799024" y="321074"/>
                </a:cubicBezTo>
                <a:cubicBezTo>
                  <a:pt x="799823" y="319489"/>
                  <a:pt x="800289" y="317811"/>
                  <a:pt x="800421" y="316041"/>
                </a:cubicBezTo>
                <a:cubicBezTo>
                  <a:pt x="800553" y="314271"/>
                  <a:pt x="800342" y="312543"/>
                  <a:pt x="799787" y="310856"/>
                </a:cubicBezTo>
                <a:cubicBezTo>
                  <a:pt x="799231" y="309170"/>
                  <a:pt x="798374" y="307654"/>
                  <a:pt x="797216" y="306309"/>
                </a:cubicBezTo>
                <a:cubicBezTo>
                  <a:pt x="796058" y="304964"/>
                  <a:pt x="794686" y="303892"/>
                  <a:pt x="793101" y="303092"/>
                </a:cubicBezTo>
                <a:cubicBezTo>
                  <a:pt x="791516" y="302292"/>
                  <a:pt x="789839" y="301827"/>
                  <a:pt x="788068" y="301694"/>
                </a:cubicBezTo>
                <a:cubicBezTo>
                  <a:pt x="786298" y="301562"/>
                  <a:pt x="784570" y="301774"/>
                  <a:pt x="782884" y="302329"/>
                </a:cubicBezTo>
                <a:lnTo>
                  <a:pt x="711171" y="325948"/>
                </a:lnTo>
                <a:lnTo>
                  <a:pt x="690232" y="262372"/>
                </a:lnTo>
                <a:lnTo>
                  <a:pt x="761945" y="238754"/>
                </a:lnTo>
                <a:cubicBezTo>
                  <a:pt x="764027" y="238644"/>
                  <a:pt x="765977" y="238078"/>
                  <a:pt x="767795" y="237057"/>
                </a:cubicBezTo>
                <a:cubicBezTo>
                  <a:pt x="769613" y="236036"/>
                  <a:pt x="771111" y="234664"/>
                  <a:pt x="772288" y="232943"/>
                </a:cubicBezTo>
                <a:cubicBezTo>
                  <a:pt x="773465" y="231222"/>
                  <a:pt x="774200" y="229329"/>
                  <a:pt x="774493" y="227265"/>
                </a:cubicBezTo>
                <a:cubicBezTo>
                  <a:pt x="774786" y="225201"/>
                  <a:pt x="774606" y="223178"/>
                  <a:pt x="773954" y="221198"/>
                </a:cubicBezTo>
                <a:cubicBezTo>
                  <a:pt x="773301" y="219217"/>
                  <a:pt x="772244" y="217484"/>
                  <a:pt x="770782" y="215997"/>
                </a:cubicBezTo>
                <a:cubicBezTo>
                  <a:pt x="769320" y="214511"/>
                  <a:pt x="767604" y="213425"/>
                  <a:pt x="765634" y="212741"/>
                </a:cubicBezTo>
                <a:cubicBezTo>
                  <a:pt x="763665" y="212056"/>
                  <a:pt x="761645" y="211843"/>
                  <a:pt x="759577" y="212102"/>
                </a:cubicBezTo>
                <a:cubicBezTo>
                  <a:pt x="757508" y="212361"/>
                  <a:pt x="755603" y="213065"/>
                  <a:pt x="753863" y="214214"/>
                </a:cubicBezTo>
                <a:lnTo>
                  <a:pt x="682150" y="237832"/>
                </a:lnTo>
                <a:lnTo>
                  <a:pt x="661211" y="174257"/>
                </a:lnTo>
                <a:lnTo>
                  <a:pt x="732840" y="150384"/>
                </a:lnTo>
                <a:close/>
                <a:moveTo>
                  <a:pt x="776204" y="606428"/>
                </a:moveTo>
                <a:lnTo>
                  <a:pt x="256921" y="777455"/>
                </a:lnTo>
                <a:lnTo>
                  <a:pt x="85895" y="258172"/>
                </a:lnTo>
                <a:lnTo>
                  <a:pt x="605178" y="87145"/>
                </a:lnTo>
                <a:lnTo>
                  <a:pt x="776204" y="606428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16572874" y="5347865"/>
            <a:ext cx="961734" cy="961734"/>
          </a:xfrm>
          <a:custGeom>
            <a:avLst/>
            <a:gdLst/>
            <a:rect l="0" t="0" r="961734" b="961734"/>
            <a:pathLst>
              <a:path w="961734" h="961734" fill="norm" stroke="0">
                <a:moveTo>
                  <a:pt x="559198" y="328664"/>
                </a:moveTo>
                <a:lnTo>
                  <a:pt x="538580" y="349283"/>
                </a:lnTo>
                <a:cubicBezTo>
                  <a:pt x="519162" y="340001"/>
                  <a:pt x="495199" y="343397"/>
                  <a:pt x="479109" y="359488"/>
                </a:cubicBezTo>
                <a:lnTo>
                  <a:pt x="468973" y="369623"/>
                </a:lnTo>
                <a:lnTo>
                  <a:pt x="443652" y="344320"/>
                </a:lnTo>
                <a:lnTo>
                  <a:pt x="444071" y="343902"/>
                </a:lnTo>
                <a:cubicBezTo>
                  <a:pt x="464480" y="323492"/>
                  <a:pt x="464480" y="290422"/>
                  <a:pt x="444071" y="270012"/>
                </a:cubicBezTo>
                <a:lnTo>
                  <a:pt x="194469" y="20410"/>
                </a:lnTo>
                <a:cubicBezTo>
                  <a:pt x="174059" y="0"/>
                  <a:pt x="140988" y="0"/>
                  <a:pt x="120579" y="20410"/>
                </a:cubicBezTo>
                <a:lnTo>
                  <a:pt x="20410" y="120578"/>
                </a:lnTo>
                <a:cubicBezTo>
                  <a:pt x="0" y="140988"/>
                  <a:pt x="0" y="174058"/>
                  <a:pt x="20410" y="194468"/>
                </a:cubicBezTo>
                <a:cubicBezTo>
                  <a:pt x="76608" y="250665"/>
                  <a:pt x="213798" y="387874"/>
                  <a:pt x="270013" y="444070"/>
                </a:cubicBezTo>
                <a:cubicBezTo>
                  <a:pt x="290423" y="464480"/>
                  <a:pt x="323492" y="464480"/>
                  <a:pt x="343901" y="444070"/>
                </a:cubicBezTo>
                <a:lnTo>
                  <a:pt x="344320" y="443652"/>
                </a:lnTo>
                <a:lnTo>
                  <a:pt x="369624" y="468973"/>
                </a:lnTo>
                <a:lnTo>
                  <a:pt x="350259" y="488338"/>
                </a:lnTo>
                <a:cubicBezTo>
                  <a:pt x="343467" y="495129"/>
                  <a:pt x="343467" y="506170"/>
                  <a:pt x="350259" y="512962"/>
                </a:cubicBezTo>
                <a:cubicBezTo>
                  <a:pt x="357050" y="519771"/>
                  <a:pt x="368091" y="519771"/>
                  <a:pt x="374883" y="512962"/>
                </a:cubicBezTo>
                <a:lnTo>
                  <a:pt x="394247" y="493597"/>
                </a:lnTo>
                <a:lnTo>
                  <a:pt x="467911" y="567260"/>
                </a:lnTo>
                <a:lnTo>
                  <a:pt x="395275" y="639896"/>
                </a:lnTo>
                <a:lnTo>
                  <a:pt x="321611" y="566233"/>
                </a:lnTo>
                <a:cubicBezTo>
                  <a:pt x="321611" y="566233"/>
                  <a:pt x="334290" y="553555"/>
                  <a:pt x="334290" y="553555"/>
                </a:cubicBezTo>
                <a:cubicBezTo>
                  <a:pt x="341099" y="546764"/>
                  <a:pt x="341099" y="535723"/>
                  <a:pt x="334290" y="528931"/>
                </a:cubicBezTo>
                <a:cubicBezTo>
                  <a:pt x="327498" y="522139"/>
                  <a:pt x="316457" y="522139"/>
                  <a:pt x="309665" y="528931"/>
                </a:cubicBezTo>
                <a:lnTo>
                  <a:pt x="296988" y="541609"/>
                </a:lnTo>
                <a:lnTo>
                  <a:pt x="280826" y="525431"/>
                </a:lnTo>
                <a:cubicBezTo>
                  <a:pt x="271022" y="515644"/>
                  <a:pt x="257735" y="510123"/>
                  <a:pt x="243873" y="510123"/>
                </a:cubicBezTo>
                <a:cubicBezTo>
                  <a:pt x="230029" y="510123"/>
                  <a:pt x="216725" y="515626"/>
                  <a:pt x="206938" y="525431"/>
                </a:cubicBezTo>
                <a:lnTo>
                  <a:pt x="182313" y="550055"/>
                </a:lnTo>
                <a:cubicBezTo>
                  <a:pt x="172509" y="559859"/>
                  <a:pt x="167005" y="573146"/>
                  <a:pt x="167005" y="587008"/>
                </a:cubicBezTo>
                <a:cubicBezTo>
                  <a:pt x="167005" y="599878"/>
                  <a:pt x="171760" y="612260"/>
                  <a:pt x="180293" y="621820"/>
                </a:cubicBezTo>
                <a:cubicBezTo>
                  <a:pt x="142086" y="666262"/>
                  <a:pt x="144036" y="733447"/>
                  <a:pt x="186162" y="775573"/>
                </a:cubicBezTo>
                <a:cubicBezTo>
                  <a:pt x="228462" y="817873"/>
                  <a:pt x="296030" y="819666"/>
                  <a:pt x="340489" y="780954"/>
                </a:cubicBezTo>
                <a:cubicBezTo>
                  <a:pt x="349179" y="786962"/>
                  <a:pt x="359541" y="790253"/>
                  <a:pt x="370267" y="790253"/>
                </a:cubicBezTo>
                <a:cubicBezTo>
                  <a:pt x="384113" y="790253"/>
                  <a:pt x="397399" y="784750"/>
                  <a:pt x="407205" y="774963"/>
                </a:cubicBezTo>
                <a:lnTo>
                  <a:pt x="431828" y="750322"/>
                </a:lnTo>
                <a:cubicBezTo>
                  <a:pt x="441632" y="740535"/>
                  <a:pt x="447135" y="727247"/>
                  <a:pt x="447135" y="713386"/>
                </a:cubicBezTo>
                <a:cubicBezTo>
                  <a:pt x="447135" y="699524"/>
                  <a:pt x="441632" y="686236"/>
                  <a:pt x="431828" y="676449"/>
                </a:cubicBezTo>
                <a:lnTo>
                  <a:pt x="419900" y="664520"/>
                </a:lnTo>
                <a:lnTo>
                  <a:pt x="492536" y="591884"/>
                </a:lnTo>
                <a:lnTo>
                  <a:pt x="518082" y="617432"/>
                </a:lnTo>
                <a:lnTo>
                  <a:pt x="517665" y="617849"/>
                </a:lnTo>
                <a:cubicBezTo>
                  <a:pt x="497255" y="638242"/>
                  <a:pt x="497255" y="671330"/>
                  <a:pt x="517665" y="691722"/>
                </a:cubicBezTo>
                <a:cubicBezTo>
                  <a:pt x="573861" y="747936"/>
                  <a:pt x="711070" y="885127"/>
                  <a:pt x="767266" y="941341"/>
                </a:cubicBezTo>
                <a:cubicBezTo>
                  <a:pt x="787676" y="961734"/>
                  <a:pt x="820747" y="961734"/>
                  <a:pt x="841156" y="941341"/>
                </a:cubicBezTo>
                <a:lnTo>
                  <a:pt x="941324" y="841156"/>
                </a:lnTo>
                <a:cubicBezTo>
                  <a:pt x="961734" y="820746"/>
                  <a:pt x="961734" y="787676"/>
                  <a:pt x="941324" y="767266"/>
                </a:cubicBezTo>
                <a:lnTo>
                  <a:pt x="691722" y="517664"/>
                </a:lnTo>
                <a:cubicBezTo>
                  <a:pt x="671313" y="497254"/>
                  <a:pt x="638242" y="497254"/>
                  <a:pt x="617832" y="517664"/>
                </a:cubicBezTo>
                <a:lnTo>
                  <a:pt x="617415" y="518082"/>
                </a:lnTo>
                <a:lnTo>
                  <a:pt x="591885" y="492552"/>
                </a:lnTo>
                <a:lnTo>
                  <a:pt x="602021" y="482400"/>
                </a:lnTo>
                <a:cubicBezTo>
                  <a:pt x="618215" y="466222"/>
                  <a:pt x="621559" y="442050"/>
                  <a:pt x="612051" y="422563"/>
                </a:cubicBezTo>
                <a:lnTo>
                  <a:pt x="633036" y="401596"/>
                </a:lnTo>
                <a:lnTo>
                  <a:pt x="640541" y="406176"/>
                </a:lnTo>
                <a:cubicBezTo>
                  <a:pt x="730574" y="461154"/>
                  <a:pt x="846415" y="457514"/>
                  <a:pt x="933244" y="395553"/>
                </a:cubicBezTo>
                <a:cubicBezTo>
                  <a:pt x="933297" y="395518"/>
                  <a:pt x="933349" y="395501"/>
                  <a:pt x="933383" y="395466"/>
                </a:cubicBezTo>
                <a:cubicBezTo>
                  <a:pt x="945730" y="386463"/>
                  <a:pt x="953532" y="372532"/>
                  <a:pt x="954717" y="357294"/>
                </a:cubicBezTo>
                <a:cubicBezTo>
                  <a:pt x="955918" y="342056"/>
                  <a:pt x="950381" y="327080"/>
                  <a:pt x="939566" y="316265"/>
                </a:cubicBezTo>
                <a:cubicBezTo>
                  <a:pt x="909351" y="286068"/>
                  <a:pt x="857056" y="233755"/>
                  <a:pt x="803176" y="179927"/>
                </a:cubicBezTo>
                <a:lnTo>
                  <a:pt x="820015" y="163087"/>
                </a:lnTo>
                <a:cubicBezTo>
                  <a:pt x="841226" y="173936"/>
                  <a:pt x="867905" y="170471"/>
                  <a:pt x="885668" y="152726"/>
                </a:cubicBezTo>
                <a:cubicBezTo>
                  <a:pt x="907715" y="130661"/>
                  <a:pt x="907715" y="94874"/>
                  <a:pt x="885668" y="72810"/>
                </a:cubicBezTo>
                <a:cubicBezTo>
                  <a:pt x="863603" y="50764"/>
                  <a:pt x="827799" y="50764"/>
                  <a:pt x="805752" y="72810"/>
                </a:cubicBezTo>
                <a:cubicBezTo>
                  <a:pt x="788008" y="90573"/>
                  <a:pt x="784541" y="117235"/>
                  <a:pt x="795373" y="138463"/>
                </a:cubicBezTo>
                <a:lnTo>
                  <a:pt x="778534" y="155320"/>
                </a:lnTo>
                <a:cubicBezTo>
                  <a:pt x="724601" y="101457"/>
                  <a:pt x="672218" y="49196"/>
                  <a:pt x="641899" y="19104"/>
                </a:cubicBezTo>
                <a:cubicBezTo>
                  <a:pt x="631225" y="8429"/>
                  <a:pt x="616334" y="2926"/>
                  <a:pt x="601219" y="4110"/>
                </a:cubicBezTo>
                <a:cubicBezTo>
                  <a:pt x="586104" y="5277"/>
                  <a:pt x="572258" y="13009"/>
                  <a:pt x="563325" y="25269"/>
                </a:cubicBezTo>
                <a:cubicBezTo>
                  <a:pt x="563308" y="25286"/>
                  <a:pt x="563273" y="25321"/>
                  <a:pt x="563256" y="25356"/>
                </a:cubicBezTo>
                <a:cubicBezTo>
                  <a:pt x="498892" y="114866"/>
                  <a:pt x="497132" y="235601"/>
                  <a:pt x="557978" y="326818"/>
                </a:cubicBezTo>
                <a:lnTo>
                  <a:pt x="559198" y="328664"/>
                </a:lnTo>
                <a:lnTo>
                  <a:pt x="559198" y="328664"/>
                </a:lnTo>
                <a:close/>
                <a:moveTo>
                  <a:pt x="854304" y="878928"/>
                </a:moveTo>
                <a:lnTo>
                  <a:pt x="816532" y="916700"/>
                </a:lnTo>
                <a:cubicBezTo>
                  <a:pt x="809723" y="923509"/>
                  <a:pt x="798700" y="923509"/>
                  <a:pt x="791908" y="916700"/>
                </a:cubicBezTo>
                <a:lnTo>
                  <a:pt x="746474" y="871265"/>
                </a:lnTo>
                <a:lnTo>
                  <a:pt x="796558" y="821181"/>
                </a:lnTo>
                <a:lnTo>
                  <a:pt x="854304" y="878928"/>
                </a:lnTo>
                <a:close/>
                <a:moveTo>
                  <a:pt x="871266" y="746473"/>
                </a:moveTo>
                <a:lnTo>
                  <a:pt x="916701" y="791907"/>
                </a:lnTo>
                <a:cubicBezTo>
                  <a:pt x="923510" y="798699"/>
                  <a:pt x="923510" y="809722"/>
                  <a:pt x="916701" y="816532"/>
                </a:cubicBezTo>
                <a:lnTo>
                  <a:pt x="878928" y="854304"/>
                </a:lnTo>
                <a:lnTo>
                  <a:pt x="821181" y="796557"/>
                </a:lnTo>
                <a:lnTo>
                  <a:pt x="871266" y="746473"/>
                </a:lnTo>
                <a:lnTo>
                  <a:pt x="871266" y="746473"/>
                </a:lnTo>
                <a:close/>
                <a:moveTo>
                  <a:pt x="610570" y="735362"/>
                </a:moveTo>
                <a:lnTo>
                  <a:pt x="721832" y="846641"/>
                </a:lnTo>
                <a:lnTo>
                  <a:pt x="771933" y="796557"/>
                </a:lnTo>
                <a:lnTo>
                  <a:pt x="660654" y="685278"/>
                </a:lnTo>
                <a:lnTo>
                  <a:pt x="610570" y="735362"/>
                </a:lnTo>
                <a:close/>
                <a:moveTo>
                  <a:pt x="204969" y="646618"/>
                </a:moveTo>
                <a:cubicBezTo>
                  <a:pt x="180346" y="677372"/>
                  <a:pt x="182296" y="722441"/>
                  <a:pt x="210786" y="750948"/>
                </a:cubicBezTo>
                <a:cubicBezTo>
                  <a:pt x="239294" y="779438"/>
                  <a:pt x="284362" y="781389"/>
                  <a:pt x="315116" y="756765"/>
                </a:cubicBezTo>
                <a:lnTo>
                  <a:pt x="204969" y="646618"/>
                </a:lnTo>
                <a:close/>
                <a:moveTo>
                  <a:pt x="685279" y="660654"/>
                </a:moveTo>
                <a:lnTo>
                  <a:pt x="796558" y="771933"/>
                </a:lnTo>
                <a:lnTo>
                  <a:pt x="846641" y="721849"/>
                </a:lnTo>
                <a:lnTo>
                  <a:pt x="735363" y="610570"/>
                </a:lnTo>
                <a:lnTo>
                  <a:pt x="685279" y="660654"/>
                </a:lnTo>
                <a:close/>
                <a:moveTo>
                  <a:pt x="407205" y="701073"/>
                </a:moveTo>
                <a:lnTo>
                  <a:pt x="256186" y="550055"/>
                </a:lnTo>
                <a:cubicBezTo>
                  <a:pt x="252929" y="546798"/>
                  <a:pt x="248489" y="544952"/>
                  <a:pt x="243873" y="544952"/>
                </a:cubicBezTo>
                <a:cubicBezTo>
                  <a:pt x="239258" y="544952"/>
                  <a:pt x="234835" y="546798"/>
                  <a:pt x="231561" y="550055"/>
                </a:cubicBezTo>
                <a:cubicBezTo>
                  <a:pt x="231561" y="550055"/>
                  <a:pt x="206938" y="574696"/>
                  <a:pt x="206938" y="574696"/>
                </a:cubicBezTo>
                <a:cubicBezTo>
                  <a:pt x="203664" y="577953"/>
                  <a:pt x="201834" y="582376"/>
                  <a:pt x="201834" y="587008"/>
                </a:cubicBezTo>
                <a:cubicBezTo>
                  <a:pt x="201834" y="591623"/>
                  <a:pt x="203664" y="596047"/>
                  <a:pt x="206938" y="599320"/>
                </a:cubicBezTo>
                <a:lnTo>
                  <a:pt x="357938" y="750322"/>
                </a:lnTo>
                <a:cubicBezTo>
                  <a:pt x="361212" y="753595"/>
                  <a:pt x="365635" y="755424"/>
                  <a:pt x="370267" y="755424"/>
                </a:cubicBezTo>
                <a:cubicBezTo>
                  <a:pt x="374883" y="755424"/>
                  <a:pt x="379306" y="753595"/>
                  <a:pt x="382580" y="750322"/>
                </a:cubicBezTo>
                <a:lnTo>
                  <a:pt x="407205" y="725697"/>
                </a:lnTo>
                <a:cubicBezTo>
                  <a:pt x="410460" y="722441"/>
                  <a:pt x="412307" y="718000"/>
                  <a:pt x="412307" y="713385"/>
                </a:cubicBezTo>
                <a:cubicBezTo>
                  <a:pt x="412307" y="708770"/>
                  <a:pt x="410460" y="704330"/>
                  <a:pt x="407205" y="701073"/>
                </a:cubicBezTo>
                <a:lnTo>
                  <a:pt x="407205" y="701073"/>
                </a:lnTo>
                <a:close/>
                <a:moveTo>
                  <a:pt x="580061" y="604701"/>
                </a:moveTo>
                <a:lnTo>
                  <a:pt x="636031" y="660654"/>
                </a:lnTo>
                <a:lnTo>
                  <a:pt x="585929" y="710738"/>
                </a:lnTo>
                <a:lnTo>
                  <a:pt x="542288" y="667098"/>
                </a:lnTo>
                <a:cubicBezTo>
                  <a:pt x="535496" y="660288"/>
                  <a:pt x="535496" y="649265"/>
                  <a:pt x="542288" y="642474"/>
                </a:cubicBezTo>
                <a:lnTo>
                  <a:pt x="580061" y="604701"/>
                </a:lnTo>
                <a:close/>
                <a:moveTo>
                  <a:pt x="710740" y="585946"/>
                </a:moveTo>
                <a:lnTo>
                  <a:pt x="660654" y="636030"/>
                </a:lnTo>
                <a:lnTo>
                  <a:pt x="604684" y="580060"/>
                </a:lnTo>
                <a:lnTo>
                  <a:pt x="642474" y="542288"/>
                </a:lnTo>
                <a:cubicBezTo>
                  <a:pt x="649266" y="535496"/>
                  <a:pt x="660288" y="535496"/>
                  <a:pt x="667097" y="542288"/>
                </a:cubicBezTo>
                <a:lnTo>
                  <a:pt x="710740" y="585946"/>
                </a:lnTo>
                <a:close/>
                <a:moveTo>
                  <a:pt x="542706" y="592790"/>
                </a:moveTo>
                <a:lnTo>
                  <a:pt x="592790" y="542706"/>
                </a:lnTo>
                <a:lnTo>
                  <a:pt x="567260" y="517176"/>
                </a:lnTo>
                <a:lnTo>
                  <a:pt x="517176" y="567260"/>
                </a:lnTo>
                <a:lnTo>
                  <a:pt x="542706" y="592790"/>
                </a:lnTo>
                <a:close/>
                <a:moveTo>
                  <a:pt x="492536" y="542636"/>
                </a:moveTo>
                <a:lnTo>
                  <a:pt x="577396" y="457775"/>
                </a:lnTo>
                <a:cubicBezTo>
                  <a:pt x="584205" y="450984"/>
                  <a:pt x="584205" y="439943"/>
                  <a:pt x="577396" y="433151"/>
                </a:cubicBezTo>
                <a:cubicBezTo>
                  <a:pt x="562420" y="418174"/>
                  <a:pt x="543351" y="399106"/>
                  <a:pt x="528357" y="384112"/>
                </a:cubicBezTo>
                <a:cubicBezTo>
                  <a:pt x="521565" y="377320"/>
                  <a:pt x="510542" y="377320"/>
                  <a:pt x="503732" y="384112"/>
                </a:cubicBezTo>
                <a:lnTo>
                  <a:pt x="418889" y="468973"/>
                </a:lnTo>
                <a:lnTo>
                  <a:pt x="492536" y="542636"/>
                </a:lnTo>
                <a:lnTo>
                  <a:pt x="492536" y="542636"/>
                </a:lnTo>
                <a:close/>
                <a:moveTo>
                  <a:pt x="419029" y="368944"/>
                </a:moveTo>
                <a:lnTo>
                  <a:pt x="368945" y="419028"/>
                </a:lnTo>
                <a:lnTo>
                  <a:pt x="394247" y="444348"/>
                </a:lnTo>
                <a:lnTo>
                  <a:pt x="444350" y="394247"/>
                </a:lnTo>
                <a:lnTo>
                  <a:pt x="419029" y="368944"/>
                </a:lnTo>
                <a:close/>
                <a:moveTo>
                  <a:pt x="357050" y="381674"/>
                </a:moveTo>
                <a:lnTo>
                  <a:pt x="319261" y="419446"/>
                </a:lnTo>
                <a:cubicBezTo>
                  <a:pt x="312469" y="426255"/>
                  <a:pt x="301445" y="426238"/>
                  <a:pt x="294636" y="419446"/>
                </a:cubicBezTo>
                <a:lnTo>
                  <a:pt x="244413" y="369222"/>
                </a:lnTo>
                <a:lnTo>
                  <a:pt x="294497" y="319138"/>
                </a:lnTo>
                <a:lnTo>
                  <a:pt x="357050" y="381674"/>
                </a:lnTo>
                <a:lnTo>
                  <a:pt x="357050" y="381674"/>
                </a:lnTo>
                <a:close/>
                <a:moveTo>
                  <a:pt x="658374" y="376258"/>
                </a:moveTo>
                <a:lnTo>
                  <a:pt x="658704" y="376450"/>
                </a:lnTo>
                <a:cubicBezTo>
                  <a:pt x="736896" y="424200"/>
                  <a:pt x="837499" y="421048"/>
                  <a:pt x="912991" y="367220"/>
                </a:cubicBezTo>
                <a:cubicBezTo>
                  <a:pt x="917048" y="364225"/>
                  <a:pt x="919609" y="359610"/>
                  <a:pt x="919992" y="354577"/>
                </a:cubicBezTo>
                <a:cubicBezTo>
                  <a:pt x="920392" y="349509"/>
                  <a:pt x="918545" y="344511"/>
                  <a:pt x="914941" y="340906"/>
                </a:cubicBezTo>
                <a:cubicBezTo>
                  <a:pt x="849933" y="275898"/>
                  <a:pt x="682614" y="108579"/>
                  <a:pt x="617362" y="43815"/>
                </a:cubicBezTo>
                <a:cubicBezTo>
                  <a:pt x="617345" y="43815"/>
                  <a:pt x="617328" y="43798"/>
                  <a:pt x="617310" y="43780"/>
                </a:cubicBezTo>
                <a:cubicBezTo>
                  <a:pt x="613792" y="40245"/>
                  <a:pt x="608899" y="38452"/>
                  <a:pt x="603918" y="38834"/>
                </a:cubicBezTo>
                <a:cubicBezTo>
                  <a:pt x="598973" y="39218"/>
                  <a:pt x="594427" y="41743"/>
                  <a:pt x="591485" y="45748"/>
                </a:cubicBezTo>
                <a:cubicBezTo>
                  <a:pt x="536577" y="122180"/>
                  <a:pt x="534191" y="224804"/>
                  <a:pt x="584344" y="303500"/>
                </a:cubicBezTo>
                <a:lnTo>
                  <a:pt x="632949" y="254914"/>
                </a:lnTo>
                <a:cubicBezTo>
                  <a:pt x="639479" y="248383"/>
                  <a:pt x="648343" y="244709"/>
                  <a:pt x="657572" y="244709"/>
                </a:cubicBezTo>
                <a:cubicBezTo>
                  <a:pt x="666803" y="244709"/>
                  <a:pt x="675666" y="248383"/>
                  <a:pt x="682197" y="254914"/>
                </a:cubicBezTo>
                <a:lnTo>
                  <a:pt x="706334" y="279033"/>
                </a:lnTo>
                <a:cubicBezTo>
                  <a:pt x="712863" y="285563"/>
                  <a:pt x="716538" y="294427"/>
                  <a:pt x="716538" y="303657"/>
                </a:cubicBezTo>
                <a:cubicBezTo>
                  <a:pt x="716538" y="312904"/>
                  <a:pt x="712863" y="321751"/>
                  <a:pt x="706334" y="328299"/>
                </a:cubicBezTo>
                <a:lnTo>
                  <a:pt x="658374" y="376258"/>
                </a:lnTo>
                <a:lnTo>
                  <a:pt x="658374" y="376258"/>
                </a:lnTo>
                <a:close/>
                <a:moveTo>
                  <a:pt x="657572" y="279538"/>
                </a:moveTo>
                <a:cubicBezTo>
                  <a:pt x="657572" y="279538"/>
                  <a:pt x="681709" y="303657"/>
                  <a:pt x="681709" y="303657"/>
                </a:cubicBezTo>
                <a:cubicBezTo>
                  <a:pt x="681709" y="303657"/>
                  <a:pt x="590579" y="394787"/>
                  <a:pt x="590579" y="394787"/>
                </a:cubicBezTo>
                <a:cubicBezTo>
                  <a:pt x="590579" y="394787"/>
                  <a:pt x="566443" y="370668"/>
                  <a:pt x="566443" y="370668"/>
                </a:cubicBezTo>
                <a:lnTo>
                  <a:pt x="657572" y="279538"/>
                </a:lnTo>
                <a:lnTo>
                  <a:pt x="657572" y="279538"/>
                </a:lnTo>
                <a:close/>
                <a:moveTo>
                  <a:pt x="369222" y="244413"/>
                </a:moveTo>
                <a:lnTo>
                  <a:pt x="419446" y="294636"/>
                </a:lnTo>
                <a:cubicBezTo>
                  <a:pt x="426238" y="301445"/>
                  <a:pt x="426238" y="312469"/>
                  <a:pt x="419446" y="319260"/>
                </a:cubicBezTo>
                <a:lnTo>
                  <a:pt x="381674" y="357050"/>
                </a:lnTo>
                <a:lnTo>
                  <a:pt x="319122" y="294497"/>
                </a:lnTo>
                <a:lnTo>
                  <a:pt x="369222" y="244413"/>
                </a:lnTo>
                <a:lnTo>
                  <a:pt x="369222" y="244413"/>
                </a:lnTo>
                <a:close/>
                <a:moveTo>
                  <a:pt x="131254" y="256063"/>
                </a:moveTo>
                <a:lnTo>
                  <a:pt x="219790" y="344598"/>
                </a:lnTo>
                <a:lnTo>
                  <a:pt x="269873" y="294497"/>
                </a:lnTo>
                <a:lnTo>
                  <a:pt x="181355" y="205979"/>
                </a:lnTo>
                <a:lnTo>
                  <a:pt x="131254" y="256063"/>
                </a:lnTo>
                <a:lnTo>
                  <a:pt x="131254" y="256063"/>
                </a:lnTo>
                <a:close/>
                <a:moveTo>
                  <a:pt x="205980" y="181355"/>
                </a:moveTo>
                <a:lnTo>
                  <a:pt x="294497" y="269873"/>
                </a:lnTo>
                <a:lnTo>
                  <a:pt x="344582" y="219789"/>
                </a:lnTo>
                <a:lnTo>
                  <a:pt x="256063" y="131271"/>
                </a:lnTo>
                <a:lnTo>
                  <a:pt x="205980" y="181355"/>
                </a:lnTo>
                <a:lnTo>
                  <a:pt x="205980" y="181355"/>
                </a:lnTo>
                <a:close/>
                <a:moveTo>
                  <a:pt x="82806" y="107430"/>
                </a:moveTo>
                <a:lnTo>
                  <a:pt x="156713" y="181355"/>
                </a:lnTo>
                <a:lnTo>
                  <a:pt x="106629" y="231439"/>
                </a:lnTo>
                <a:lnTo>
                  <a:pt x="45034" y="169844"/>
                </a:lnTo>
                <a:cubicBezTo>
                  <a:pt x="38226" y="163035"/>
                  <a:pt x="38226" y="152011"/>
                  <a:pt x="45034" y="145202"/>
                </a:cubicBezTo>
                <a:lnTo>
                  <a:pt x="82806" y="107430"/>
                </a:lnTo>
                <a:lnTo>
                  <a:pt x="82806" y="107430"/>
                </a:lnTo>
                <a:close/>
                <a:moveTo>
                  <a:pt x="231439" y="106629"/>
                </a:moveTo>
                <a:lnTo>
                  <a:pt x="181355" y="156731"/>
                </a:lnTo>
                <a:lnTo>
                  <a:pt x="107431" y="82806"/>
                </a:lnTo>
                <a:lnTo>
                  <a:pt x="145202" y="45034"/>
                </a:lnTo>
                <a:cubicBezTo>
                  <a:pt x="152012" y="38225"/>
                  <a:pt x="163035" y="38225"/>
                  <a:pt x="169827" y="45034"/>
                </a:cubicBezTo>
                <a:lnTo>
                  <a:pt x="231439" y="106629"/>
                </a:lnTo>
                <a:close/>
                <a:moveTo>
                  <a:pt x="861027" y="97452"/>
                </a:moveTo>
                <a:cubicBezTo>
                  <a:pt x="869490" y="105898"/>
                  <a:pt x="869490" y="119638"/>
                  <a:pt x="861027" y="128084"/>
                </a:cubicBezTo>
                <a:cubicBezTo>
                  <a:pt x="852581" y="136547"/>
                  <a:pt x="838840" y="136547"/>
                  <a:pt x="830394" y="128084"/>
                </a:cubicBezTo>
                <a:cubicBezTo>
                  <a:pt x="821930" y="119638"/>
                  <a:pt x="821930" y="105898"/>
                  <a:pt x="830394" y="97452"/>
                </a:cubicBezTo>
                <a:cubicBezTo>
                  <a:pt x="838840" y="88988"/>
                  <a:pt x="852581" y="88988"/>
                  <a:pt x="861027" y="97452"/>
                </a:cubicBez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-1177077" y="5862504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14037886" y="-1002692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pic>
        <p:nvPicPr>
          <p:cNvPr id="29" name="Imag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856" y="694549"/>
            <a:ext cx="12211050" cy="84963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3207936" y="9127146"/>
            <a:ext cx="698473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20"/>
                <a:cs typeface="Space Mono 20"/>
              </a:rPr>
              <a:t>12</a:t>
            </a:r>
          </a:p>
        </p:txBody>
      </p:sp>
      <p:sp>
        <p:nvSpPr>
          <p:cNvPr id="31" name="Shape 31"/>
          <p:cNvSpPr/>
          <p:nvPr/>
        </p:nvSpPr>
        <p:spPr>
          <a:xfrm>
            <a:off x="1349226" y="657647"/>
            <a:ext cx="1843838" cy="184383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2" name="Shape 32"/>
          <p:cNvSpPr/>
          <p:nvPr/>
        </p:nvSpPr>
        <p:spPr>
          <a:xfrm>
            <a:off x="1349226" y="4522653"/>
            <a:ext cx="992322" cy="99232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-1177077" y="5862504"/>
            <a:ext cx="5427188" cy="542718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4" name="Shape 34"/>
          <p:cNvSpPr/>
          <p:nvPr/>
        </p:nvSpPr>
        <p:spPr>
          <a:xfrm>
            <a:off x="14037887" y="-1002693"/>
            <a:ext cx="5427188" cy="542718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5" name="Shape 35"/>
          <p:cNvSpPr/>
          <p:nvPr/>
        </p:nvSpPr>
        <p:spPr>
          <a:xfrm>
            <a:off x="16573100" y="5347517"/>
            <a:ext cx="961386" cy="96138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6" name="Shape 36"/>
          <p:cNvSpPr/>
          <p:nvPr/>
        </p:nvSpPr>
        <p:spPr>
          <a:xfrm>
            <a:off x="14260199" y="7676284"/>
            <a:ext cx="1963755" cy="208204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EFEFE"/>
          </a:solidFill>
        </p:spPr>
        <p:txBody>
          <a:bodyPr/>
          <a:lstStyle/>
          <a:p/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52500"/>
            <a:ext cx="18288002" cy="1219200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16551404" y="8286729"/>
            <a:ext cx="603438" cy="505725"/>
          </a:xfrm>
          <a:custGeom>
            <a:avLst/>
            <a:gdLst/>
            <a:rect l="0" t="0" r="603438" b="505725"/>
            <a:pathLst>
              <a:path w="603438" h="505725" fill="norm" stroke="0">
                <a:moveTo>
                  <a:pt x="29950" y="505429"/>
                </a:moveTo>
                <a:cubicBezTo>
                  <a:pt x="25598" y="504990"/>
                  <a:pt x="21496" y="503737"/>
                  <a:pt x="17644" y="501666"/>
                </a:cubicBezTo>
                <a:cubicBezTo>
                  <a:pt x="13791" y="499596"/>
                  <a:pt x="10482" y="496868"/>
                  <a:pt x="7714" y="493481"/>
                </a:cubicBezTo>
                <a:cubicBezTo>
                  <a:pt x="4947" y="490094"/>
                  <a:pt x="2933" y="486307"/>
                  <a:pt x="1671" y="482119"/>
                </a:cubicBezTo>
                <a:cubicBezTo>
                  <a:pt x="411" y="477931"/>
                  <a:pt x="0" y="473661"/>
                  <a:pt x="437" y="469309"/>
                </a:cubicBezTo>
                <a:cubicBezTo>
                  <a:pt x="5065" y="434119"/>
                  <a:pt x="13040" y="399704"/>
                  <a:pt x="24363" y="366065"/>
                </a:cubicBezTo>
                <a:cubicBezTo>
                  <a:pt x="35686" y="332426"/>
                  <a:pt x="50147" y="300195"/>
                  <a:pt x="67743" y="269370"/>
                </a:cubicBezTo>
                <a:cubicBezTo>
                  <a:pt x="85339" y="238545"/>
                  <a:pt x="105741" y="209705"/>
                  <a:pt x="128950" y="182851"/>
                </a:cubicBezTo>
                <a:cubicBezTo>
                  <a:pt x="152158" y="155996"/>
                  <a:pt x="177736" y="131631"/>
                  <a:pt x="205687" y="109754"/>
                </a:cubicBezTo>
                <a:cubicBezTo>
                  <a:pt x="231817" y="90055"/>
                  <a:pt x="259510" y="72872"/>
                  <a:pt x="288762" y="58204"/>
                </a:cubicBezTo>
                <a:cubicBezTo>
                  <a:pt x="318015" y="43537"/>
                  <a:pt x="348351" y="31626"/>
                  <a:pt x="379768" y="22471"/>
                </a:cubicBezTo>
                <a:cubicBezTo>
                  <a:pt x="411186" y="13316"/>
                  <a:pt x="443170" y="7067"/>
                  <a:pt x="475723" y="3724"/>
                </a:cubicBezTo>
                <a:cubicBezTo>
                  <a:pt x="508276" y="382"/>
                  <a:pt x="540863" y="0"/>
                  <a:pt x="573486" y="2579"/>
                </a:cubicBezTo>
                <a:cubicBezTo>
                  <a:pt x="577838" y="3017"/>
                  <a:pt x="581940" y="4271"/>
                  <a:pt x="585792" y="6341"/>
                </a:cubicBezTo>
                <a:cubicBezTo>
                  <a:pt x="589646" y="8411"/>
                  <a:pt x="592956" y="11140"/>
                  <a:pt x="595723" y="14526"/>
                </a:cubicBezTo>
                <a:cubicBezTo>
                  <a:pt x="598491" y="17913"/>
                  <a:pt x="600504" y="21701"/>
                  <a:pt x="601765" y="25889"/>
                </a:cubicBezTo>
                <a:cubicBezTo>
                  <a:pt x="603025" y="30077"/>
                  <a:pt x="603438" y="34347"/>
                  <a:pt x="602999" y="38698"/>
                </a:cubicBezTo>
                <a:cubicBezTo>
                  <a:pt x="602580" y="42912"/>
                  <a:pt x="601394" y="46898"/>
                  <a:pt x="599439" y="50654"/>
                </a:cubicBezTo>
                <a:cubicBezTo>
                  <a:pt x="597486" y="54411"/>
                  <a:pt x="594905" y="57671"/>
                  <a:pt x="591696" y="60433"/>
                </a:cubicBezTo>
                <a:cubicBezTo>
                  <a:pt x="588487" y="63196"/>
                  <a:pt x="584879" y="65263"/>
                  <a:pt x="580873" y="66636"/>
                </a:cubicBezTo>
                <a:cubicBezTo>
                  <a:pt x="576867" y="68009"/>
                  <a:pt x="572750" y="68589"/>
                  <a:pt x="568520" y="68376"/>
                </a:cubicBezTo>
                <a:cubicBezTo>
                  <a:pt x="553614" y="67055"/>
                  <a:pt x="538677" y="66453"/>
                  <a:pt x="523712" y="66571"/>
                </a:cubicBezTo>
                <a:cubicBezTo>
                  <a:pt x="508747" y="66689"/>
                  <a:pt x="493824" y="67527"/>
                  <a:pt x="478940" y="69084"/>
                </a:cubicBezTo>
                <a:cubicBezTo>
                  <a:pt x="464055" y="70641"/>
                  <a:pt x="449280" y="72910"/>
                  <a:pt x="434615" y="75891"/>
                </a:cubicBezTo>
                <a:cubicBezTo>
                  <a:pt x="419950" y="78873"/>
                  <a:pt x="405462" y="82552"/>
                  <a:pt x="391151" y="86930"/>
                </a:cubicBezTo>
                <a:cubicBezTo>
                  <a:pt x="376841" y="91308"/>
                  <a:pt x="362773" y="96364"/>
                  <a:pt x="348951" y="102098"/>
                </a:cubicBezTo>
                <a:cubicBezTo>
                  <a:pt x="335127" y="107832"/>
                  <a:pt x="321611" y="114218"/>
                  <a:pt x="308404" y="121255"/>
                </a:cubicBezTo>
                <a:cubicBezTo>
                  <a:pt x="295196" y="128292"/>
                  <a:pt x="282358" y="135948"/>
                  <a:pt x="269889" y="144223"/>
                </a:cubicBezTo>
                <a:cubicBezTo>
                  <a:pt x="257418" y="152497"/>
                  <a:pt x="245376" y="161353"/>
                  <a:pt x="233759" y="170788"/>
                </a:cubicBezTo>
                <a:cubicBezTo>
                  <a:pt x="222145" y="180224"/>
                  <a:pt x="211009" y="190197"/>
                  <a:pt x="200355" y="200706"/>
                </a:cubicBezTo>
                <a:cubicBezTo>
                  <a:pt x="189700" y="211215"/>
                  <a:pt x="179575" y="222212"/>
                  <a:pt x="169982" y="233698"/>
                </a:cubicBezTo>
                <a:cubicBezTo>
                  <a:pt x="160387" y="245183"/>
                  <a:pt x="151368" y="257103"/>
                  <a:pt x="142922" y="269457"/>
                </a:cubicBezTo>
                <a:cubicBezTo>
                  <a:pt x="134477" y="281812"/>
                  <a:pt x="126645" y="294545"/>
                  <a:pt x="119428" y="307654"/>
                </a:cubicBezTo>
                <a:cubicBezTo>
                  <a:pt x="112210" y="320764"/>
                  <a:pt x="105640" y="334190"/>
                  <a:pt x="99716" y="347934"/>
                </a:cubicBezTo>
                <a:cubicBezTo>
                  <a:pt x="93793" y="361677"/>
                  <a:pt x="88543" y="375673"/>
                  <a:pt x="83970" y="389922"/>
                </a:cubicBezTo>
                <a:cubicBezTo>
                  <a:pt x="79397" y="404171"/>
                  <a:pt x="75518" y="418608"/>
                  <a:pt x="72335" y="433231"/>
                </a:cubicBezTo>
                <a:cubicBezTo>
                  <a:pt x="69154" y="447854"/>
                  <a:pt x="66681" y="462596"/>
                  <a:pt x="64920" y="477457"/>
                </a:cubicBezTo>
                <a:cubicBezTo>
                  <a:pt x="64300" y="481561"/>
                  <a:pt x="62954" y="485410"/>
                  <a:pt x="60882" y="489006"/>
                </a:cubicBezTo>
                <a:cubicBezTo>
                  <a:pt x="58807" y="492601"/>
                  <a:pt x="56152" y="495695"/>
                  <a:pt x="52910" y="498287"/>
                </a:cubicBezTo>
                <a:cubicBezTo>
                  <a:pt x="49668" y="500880"/>
                  <a:pt x="46067" y="502792"/>
                  <a:pt x="42104" y="504025"/>
                </a:cubicBezTo>
                <a:cubicBezTo>
                  <a:pt x="38142" y="505257"/>
                  <a:pt x="34091" y="505725"/>
                  <a:pt x="29950" y="505429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6753737" y="8483703"/>
            <a:ext cx="344568" cy="294507"/>
          </a:xfrm>
          <a:custGeom>
            <a:avLst/>
            <a:gdLst/>
            <a:rect l="0" t="0" r="344568" b="294507"/>
            <a:pathLst>
              <a:path w="344568" h="294507" fill="norm" stroke="0">
                <a:moveTo>
                  <a:pt x="65872" y="266470"/>
                </a:moveTo>
                <a:cubicBezTo>
                  <a:pt x="65842" y="268566"/>
                  <a:pt x="65633" y="270645"/>
                  <a:pt x="65246" y="272705"/>
                </a:cubicBezTo>
                <a:cubicBezTo>
                  <a:pt x="63951" y="276222"/>
                  <a:pt x="62112" y="279425"/>
                  <a:pt x="59727" y="282314"/>
                </a:cubicBezTo>
                <a:cubicBezTo>
                  <a:pt x="57342" y="285204"/>
                  <a:pt x="54546" y="287617"/>
                  <a:pt x="51338" y="289554"/>
                </a:cubicBezTo>
                <a:cubicBezTo>
                  <a:pt x="48130" y="291490"/>
                  <a:pt x="44692" y="292841"/>
                  <a:pt x="41024" y="293606"/>
                </a:cubicBezTo>
                <a:cubicBezTo>
                  <a:pt x="37357" y="294371"/>
                  <a:pt x="33666" y="294507"/>
                  <a:pt x="29952" y="294014"/>
                </a:cubicBezTo>
                <a:cubicBezTo>
                  <a:pt x="25600" y="293576"/>
                  <a:pt x="21498" y="292322"/>
                  <a:pt x="17645" y="290252"/>
                </a:cubicBezTo>
                <a:cubicBezTo>
                  <a:pt x="13791" y="288182"/>
                  <a:pt x="10482" y="285454"/>
                  <a:pt x="7714" y="282067"/>
                </a:cubicBezTo>
                <a:cubicBezTo>
                  <a:pt x="4947" y="278680"/>
                  <a:pt x="2933" y="274892"/>
                  <a:pt x="1673" y="270704"/>
                </a:cubicBezTo>
                <a:cubicBezTo>
                  <a:pt x="412" y="266516"/>
                  <a:pt x="0" y="262246"/>
                  <a:pt x="439" y="257895"/>
                </a:cubicBezTo>
                <a:cubicBezTo>
                  <a:pt x="1522" y="248600"/>
                  <a:pt x="3049" y="239379"/>
                  <a:pt x="5020" y="230231"/>
                </a:cubicBezTo>
                <a:cubicBezTo>
                  <a:pt x="6992" y="221084"/>
                  <a:pt x="9398" y="212052"/>
                  <a:pt x="12238" y="203136"/>
                </a:cubicBezTo>
                <a:cubicBezTo>
                  <a:pt x="15080" y="194220"/>
                  <a:pt x="18342" y="185461"/>
                  <a:pt x="22027" y="176859"/>
                </a:cubicBezTo>
                <a:cubicBezTo>
                  <a:pt x="25710" y="168257"/>
                  <a:pt x="29798" y="159852"/>
                  <a:pt x="34292" y="151644"/>
                </a:cubicBezTo>
                <a:cubicBezTo>
                  <a:pt x="38785" y="143436"/>
                  <a:pt x="43662" y="135463"/>
                  <a:pt x="48924" y="127724"/>
                </a:cubicBezTo>
                <a:cubicBezTo>
                  <a:pt x="54186" y="119986"/>
                  <a:pt x="59806" y="112518"/>
                  <a:pt x="65787" y="105320"/>
                </a:cubicBezTo>
                <a:cubicBezTo>
                  <a:pt x="71766" y="98123"/>
                  <a:pt x="78079" y="91229"/>
                  <a:pt x="84724" y="84640"/>
                </a:cubicBezTo>
                <a:cubicBezTo>
                  <a:pt x="91367" y="78050"/>
                  <a:pt x="98312" y="71795"/>
                  <a:pt x="105558" y="65874"/>
                </a:cubicBezTo>
                <a:cubicBezTo>
                  <a:pt x="112804" y="59953"/>
                  <a:pt x="120318" y="54394"/>
                  <a:pt x="128099" y="49197"/>
                </a:cubicBezTo>
                <a:cubicBezTo>
                  <a:pt x="135882" y="43999"/>
                  <a:pt x="143894" y="39188"/>
                  <a:pt x="152140" y="34762"/>
                </a:cubicBezTo>
                <a:cubicBezTo>
                  <a:pt x="160384" y="30336"/>
                  <a:pt x="168822" y="26316"/>
                  <a:pt x="177454" y="22703"/>
                </a:cubicBezTo>
                <a:cubicBezTo>
                  <a:pt x="186086" y="19090"/>
                  <a:pt x="194872" y="15899"/>
                  <a:pt x="203811" y="13132"/>
                </a:cubicBezTo>
                <a:cubicBezTo>
                  <a:pt x="212750" y="10364"/>
                  <a:pt x="221800" y="8032"/>
                  <a:pt x="230964" y="6136"/>
                </a:cubicBezTo>
                <a:cubicBezTo>
                  <a:pt x="240128" y="4240"/>
                  <a:pt x="249362" y="2789"/>
                  <a:pt x="258665" y="1782"/>
                </a:cubicBezTo>
                <a:cubicBezTo>
                  <a:pt x="267968" y="775"/>
                  <a:pt x="277298" y="217"/>
                  <a:pt x="286655" y="109"/>
                </a:cubicBezTo>
                <a:cubicBezTo>
                  <a:pt x="296011" y="0"/>
                  <a:pt x="305352" y="341"/>
                  <a:pt x="314677" y="1132"/>
                </a:cubicBezTo>
                <a:cubicBezTo>
                  <a:pt x="318891" y="1550"/>
                  <a:pt x="322875" y="2737"/>
                  <a:pt x="326633" y="4691"/>
                </a:cubicBezTo>
                <a:cubicBezTo>
                  <a:pt x="330389" y="6645"/>
                  <a:pt x="333649" y="9226"/>
                  <a:pt x="336410" y="12435"/>
                </a:cubicBezTo>
                <a:cubicBezTo>
                  <a:pt x="339173" y="15645"/>
                  <a:pt x="341241" y="19252"/>
                  <a:pt x="342615" y="23258"/>
                </a:cubicBezTo>
                <a:cubicBezTo>
                  <a:pt x="343987" y="27264"/>
                  <a:pt x="344568" y="31381"/>
                  <a:pt x="344354" y="35610"/>
                </a:cubicBezTo>
                <a:cubicBezTo>
                  <a:pt x="344086" y="39369"/>
                  <a:pt x="343201" y="42977"/>
                  <a:pt x="341695" y="46432"/>
                </a:cubicBezTo>
                <a:cubicBezTo>
                  <a:pt x="340190" y="49887"/>
                  <a:pt x="338155" y="52993"/>
                  <a:pt x="335584" y="55751"/>
                </a:cubicBezTo>
                <a:cubicBezTo>
                  <a:pt x="333015" y="58508"/>
                  <a:pt x="330060" y="60758"/>
                  <a:pt x="326720" y="62502"/>
                </a:cubicBezTo>
                <a:cubicBezTo>
                  <a:pt x="323379" y="64246"/>
                  <a:pt x="319842" y="65384"/>
                  <a:pt x="316111" y="65916"/>
                </a:cubicBezTo>
                <a:lnTo>
                  <a:pt x="309876" y="65288"/>
                </a:lnTo>
                <a:cubicBezTo>
                  <a:pt x="302578" y="64650"/>
                  <a:pt x="295266" y="64364"/>
                  <a:pt x="287939" y="64433"/>
                </a:cubicBezTo>
                <a:cubicBezTo>
                  <a:pt x="280614" y="64501"/>
                  <a:pt x="273309" y="64922"/>
                  <a:pt x="266023" y="65697"/>
                </a:cubicBezTo>
                <a:cubicBezTo>
                  <a:pt x="258738" y="66472"/>
                  <a:pt x="251507" y="67596"/>
                  <a:pt x="244331" y="69071"/>
                </a:cubicBezTo>
                <a:cubicBezTo>
                  <a:pt x="237155" y="70545"/>
                  <a:pt x="230067" y="72362"/>
                  <a:pt x="223065" y="74522"/>
                </a:cubicBezTo>
                <a:cubicBezTo>
                  <a:pt x="216064" y="76681"/>
                  <a:pt x="209186" y="79174"/>
                  <a:pt x="202425" y="81999"/>
                </a:cubicBezTo>
                <a:cubicBezTo>
                  <a:pt x="195666" y="84824"/>
                  <a:pt x="189058" y="87969"/>
                  <a:pt x="182603" y="91433"/>
                </a:cubicBezTo>
                <a:cubicBezTo>
                  <a:pt x="176147" y="94898"/>
                  <a:pt x="169873" y="98665"/>
                  <a:pt x="163784" y="102736"/>
                </a:cubicBezTo>
                <a:cubicBezTo>
                  <a:pt x="157693" y="106807"/>
                  <a:pt x="151812" y="111162"/>
                  <a:pt x="146141" y="115802"/>
                </a:cubicBezTo>
                <a:cubicBezTo>
                  <a:pt x="140472" y="120442"/>
                  <a:pt x="135040" y="125344"/>
                  <a:pt x="129845" y="130509"/>
                </a:cubicBezTo>
                <a:cubicBezTo>
                  <a:pt x="124648" y="135674"/>
                  <a:pt x="119714" y="141078"/>
                  <a:pt x="115041" y="146721"/>
                </a:cubicBezTo>
                <a:cubicBezTo>
                  <a:pt x="110368" y="152363"/>
                  <a:pt x="105978" y="158218"/>
                  <a:pt x="101871" y="164285"/>
                </a:cubicBezTo>
                <a:cubicBezTo>
                  <a:pt x="97765" y="170352"/>
                  <a:pt x="93960" y="176602"/>
                  <a:pt x="90458" y="183037"/>
                </a:cubicBezTo>
                <a:cubicBezTo>
                  <a:pt x="86956" y="189472"/>
                  <a:pt x="83773" y="196061"/>
                  <a:pt x="80908" y="202804"/>
                </a:cubicBezTo>
                <a:cubicBezTo>
                  <a:pt x="78043" y="209547"/>
                  <a:pt x="75510" y="216412"/>
                  <a:pt x="73309" y="223400"/>
                </a:cubicBezTo>
                <a:cubicBezTo>
                  <a:pt x="71107" y="230388"/>
                  <a:pt x="69250" y="237465"/>
                  <a:pt x="67732" y="244633"/>
                </a:cubicBezTo>
                <a:cubicBezTo>
                  <a:pt x="66216" y="251800"/>
                  <a:pt x="65049" y="259024"/>
                  <a:pt x="64232" y="266305"/>
                </a:cubicBezTo>
                <a:lnTo>
                  <a:pt x="65872" y="266470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6913854" y="8642355"/>
            <a:ext cx="183322" cy="160471"/>
          </a:xfrm>
          <a:custGeom>
            <a:avLst/>
            <a:gdLst/>
            <a:rect l="0" t="0" r="183322" b="160471"/>
            <a:pathLst>
              <a:path w="183322" h="160471" fill="norm" stroke="0">
                <a:moveTo>
                  <a:pt x="142115" y="2330"/>
                </a:moveTo>
                <a:cubicBezTo>
                  <a:pt x="146789" y="620"/>
                  <a:pt x="151603" y="0"/>
                  <a:pt x="156556" y="469"/>
                </a:cubicBezTo>
                <a:cubicBezTo>
                  <a:pt x="163362" y="1915"/>
                  <a:pt x="169132" y="5187"/>
                  <a:pt x="173867" y="10284"/>
                </a:cubicBezTo>
                <a:cubicBezTo>
                  <a:pt x="178603" y="15382"/>
                  <a:pt x="181440" y="21377"/>
                  <a:pt x="182381" y="28271"/>
                </a:cubicBezTo>
                <a:cubicBezTo>
                  <a:pt x="183322" y="35164"/>
                  <a:pt x="182195" y="41701"/>
                  <a:pt x="178998" y="47881"/>
                </a:cubicBezTo>
                <a:cubicBezTo>
                  <a:pt x="175803" y="54061"/>
                  <a:pt x="171120" y="58759"/>
                  <a:pt x="164951" y="61976"/>
                </a:cubicBezTo>
                <a:cubicBezTo>
                  <a:pt x="144396" y="69543"/>
                  <a:pt x="125442" y="80011"/>
                  <a:pt x="108090" y="93379"/>
                </a:cubicBezTo>
                <a:cubicBezTo>
                  <a:pt x="88863" y="108359"/>
                  <a:pt x="72399" y="125928"/>
                  <a:pt x="58696" y="146086"/>
                </a:cubicBezTo>
                <a:cubicBezTo>
                  <a:pt x="55345" y="150859"/>
                  <a:pt x="51031" y="154488"/>
                  <a:pt x="45754" y="156973"/>
                </a:cubicBezTo>
                <a:cubicBezTo>
                  <a:pt x="40478" y="159458"/>
                  <a:pt x="34933" y="160471"/>
                  <a:pt x="29118" y="160014"/>
                </a:cubicBezTo>
                <a:cubicBezTo>
                  <a:pt x="23791" y="159500"/>
                  <a:pt x="18881" y="157790"/>
                  <a:pt x="14387" y="154885"/>
                </a:cubicBezTo>
                <a:cubicBezTo>
                  <a:pt x="9613" y="151534"/>
                  <a:pt x="5984" y="147220"/>
                  <a:pt x="3499" y="141943"/>
                </a:cubicBezTo>
                <a:cubicBezTo>
                  <a:pt x="1014" y="136667"/>
                  <a:pt x="0" y="131121"/>
                  <a:pt x="457" y="125307"/>
                </a:cubicBezTo>
                <a:cubicBezTo>
                  <a:pt x="1077" y="119962"/>
                  <a:pt x="2896" y="115062"/>
                  <a:pt x="5914" y="110608"/>
                </a:cubicBezTo>
                <a:cubicBezTo>
                  <a:pt x="23275" y="84524"/>
                  <a:pt x="44436" y="62014"/>
                  <a:pt x="69396" y="43076"/>
                </a:cubicBezTo>
                <a:cubicBezTo>
                  <a:pt x="91658" y="25965"/>
                  <a:pt x="115898" y="12383"/>
                  <a:pt x="142115" y="233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7219220" y="8353715"/>
            <a:ext cx="601788" cy="505846"/>
          </a:xfrm>
          <a:custGeom>
            <a:avLst/>
            <a:gdLst/>
            <a:rect l="0" t="0" r="601788" b="505846"/>
            <a:pathLst>
              <a:path w="601788" h="505846" fill="norm" stroke="0">
                <a:moveTo>
                  <a:pt x="28302" y="505496"/>
                </a:moveTo>
                <a:cubicBezTo>
                  <a:pt x="24115" y="504862"/>
                  <a:pt x="20196" y="503473"/>
                  <a:pt x="16545" y="501329"/>
                </a:cubicBezTo>
                <a:cubicBezTo>
                  <a:pt x="12892" y="499186"/>
                  <a:pt x="9770" y="496440"/>
                  <a:pt x="7175" y="493094"/>
                </a:cubicBezTo>
                <a:cubicBezTo>
                  <a:pt x="4581" y="489747"/>
                  <a:pt x="2701" y="486038"/>
                  <a:pt x="1535" y="481967"/>
                </a:cubicBezTo>
                <a:cubicBezTo>
                  <a:pt x="369" y="477897"/>
                  <a:pt x="0" y="473755"/>
                  <a:pt x="429" y="469542"/>
                </a:cubicBezTo>
                <a:cubicBezTo>
                  <a:pt x="4876" y="434426"/>
                  <a:pt x="12655" y="400064"/>
                  <a:pt x="23771" y="366458"/>
                </a:cubicBezTo>
                <a:cubicBezTo>
                  <a:pt x="34885" y="332851"/>
                  <a:pt x="49126" y="300627"/>
                  <a:pt x="66495" y="269784"/>
                </a:cubicBezTo>
                <a:cubicBezTo>
                  <a:pt x="83863" y="238941"/>
                  <a:pt x="104034" y="210056"/>
                  <a:pt x="127008" y="183128"/>
                </a:cubicBezTo>
                <a:cubicBezTo>
                  <a:pt x="149983" y="156200"/>
                  <a:pt x="175330" y="131731"/>
                  <a:pt x="203054" y="109723"/>
                </a:cubicBezTo>
                <a:cubicBezTo>
                  <a:pt x="229251" y="89975"/>
                  <a:pt x="257017" y="72757"/>
                  <a:pt x="286352" y="58068"/>
                </a:cubicBezTo>
                <a:cubicBezTo>
                  <a:pt x="315685" y="43378"/>
                  <a:pt x="346104" y="31460"/>
                  <a:pt x="377611" y="22312"/>
                </a:cubicBezTo>
                <a:cubicBezTo>
                  <a:pt x="409116" y="13165"/>
                  <a:pt x="441189" y="6938"/>
                  <a:pt x="473828" y="3633"/>
                </a:cubicBezTo>
                <a:cubicBezTo>
                  <a:pt x="506468" y="329"/>
                  <a:pt x="539138" y="0"/>
                  <a:pt x="571836" y="2647"/>
                </a:cubicBezTo>
                <a:cubicBezTo>
                  <a:pt x="576188" y="3085"/>
                  <a:pt x="580290" y="4339"/>
                  <a:pt x="584144" y="6409"/>
                </a:cubicBezTo>
                <a:cubicBezTo>
                  <a:pt x="587997" y="8479"/>
                  <a:pt x="591307" y="11207"/>
                  <a:pt x="594074" y="14594"/>
                </a:cubicBezTo>
                <a:cubicBezTo>
                  <a:pt x="596841" y="17981"/>
                  <a:pt x="598855" y="21768"/>
                  <a:pt x="600115" y="25957"/>
                </a:cubicBezTo>
                <a:cubicBezTo>
                  <a:pt x="601377" y="30144"/>
                  <a:pt x="601788" y="34414"/>
                  <a:pt x="601349" y="38766"/>
                </a:cubicBezTo>
                <a:cubicBezTo>
                  <a:pt x="600931" y="42980"/>
                  <a:pt x="599745" y="46965"/>
                  <a:pt x="597791" y="50722"/>
                </a:cubicBezTo>
                <a:cubicBezTo>
                  <a:pt x="595836" y="54479"/>
                  <a:pt x="593255" y="57738"/>
                  <a:pt x="590046" y="60501"/>
                </a:cubicBezTo>
                <a:cubicBezTo>
                  <a:pt x="586837" y="63263"/>
                  <a:pt x="583230" y="65331"/>
                  <a:pt x="579224" y="66704"/>
                </a:cubicBezTo>
                <a:cubicBezTo>
                  <a:pt x="575218" y="68077"/>
                  <a:pt x="571100" y="68657"/>
                  <a:pt x="566871" y="68444"/>
                </a:cubicBezTo>
                <a:cubicBezTo>
                  <a:pt x="538158" y="66208"/>
                  <a:pt x="509476" y="66570"/>
                  <a:pt x="480826" y="69530"/>
                </a:cubicBezTo>
                <a:cubicBezTo>
                  <a:pt x="452179" y="72491"/>
                  <a:pt x="424028" y="78001"/>
                  <a:pt x="396377" y="86061"/>
                </a:cubicBezTo>
                <a:cubicBezTo>
                  <a:pt x="368728" y="94121"/>
                  <a:pt x="342026" y="104600"/>
                  <a:pt x="316274" y="117497"/>
                </a:cubicBezTo>
                <a:cubicBezTo>
                  <a:pt x="290522" y="130395"/>
                  <a:pt x="266139" y="145501"/>
                  <a:pt x="243123" y="162816"/>
                </a:cubicBezTo>
                <a:cubicBezTo>
                  <a:pt x="218579" y="182149"/>
                  <a:pt x="196128" y="203666"/>
                  <a:pt x="175769" y="227367"/>
                </a:cubicBezTo>
                <a:cubicBezTo>
                  <a:pt x="155411" y="251067"/>
                  <a:pt x="137526" y="276507"/>
                  <a:pt x="122117" y="303686"/>
                </a:cubicBezTo>
                <a:cubicBezTo>
                  <a:pt x="106707" y="330865"/>
                  <a:pt x="94059" y="359274"/>
                  <a:pt x="84175" y="388914"/>
                </a:cubicBezTo>
                <a:cubicBezTo>
                  <a:pt x="74292" y="418553"/>
                  <a:pt x="67356" y="448867"/>
                  <a:pt x="63368" y="479855"/>
                </a:cubicBezTo>
                <a:cubicBezTo>
                  <a:pt x="62494" y="483753"/>
                  <a:pt x="60962" y="487373"/>
                  <a:pt x="58773" y="490715"/>
                </a:cubicBezTo>
                <a:cubicBezTo>
                  <a:pt x="56584" y="494057"/>
                  <a:pt x="53877" y="496906"/>
                  <a:pt x="50653" y="499264"/>
                </a:cubicBezTo>
                <a:cubicBezTo>
                  <a:pt x="47428" y="501622"/>
                  <a:pt x="43892" y="503338"/>
                  <a:pt x="40043" y="504411"/>
                </a:cubicBezTo>
                <a:cubicBezTo>
                  <a:pt x="36195" y="505484"/>
                  <a:pt x="32282" y="505846"/>
                  <a:pt x="28302" y="505496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17421882" y="8549326"/>
            <a:ext cx="341055" cy="295908"/>
          </a:xfrm>
          <a:custGeom>
            <a:avLst/>
            <a:gdLst/>
            <a:rect l="0" t="0" r="341055" b="295908"/>
            <a:pathLst>
              <a:path w="341055" h="295908" fill="norm" stroke="0">
                <a:moveTo>
                  <a:pt x="64751" y="262684"/>
                </a:moveTo>
                <a:cubicBezTo>
                  <a:pt x="64443" y="264311"/>
                  <a:pt x="64278" y="265951"/>
                  <a:pt x="64257" y="267607"/>
                </a:cubicBezTo>
                <a:cubicBezTo>
                  <a:pt x="63622" y="271794"/>
                  <a:pt x="62233" y="275713"/>
                  <a:pt x="60089" y="279364"/>
                </a:cubicBezTo>
                <a:cubicBezTo>
                  <a:pt x="57945" y="283016"/>
                  <a:pt x="55200" y="286139"/>
                  <a:pt x="51854" y="288734"/>
                </a:cubicBezTo>
                <a:cubicBezTo>
                  <a:pt x="48507" y="291328"/>
                  <a:pt x="44799" y="293208"/>
                  <a:pt x="40728" y="294374"/>
                </a:cubicBezTo>
                <a:cubicBezTo>
                  <a:pt x="36657" y="295540"/>
                  <a:pt x="32514" y="295908"/>
                  <a:pt x="28302" y="295479"/>
                </a:cubicBezTo>
                <a:cubicBezTo>
                  <a:pt x="24115" y="294845"/>
                  <a:pt x="20196" y="293456"/>
                  <a:pt x="16545" y="291312"/>
                </a:cubicBezTo>
                <a:cubicBezTo>
                  <a:pt x="12892" y="289168"/>
                  <a:pt x="9770" y="286423"/>
                  <a:pt x="7175" y="283076"/>
                </a:cubicBezTo>
                <a:cubicBezTo>
                  <a:pt x="4581" y="279730"/>
                  <a:pt x="2701" y="276021"/>
                  <a:pt x="1535" y="271950"/>
                </a:cubicBezTo>
                <a:cubicBezTo>
                  <a:pt x="369" y="267879"/>
                  <a:pt x="0" y="263738"/>
                  <a:pt x="429" y="259525"/>
                </a:cubicBezTo>
                <a:cubicBezTo>
                  <a:pt x="2919" y="240190"/>
                  <a:pt x="7246" y="221275"/>
                  <a:pt x="13410" y="202781"/>
                </a:cubicBezTo>
                <a:cubicBezTo>
                  <a:pt x="19574" y="184286"/>
                  <a:pt x="27459" y="166558"/>
                  <a:pt x="37066" y="149595"/>
                </a:cubicBezTo>
                <a:cubicBezTo>
                  <a:pt x="46673" y="132632"/>
                  <a:pt x="57823" y="116751"/>
                  <a:pt x="70514" y="101954"/>
                </a:cubicBezTo>
                <a:cubicBezTo>
                  <a:pt x="83204" y="87156"/>
                  <a:pt x="97200" y="73717"/>
                  <a:pt x="112502" y="61638"/>
                </a:cubicBezTo>
                <a:cubicBezTo>
                  <a:pt x="141515" y="39899"/>
                  <a:pt x="173425" y="23961"/>
                  <a:pt x="208234" y="13824"/>
                </a:cubicBezTo>
                <a:cubicBezTo>
                  <a:pt x="243041" y="3687"/>
                  <a:pt x="278519" y="0"/>
                  <a:pt x="314668" y="2762"/>
                </a:cubicBezTo>
                <a:cubicBezTo>
                  <a:pt x="318303" y="3515"/>
                  <a:pt x="321714" y="4843"/>
                  <a:pt x="324901" y="6748"/>
                </a:cubicBezTo>
                <a:cubicBezTo>
                  <a:pt x="328089" y="8652"/>
                  <a:pt x="330874" y="11027"/>
                  <a:pt x="333259" y="13873"/>
                </a:cubicBezTo>
                <a:cubicBezTo>
                  <a:pt x="335643" y="16718"/>
                  <a:pt x="337496" y="19876"/>
                  <a:pt x="338813" y="23347"/>
                </a:cubicBezTo>
                <a:cubicBezTo>
                  <a:pt x="340133" y="26817"/>
                  <a:pt x="340844" y="30408"/>
                  <a:pt x="340950" y="34119"/>
                </a:cubicBezTo>
                <a:cubicBezTo>
                  <a:pt x="341055" y="37830"/>
                  <a:pt x="340550" y="41456"/>
                  <a:pt x="339430" y="44996"/>
                </a:cubicBezTo>
                <a:cubicBezTo>
                  <a:pt x="338313" y="48536"/>
                  <a:pt x="336643" y="51795"/>
                  <a:pt x="334425" y="54771"/>
                </a:cubicBezTo>
                <a:cubicBezTo>
                  <a:pt x="332206" y="57748"/>
                  <a:pt x="329560" y="60278"/>
                  <a:pt x="326487" y="62361"/>
                </a:cubicBezTo>
                <a:cubicBezTo>
                  <a:pt x="323413" y="64444"/>
                  <a:pt x="320083" y="65964"/>
                  <a:pt x="316497" y="66923"/>
                </a:cubicBezTo>
                <a:lnTo>
                  <a:pt x="310262" y="66295"/>
                </a:lnTo>
                <a:cubicBezTo>
                  <a:pt x="295813" y="65023"/>
                  <a:pt x="281374" y="65131"/>
                  <a:pt x="266945" y="66620"/>
                </a:cubicBezTo>
                <a:cubicBezTo>
                  <a:pt x="252518" y="68108"/>
                  <a:pt x="238361" y="70950"/>
                  <a:pt x="224476" y="75145"/>
                </a:cubicBezTo>
                <a:cubicBezTo>
                  <a:pt x="210590" y="79341"/>
                  <a:pt x="197230" y="84814"/>
                  <a:pt x="184390" y="91564"/>
                </a:cubicBezTo>
                <a:cubicBezTo>
                  <a:pt x="171552" y="98314"/>
                  <a:pt x="159469" y="106220"/>
                  <a:pt x="148143" y="115280"/>
                </a:cubicBezTo>
                <a:cubicBezTo>
                  <a:pt x="136816" y="124341"/>
                  <a:pt x="126450" y="134393"/>
                  <a:pt x="117046" y="145435"/>
                </a:cubicBezTo>
                <a:cubicBezTo>
                  <a:pt x="107640" y="156478"/>
                  <a:pt x="99366" y="168311"/>
                  <a:pt x="92224" y="180936"/>
                </a:cubicBezTo>
                <a:cubicBezTo>
                  <a:pt x="85083" y="193561"/>
                  <a:pt x="79201" y="206748"/>
                  <a:pt x="74580" y="220497"/>
                </a:cubicBezTo>
                <a:cubicBezTo>
                  <a:pt x="69960" y="234246"/>
                  <a:pt x="66683" y="248309"/>
                  <a:pt x="64751" y="262684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17578625" y="8709409"/>
            <a:ext cx="186694" cy="159946"/>
          </a:xfrm>
          <a:custGeom>
            <a:avLst/>
            <a:gdLst/>
            <a:rect l="0" t="0" r="186694" b="159946"/>
            <a:pathLst>
              <a:path w="186694" h="159946" fill="norm" stroke="0">
                <a:moveTo>
                  <a:pt x="70794" y="43076"/>
                </a:moveTo>
                <a:cubicBezTo>
                  <a:pt x="93008" y="25881"/>
                  <a:pt x="117249" y="12298"/>
                  <a:pt x="143512" y="2330"/>
                </a:cubicBezTo>
                <a:cubicBezTo>
                  <a:pt x="148186" y="621"/>
                  <a:pt x="153000" y="0"/>
                  <a:pt x="157955" y="469"/>
                </a:cubicBezTo>
                <a:cubicBezTo>
                  <a:pt x="163936" y="1148"/>
                  <a:pt x="169326" y="3303"/>
                  <a:pt x="174127" y="6934"/>
                </a:cubicBezTo>
                <a:cubicBezTo>
                  <a:pt x="178929" y="10565"/>
                  <a:pt x="182471" y="15165"/>
                  <a:pt x="184753" y="20735"/>
                </a:cubicBezTo>
                <a:cubicBezTo>
                  <a:pt x="186116" y="24716"/>
                  <a:pt x="186694" y="28808"/>
                  <a:pt x="186489" y="33011"/>
                </a:cubicBezTo>
                <a:cubicBezTo>
                  <a:pt x="186286" y="37213"/>
                  <a:pt x="185313" y="41230"/>
                  <a:pt x="183572" y="45060"/>
                </a:cubicBezTo>
                <a:cubicBezTo>
                  <a:pt x="181831" y="48890"/>
                  <a:pt x="179443" y="52264"/>
                  <a:pt x="176411" y="55181"/>
                </a:cubicBezTo>
                <a:cubicBezTo>
                  <a:pt x="173379" y="58098"/>
                  <a:pt x="169915" y="60352"/>
                  <a:pt x="166021" y="61943"/>
                </a:cubicBezTo>
                <a:cubicBezTo>
                  <a:pt x="145039" y="69409"/>
                  <a:pt x="125647" y="79832"/>
                  <a:pt x="107846" y="93214"/>
                </a:cubicBezTo>
                <a:cubicBezTo>
                  <a:pt x="88523" y="108104"/>
                  <a:pt x="72059" y="125673"/>
                  <a:pt x="58452" y="145921"/>
                </a:cubicBezTo>
                <a:cubicBezTo>
                  <a:pt x="56014" y="149335"/>
                  <a:pt x="53031" y="152181"/>
                  <a:pt x="49504" y="154457"/>
                </a:cubicBezTo>
                <a:cubicBezTo>
                  <a:pt x="45979" y="156733"/>
                  <a:pt x="42157" y="158280"/>
                  <a:pt x="38041" y="159098"/>
                </a:cubicBezTo>
                <a:cubicBezTo>
                  <a:pt x="33925" y="159915"/>
                  <a:pt x="29801" y="159946"/>
                  <a:pt x="25674" y="159190"/>
                </a:cubicBezTo>
                <a:cubicBezTo>
                  <a:pt x="21546" y="158433"/>
                  <a:pt x="17701" y="156944"/>
                  <a:pt x="14142" y="154720"/>
                </a:cubicBezTo>
                <a:cubicBezTo>
                  <a:pt x="11229" y="152691"/>
                  <a:pt x="8708" y="150255"/>
                  <a:pt x="6581" y="147412"/>
                </a:cubicBezTo>
                <a:cubicBezTo>
                  <a:pt x="4454" y="144569"/>
                  <a:pt x="2828" y="141463"/>
                  <a:pt x="1704" y="138095"/>
                </a:cubicBezTo>
                <a:cubicBezTo>
                  <a:pt x="580" y="134727"/>
                  <a:pt x="14" y="131268"/>
                  <a:pt x="6" y="127717"/>
                </a:cubicBezTo>
                <a:cubicBezTo>
                  <a:pt x="0" y="124166"/>
                  <a:pt x="552" y="120704"/>
                  <a:pt x="1663" y="117332"/>
                </a:cubicBezTo>
                <a:cubicBezTo>
                  <a:pt x="2614" y="114877"/>
                  <a:pt x="3840" y="112570"/>
                  <a:pt x="5344" y="110410"/>
                </a:cubicBezTo>
                <a:cubicBezTo>
                  <a:pt x="23433" y="84342"/>
                  <a:pt x="45250" y="61898"/>
                  <a:pt x="70794" y="43076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16117891" y="8875279"/>
            <a:ext cx="1811052" cy="1394865"/>
          </a:xfrm>
          <a:custGeom>
            <a:avLst/>
            <a:gdLst/>
            <a:rect l="0" t="0" r="1811052" b="1394865"/>
            <a:pathLst>
              <a:path w="1811052" h="1394865" fill="norm" stroke="0">
                <a:moveTo>
                  <a:pt x="1810925" y="812938"/>
                </a:moveTo>
                <a:lnTo>
                  <a:pt x="1772411" y="1195574"/>
                </a:lnTo>
                <a:cubicBezTo>
                  <a:pt x="1771972" y="1199926"/>
                  <a:pt x="1770718" y="1204028"/>
                  <a:pt x="1768649" y="1207881"/>
                </a:cubicBezTo>
                <a:cubicBezTo>
                  <a:pt x="1766579" y="1211734"/>
                  <a:pt x="1763850" y="1215044"/>
                  <a:pt x="1760463" y="1217811"/>
                </a:cubicBezTo>
                <a:cubicBezTo>
                  <a:pt x="1757076" y="1220579"/>
                  <a:pt x="1753288" y="1222593"/>
                  <a:pt x="1749101" y="1223853"/>
                </a:cubicBezTo>
                <a:cubicBezTo>
                  <a:pt x="1744912" y="1225114"/>
                  <a:pt x="1740643" y="1225525"/>
                  <a:pt x="1736291" y="1225087"/>
                </a:cubicBezTo>
                <a:lnTo>
                  <a:pt x="1632265" y="1214616"/>
                </a:lnTo>
                <a:lnTo>
                  <a:pt x="1617135" y="1364914"/>
                </a:lnTo>
                <a:cubicBezTo>
                  <a:pt x="1616698" y="1369266"/>
                  <a:pt x="1615444" y="1373368"/>
                  <a:pt x="1613373" y="1377221"/>
                </a:cubicBezTo>
                <a:cubicBezTo>
                  <a:pt x="1611303" y="1381074"/>
                  <a:pt x="1608575" y="1384384"/>
                  <a:pt x="1605189" y="1387151"/>
                </a:cubicBezTo>
                <a:cubicBezTo>
                  <a:pt x="1601801" y="1389919"/>
                  <a:pt x="1598014" y="1391933"/>
                  <a:pt x="1593825" y="1393193"/>
                </a:cubicBezTo>
                <a:cubicBezTo>
                  <a:pt x="1589638" y="1394454"/>
                  <a:pt x="1585368" y="1394865"/>
                  <a:pt x="1581017" y="1394427"/>
                </a:cubicBezTo>
                <a:lnTo>
                  <a:pt x="1291250" y="1365260"/>
                </a:lnTo>
                <a:cubicBezTo>
                  <a:pt x="1286898" y="1364822"/>
                  <a:pt x="1282796" y="1363568"/>
                  <a:pt x="1278944" y="1361498"/>
                </a:cubicBezTo>
                <a:cubicBezTo>
                  <a:pt x="1275090" y="1359428"/>
                  <a:pt x="1271780" y="1356700"/>
                  <a:pt x="1269012" y="1353313"/>
                </a:cubicBezTo>
                <a:cubicBezTo>
                  <a:pt x="1266245" y="1349926"/>
                  <a:pt x="1264231" y="1346139"/>
                  <a:pt x="1262971" y="1341951"/>
                </a:cubicBezTo>
                <a:cubicBezTo>
                  <a:pt x="1261711" y="1337763"/>
                  <a:pt x="1261298" y="1333493"/>
                  <a:pt x="1261737" y="1329141"/>
                </a:cubicBezTo>
                <a:lnTo>
                  <a:pt x="1276964" y="1177859"/>
                </a:lnTo>
                <a:lnTo>
                  <a:pt x="489376" y="1098583"/>
                </a:lnTo>
                <a:lnTo>
                  <a:pt x="474149" y="1249865"/>
                </a:lnTo>
                <a:cubicBezTo>
                  <a:pt x="473712" y="1254217"/>
                  <a:pt x="472458" y="1258319"/>
                  <a:pt x="470387" y="1262172"/>
                </a:cubicBezTo>
                <a:cubicBezTo>
                  <a:pt x="468317" y="1266025"/>
                  <a:pt x="465589" y="1269335"/>
                  <a:pt x="462203" y="1272102"/>
                </a:cubicBezTo>
                <a:cubicBezTo>
                  <a:pt x="458815" y="1274870"/>
                  <a:pt x="455028" y="1276884"/>
                  <a:pt x="450839" y="1278144"/>
                </a:cubicBezTo>
                <a:cubicBezTo>
                  <a:pt x="446652" y="1279405"/>
                  <a:pt x="442382" y="1279816"/>
                  <a:pt x="438031" y="1279378"/>
                </a:cubicBezTo>
                <a:lnTo>
                  <a:pt x="146622" y="1250046"/>
                </a:lnTo>
                <a:cubicBezTo>
                  <a:pt x="142272" y="1249608"/>
                  <a:pt x="138168" y="1248354"/>
                  <a:pt x="134316" y="1246284"/>
                </a:cubicBezTo>
                <a:cubicBezTo>
                  <a:pt x="130463" y="1244214"/>
                  <a:pt x="127153" y="1241486"/>
                  <a:pt x="124386" y="1238099"/>
                </a:cubicBezTo>
                <a:cubicBezTo>
                  <a:pt x="121619" y="1234712"/>
                  <a:pt x="119605" y="1230925"/>
                  <a:pt x="118343" y="1226736"/>
                </a:cubicBezTo>
                <a:cubicBezTo>
                  <a:pt x="117083" y="1222548"/>
                  <a:pt x="116672" y="1218279"/>
                  <a:pt x="117109" y="1213927"/>
                </a:cubicBezTo>
                <a:lnTo>
                  <a:pt x="132338" y="1062645"/>
                </a:lnTo>
                <a:lnTo>
                  <a:pt x="29952" y="1052339"/>
                </a:lnTo>
                <a:cubicBezTo>
                  <a:pt x="25600" y="1051901"/>
                  <a:pt x="21498" y="1050646"/>
                  <a:pt x="17644" y="1048576"/>
                </a:cubicBezTo>
                <a:cubicBezTo>
                  <a:pt x="13791" y="1046506"/>
                  <a:pt x="10482" y="1043778"/>
                  <a:pt x="7714" y="1040391"/>
                </a:cubicBezTo>
                <a:cubicBezTo>
                  <a:pt x="4947" y="1037005"/>
                  <a:pt x="2933" y="1033217"/>
                  <a:pt x="1673" y="1029029"/>
                </a:cubicBezTo>
                <a:cubicBezTo>
                  <a:pt x="411" y="1024841"/>
                  <a:pt x="0" y="1020571"/>
                  <a:pt x="437" y="1016219"/>
                </a:cubicBezTo>
                <a:lnTo>
                  <a:pt x="38853" y="634568"/>
                </a:lnTo>
                <a:cubicBezTo>
                  <a:pt x="39292" y="630216"/>
                  <a:pt x="40546" y="626114"/>
                  <a:pt x="42616" y="622261"/>
                </a:cubicBezTo>
                <a:cubicBezTo>
                  <a:pt x="44686" y="618408"/>
                  <a:pt x="47414" y="615098"/>
                  <a:pt x="50802" y="612330"/>
                </a:cubicBezTo>
                <a:cubicBezTo>
                  <a:pt x="54187" y="609563"/>
                  <a:pt x="57975" y="607549"/>
                  <a:pt x="62164" y="606288"/>
                </a:cubicBezTo>
                <a:cubicBezTo>
                  <a:pt x="66351" y="605028"/>
                  <a:pt x="70622" y="604617"/>
                  <a:pt x="74974" y="605055"/>
                </a:cubicBezTo>
                <a:lnTo>
                  <a:pt x="698480" y="667815"/>
                </a:lnTo>
                <a:cubicBezTo>
                  <a:pt x="697237" y="656765"/>
                  <a:pt x="697244" y="645716"/>
                  <a:pt x="698502" y="634668"/>
                </a:cubicBezTo>
                <a:cubicBezTo>
                  <a:pt x="699350" y="626226"/>
                  <a:pt x="700906" y="617916"/>
                  <a:pt x="703169" y="609739"/>
                </a:cubicBezTo>
                <a:cubicBezTo>
                  <a:pt x="705434" y="601562"/>
                  <a:pt x="708374" y="593635"/>
                  <a:pt x="711988" y="585958"/>
                </a:cubicBezTo>
                <a:cubicBezTo>
                  <a:pt x="715603" y="578282"/>
                  <a:pt x="719840" y="570967"/>
                  <a:pt x="724702" y="564012"/>
                </a:cubicBezTo>
                <a:cubicBezTo>
                  <a:pt x="729563" y="557058"/>
                  <a:pt x="734977" y="550564"/>
                  <a:pt x="740944" y="544532"/>
                </a:cubicBezTo>
                <a:cubicBezTo>
                  <a:pt x="746911" y="538500"/>
                  <a:pt x="753345" y="533016"/>
                  <a:pt x="760247" y="528080"/>
                </a:cubicBezTo>
                <a:cubicBezTo>
                  <a:pt x="767149" y="523145"/>
                  <a:pt x="774418" y="518828"/>
                  <a:pt x="782055" y="515131"/>
                </a:cubicBezTo>
                <a:cubicBezTo>
                  <a:pt x="789691" y="511433"/>
                  <a:pt x="797587" y="508408"/>
                  <a:pt x="805738" y="506056"/>
                </a:cubicBezTo>
                <a:cubicBezTo>
                  <a:pt x="813891" y="503704"/>
                  <a:pt x="822184" y="502058"/>
                  <a:pt x="830616" y="501118"/>
                </a:cubicBezTo>
                <a:lnTo>
                  <a:pt x="878842" y="22002"/>
                </a:lnTo>
                <a:cubicBezTo>
                  <a:pt x="880089" y="18544"/>
                  <a:pt x="881864" y="15382"/>
                  <a:pt x="884168" y="12518"/>
                </a:cubicBezTo>
                <a:cubicBezTo>
                  <a:pt x="886470" y="9653"/>
                  <a:pt x="889177" y="7240"/>
                  <a:pt x="892287" y="5280"/>
                </a:cubicBezTo>
                <a:cubicBezTo>
                  <a:pt x="895398" y="3321"/>
                  <a:pt x="898742" y="1920"/>
                  <a:pt x="902320" y="1078"/>
                </a:cubicBezTo>
                <a:cubicBezTo>
                  <a:pt x="905898" y="237"/>
                  <a:pt x="909517" y="0"/>
                  <a:pt x="913174" y="368"/>
                </a:cubicBezTo>
                <a:cubicBezTo>
                  <a:pt x="916832" y="736"/>
                  <a:pt x="920330" y="1689"/>
                  <a:pt x="923669" y="3227"/>
                </a:cubicBezTo>
                <a:cubicBezTo>
                  <a:pt x="927009" y="4765"/>
                  <a:pt x="930005" y="6804"/>
                  <a:pt x="932662" y="9344"/>
                </a:cubicBezTo>
                <a:cubicBezTo>
                  <a:pt x="935320" y="11885"/>
                  <a:pt x="937492" y="14788"/>
                  <a:pt x="939178" y="18055"/>
                </a:cubicBezTo>
                <a:cubicBezTo>
                  <a:pt x="940865" y="21321"/>
                  <a:pt x="941974" y="24773"/>
                  <a:pt x="942505" y="28411"/>
                </a:cubicBezTo>
                <a:lnTo>
                  <a:pt x="894048" y="509823"/>
                </a:lnTo>
                <a:cubicBezTo>
                  <a:pt x="902125" y="512425"/>
                  <a:pt x="909923" y="515690"/>
                  <a:pt x="917443" y="519620"/>
                </a:cubicBezTo>
                <a:cubicBezTo>
                  <a:pt x="924962" y="523550"/>
                  <a:pt x="932097" y="528088"/>
                  <a:pt x="938843" y="533233"/>
                </a:cubicBezTo>
                <a:cubicBezTo>
                  <a:pt x="945590" y="538378"/>
                  <a:pt x="951852" y="544057"/>
                  <a:pt x="957631" y="550269"/>
                </a:cubicBezTo>
                <a:cubicBezTo>
                  <a:pt x="963411" y="556481"/>
                  <a:pt x="968625" y="563138"/>
                  <a:pt x="973269" y="570238"/>
                </a:cubicBezTo>
                <a:cubicBezTo>
                  <a:pt x="977914" y="577338"/>
                  <a:pt x="981926" y="584780"/>
                  <a:pt x="985303" y="592564"/>
                </a:cubicBezTo>
                <a:cubicBezTo>
                  <a:pt x="988681" y="600347"/>
                  <a:pt x="991375" y="608361"/>
                  <a:pt x="993387" y="616604"/>
                </a:cubicBezTo>
                <a:cubicBezTo>
                  <a:pt x="995400" y="624847"/>
                  <a:pt x="996700" y="633200"/>
                  <a:pt x="997290" y="641665"/>
                </a:cubicBezTo>
                <a:cubicBezTo>
                  <a:pt x="997879" y="650129"/>
                  <a:pt x="997748" y="658582"/>
                  <a:pt x="996897" y="667024"/>
                </a:cubicBezTo>
                <a:cubicBezTo>
                  <a:pt x="995927" y="678101"/>
                  <a:pt x="993732" y="688930"/>
                  <a:pt x="990312" y="699510"/>
                </a:cubicBezTo>
                <a:lnTo>
                  <a:pt x="1368682" y="737595"/>
                </a:lnTo>
                <a:cubicBezTo>
                  <a:pt x="1367439" y="726546"/>
                  <a:pt x="1367447" y="715497"/>
                  <a:pt x="1368704" y="704449"/>
                </a:cubicBezTo>
                <a:cubicBezTo>
                  <a:pt x="1369572" y="696001"/>
                  <a:pt x="1371147" y="687687"/>
                  <a:pt x="1373431" y="679507"/>
                </a:cubicBezTo>
                <a:cubicBezTo>
                  <a:pt x="1375713" y="671328"/>
                  <a:pt x="1378671" y="663399"/>
                  <a:pt x="1382302" y="655722"/>
                </a:cubicBezTo>
                <a:cubicBezTo>
                  <a:pt x="1385934" y="648046"/>
                  <a:pt x="1390188" y="640731"/>
                  <a:pt x="1395064" y="633778"/>
                </a:cubicBezTo>
                <a:cubicBezTo>
                  <a:pt x="1399941" y="626825"/>
                  <a:pt x="1405368" y="620334"/>
                  <a:pt x="1411350" y="614305"/>
                </a:cubicBezTo>
                <a:cubicBezTo>
                  <a:pt x="1417331" y="608275"/>
                  <a:pt x="1423777" y="602795"/>
                  <a:pt x="1430691" y="597862"/>
                </a:cubicBezTo>
                <a:cubicBezTo>
                  <a:pt x="1437604" y="592930"/>
                  <a:pt x="1444884" y="588617"/>
                  <a:pt x="1452531" y="584923"/>
                </a:cubicBezTo>
                <a:cubicBezTo>
                  <a:pt x="1460179" y="581230"/>
                  <a:pt x="1468082" y="578208"/>
                  <a:pt x="1476243" y="575860"/>
                </a:cubicBezTo>
                <a:cubicBezTo>
                  <a:pt x="1484406" y="573511"/>
                  <a:pt x="1492706" y="571868"/>
                  <a:pt x="1501147" y="570932"/>
                </a:cubicBezTo>
                <a:lnTo>
                  <a:pt x="1549605" y="89519"/>
                </a:lnTo>
                <a:cubicBezTo>
                  <a:pt x="1550899" y="86138"/>
                  <a:pt x="1552701" y="83054"/>
                  <a:pt x="1555011" y="80267"/>
                </a:cubicBezTo>
                <a:cubicBezTo>
                  <a:pt x="1557320" y="77479"/>
                  <a:pt x="1560016" y="75136"/>
                  <a:pt x="1563098" y="73236"/>
                </a:cubicBezTo>
                <a:cubicBezTo>
                  <a:pt x="1566180" y="71337"/>
                  <a:pt x="1569486" y="69981"/>
                  <a:pt x="1573014" y="69170"/>
                </a:cubicBezTo>
                <a:cubicBezTo>
                  <a:pt x="1576541" y="68358"/>
                  <a:pt x="1580107" y="68134"/>
                  <a:pt x="1583708" y="68496"/>
                </a:cubicBezTo>
                <a:cubicBezTo>
                  <a:pt x="1587311" y="68859"/>
                  <a:pt x="1590759" y="69789"/>
                  <a:pt x="1594055" y="71288"/>
                </a:cubicBezTo>
                <a:cubicBezTo>
                  <a:pt x="1597351" y="72786"/>
                  <a:pt x="1600319" y="74773"/>
                  <a:pt x="1602961" y="77248"/>
                </a:cubicBezTo>
                <a:cubicBezTo>
                  <a:pt x="1605601" y="79724"/>
                  <a:pt x="1607776" y="82558"/>
                  <a:pt x="1609485" y="85750"/>
                </a:cubicBezTo>
                <a:cubicBezTo>
                  <a:pt x="1611193" y="88942"/>
                  <a:pt x="1612345" y="92323"/>
                  <a:pt x="1612939" y="95894"/>
                </a:cubicBezTo>
                <a:lnTo>
                  <a:pt x="1564515" y="576979"/>
                </a:lnTo>
                <a:cubicBezTo>
                  <a:pt x="1572588" y="579611"/>
                  <a:pt x="1580383" y="582904"/>
                  <a:pt x="1587895" y="586859"/>
                </a:cubicBezTo>
                <a:cubicBezTo>
                  <a:pt x="1595410" y="590814"/>
                  <a:pt x="1602538" y="595374"/>
                  <a:pt x="1609277" y="600539"/>
                </a:cubicBezTo>
                <a:cubicBezTo>
                  <a:pt x="1616018" y="605704"/>
                  <a:pt x="1622275" y="611400"/>
                  <a:pt x="1628048" y="617627"/>
                </a:cubicBezTo>
                <a:cubicBezTo>
                  <a:pt x="1633821" y="623854"/>
                  <a:pt x="1639027" y="630523"/>
                  <a:pt x="1643669" y="637634"/>
                </a:cubicBezTo>
                <a:cubicBezTo>
                  <a:pt x="1648310" y="644745"/>
                  <a:pt x="1652319" y="652196"/>
                  <a:pt x="1655696" y="659987"/>
                </a:cubicBezTo>
                <a:cubicBezTo>
                  <a:pt x="1659071" y="667779"/>
                  <a:pt x="1661767" y="675799"/>
                  <a:pt x="1663782" y="684048"/>
                </a:cubicBezTo>
                <a:cubicBezTo>
                  <a:pt x="1665796" y="692297"/>
                  <a:pt x="1667101" y="700656"/>
                  <a:pt x="1667698" y="709127"/>
                </a:cubicBezTo>
                <a:cubicBezTo>
                  <a:pt x="1668294" y="717598"/>
                  <a:pt x="1668171" y="726058"/>
                  <a:pt x="1667331" y="734508"/>
                </a:cubicBezTo>
                <a:cubicBezTo>
                  <a:pt x="1666360" y="745585"/>
                  <a:pt x="1664165" y="756413"/>
                  <a:pt x="1660745" y="766993"/>
                </a:cubicBezTo>
                <a:lnTo>
                  <a:pt x="1781181" y="779116"/>
                </a:lnTo>
                <a:cubicBezTo>
                  <a:pt x="1785342" y="779525"/>
                  <a:pt x="1789283" y="780682"/>
                  <a:pt x="1793004" y="782589"/>
                </a:cubicBezTo>
                <a:cubicBezTo>
                  <a:pt x="1796724" y="784497"/>
                  <a:pt x="1799965" y="787020"/>
                  <a:pt x="1802726" y="790159"/>
                </a:cubicBezTo>
                <a:cubicBezTo>
                  <a:pt x="1805487" y="793299"/>
                  <a:pt x="1807575" y="796835"/>
                  <a:pt x="1808990" y="800769"/>
                </a:cubicBezTo>
                <a:cubicBezTo>
                  <a:pt x="1810407" y="804703"/>
                  <a:pt x="1811052" y="808759"/>
                  <a:pt x="1810925" y="812938"/>
                </a:cubicBezTo>
                <a:close/>
                <a:moveTo>
                  <a:pt x="1517904" y="944546"/>
                </a:moveTo>
                <a:lnTo>
                  <a:pt x="810388" y="873330"/>
                </a:lnTo>
                <a:cubicBezTo>
                  <a:pt x="808030" y="872480"/>
                  <a:pt x="805605" y="871906"/>
                  <a:pt x="803117" y="871609"/>
                </a:cubicBezTo>
                <a:cubicBezTo>
                  <a:pt x="800627" y="871312"/>
                  <a:pt x="798136" y="871299"/>
                  <a:pt x="795644" y="871569"/>
                </a:cubicBezTo>
                <a:cubicBezTo>
                  <a:pt x="793152" y="871840"/>
                  <a:pt x="790722" y="872388"/>
                  <a:pt x="788355" y="873213"/>
                </a:cubicBezTo>
                <a:cubicBezTo>
                  <a:pt x="785988" y="874037"/>
                  <a:pt x="783743" y="875118"/>
                  <a:pt x="781622" y="876454"/>
                </a:cubicBezTo>
                <a:cubicBezTo>
                  <a:pt x="779501" y="877791"/>
                  <a:pt x="777557" y="879349"/>
                  <a:pt x="775793" y="881129"/>
                </a:cubicBezTo>
                <a:cubicBezTo>
                  <a:pt x="774027" y="882908"/>
                  <a:pt x="772485" y="884864"/>
                  <a:pt x="771164" y="886995"/>
                </a:cubicBezTo>
                <a:cubicBezTo>
                  <a:pt x="769844" y="889127"/>
                  <a:pt x="768781" y="891379"/>
                  <a:pt x="767975" y="893753"/>
                </a:cubicBezTo>
                <a:cubicBezTo>
                  <a:pt x="767169" y="896127"/>
                  <a:pt x="766640" y="898561"/>
                  <a:pt x="766390" y="901055"/>
                </a:cubicBezTo>
                <a:cubicBezTo>
                  <a:pt x="766139" y="903550"/>
                  <a:pt x="766172" y="906040"/>
                  <a:pt x="766488" y="908527"/>
                </a:cubicBezTo>
                <a:cubicBezTo>
                  <a:pt x="766804" y="911014"/>
                  <a:pt x="767398" y="913433"/>
                  <a:pt x="768266" y="915785"/>
                </a:cubicBezTo>
                <a:cubicBezTo>
                  <a:pt x="769134" y="918136"/>
                  <a:pt x="770257" y="920360"/>
                  <a:pt x="771632" y="922456"/>
                </a:cubicBezTo>
                <a:cubicBezTo>
                  <a:pt x="773009" y="924552"/>
                  <a:pt x="774602" y="926466"/>
                  <a:pt x="776413" y="928198"/>
                </a:cubicBezTo>
                <a:cubicBezTo>
                  <a:pt x="778225" y="929930"/>
                  <a:pt x="780210" y="931437"/>
                  <a:pt x="782365" y="932717"/>
                </a:cubicBezTo>
                <a:cubicBezTo>
                  <a:pt x="784521" y="933997"/>
                  <a:pt x="786792" y="935018"/>
                  <a:pt x="789181" y="935780"/>
                </a:cubicBezTo>
                <a:cubicBezTo>
                  <a:pt x="791569" y="936542"/>
                  <a:pt x="794012" y="937025"/>
                  <a:pt x="796511" y="937230"/>
                </a:cubicBezTo>
                <a:cubicBezTo>
                  <a:pt x="799010" y="937435"/>
                  <a:pt x="801500" y="937356"/>
                  <a:pt x="803980" y="936993"/>
                </a:cubicBezTo>
                <a:lnTo>
                  <a:pt x="1510182" y="1008077"/>
                </a:lnTo>
                <a:cubicBezTo>
                  <a:pt x="1513821" y="1007545"/>
                  <a:pt x="1517272" y="1006436"/>
                  <a:pt x="1520538" y="1004750"/>
                </a:cubicBezTo>
                <a:cubicBezTo>
                  <a:pt x="1523805" y="1003064"/>
                  <a:pt x="1526708" y="1000892"/>
                  <a:pt x="1529249" y="998235"/>
                </a:cubicBezTo>
                <a:cubicBezTo>
                  <a:pt x="1531789" y="995578"/>
                  <a:pt x="1533829" y="992579"/>
                  <a:pt x="1535367" y="989241"/>
                </a:cubicBezTo>
                <a:cubicBezTo>
                  <a:pt x="1536905" y="985902"/>
                  <a:pt x="1537857" y="982403"/>
                  <a:pt x="1538225" y="978746"/>
                </a:cubicBezTo>
                <a:cubicBezTo>
                  <a:pt x="1538593" y="975088"/>
                  <a:pt x="1538357" y="971470"/>
                  <a:pt x="1537515" y="967892"/>
                </a:cubicBezTo>
                <a:cubicBezTo>
                  <a:pt x="1536674" y="964313"/>
                  <a:pt x="1535272" y="960969"/>
                  <a:pt x="1533313" y="957859"/>
                </a:cubicBezTo>
                <a:cubicBezTo>
                  <a:pt x="1531353" y="954749"/>
                  <a:pt x="1528941" y="952042"/>
                  <a:pt x="1526076" y="949739"/>
                </a:cubicBezTo>
                <a:cubicBezTo>
                  <a:pt x="1523211" y="947435"/>
                  <a:pt x="1520050" y="945660"/>
                  <a:pt x="1516591" y="944414"/>
                </a:cubicBezTo>
                <a:lnTo>
                  <a:pt x="1517904" y="944546"/>
                </a:lnTo>
                <a:close/>
                <a:moveTo>
                  <a:pt x="628565" y="888177"/>
                </a:moveTo>
                <a:cubicBezTo>
                  <a:pt x="629003" y="883825"/>
                  <a:pt x="628591" y="879555"/>
                  <a:pt x="627331" y="875367"/>
                </a:cubicBezTo>
                <a:cubicBezTo>
                  <a:pt x="626070" y="871179"/>
                  <a:pt x="624056" y="867392"/>
                  <a:pt x="621289" y="864005"/>
                </a:cubicBezTo>
                <a:cubicBezTo>
                  <a:pt x="618522" y="860618"/>
                  <a:pt x="615212" y="857890"/>
                  <a:pt x="611358" y="855820"/>
                </a:cubicBezTo>
                <a:cubicBezTo>
                  <a:pt x="607506" y="853750"/>
                  <a:pt x="603403" y="852496"/>
                  <a:pt x="599052" y="852058"/>
                </a:cubicBezTo>
                <a:lnTo>
                  <a:pt x="557047" y="847830"/>
                </a:lnTo>
                <a:cubicBezTo>
                  <a:pt x="553410" y="848362"/>
                  <a:pt x="549959" y="849471"/>
                  <a:pt x="546692" y="851157"/>
                </a:cubicBezTo>
                <a:cubicBezTo>
                  <a:pt x="543424" y="852843"/>
                  <a:pt x="540522" y="855015"/>
                  <a:pt x="537981" y="857672"/>
                </a:cubicBezTo>
                <a:cubicBezTo>
                  <a:pt x="535440" y="860329"/>
                  <a:pt x="533402" y="863327"/>
                  <a:pt x="531864" y="866666"/>
                </a:cubicBezTo>
                <a:cubicBezTo>
                  <a:pt x="530326" y="870005"/>
                  <a:pt x="529374" y="873503"/>
                  <a:pt x="529005" y="877161"/>
                </a:cubicBezTo>
                <a:cubicBezTo>
                  <a:pt x="528638" y="880818"/>
                  <a:pt x="528873" y="884437"/>
                  <a:pt x="529715" y="888015"/>
                </a:cubicBezTo>
                <a:cubicBezTo>
                  <a:pt x="530557" y="891593"/>
                  <a:pt x="531957" y="894938"/>
                  <a:pt x="533918" y="898048"/>
                </a:cubicBezTo>
                <a:cubicBezTo>
                  <a:pt x="535877" y="901158"/>
                  <a:pt x="538290" y="903865"/>
                  <a:pt x="541155" y="906168"/>
                </a:cubicBezTo>
                <a:cubicBezTo>
                  <a:pt x="544020" y="908472"/>
                  <a:pt x="547181" y="910247"/>
                  <a:pt x="550639" y="911493"/>
                </a:cubicBezTo>
                <a:lnTo>
                  <a:pt x="591658" y="915622"/>
                </a:lnTo>
                <a:cubicBezTo>
                  <a:pt x="595854" y="915919"/>
                  <a:pt x="599954" y="915432"/>
                  <a:pt x="603963" y="914161"/>
                </a:cubicBezTo>
                <a:cubicBezTo>
                  <a:pt x="607971" y="912889"/>
                  <a:pt x="611603" y="910923"/>
                  <a:pt x="614860" y="908262"/>
                </a:cubicBezTo>
                <a:cubicBezTo>
                  <a:pt x="618116" y="905602"/>
                  <a:pt x="620767" y="902434"/>
                  <a:pt x="622812" y="898760"/>
                </a:cubicBezTo>
                <a:cubicBezTo>
                  <a:pt x="624856" y="895086"/>
                  <a:pt x="626151" y="891164"/>
                  <a:pt x="626695" y="886994"/>
                </a:cubicBezTo>
                <a:lnTo>
                  <a:pt x="628565" y="888177"/>
                </a:lnTo>
                <a:close/>
                <a:moveTo>
                  <a:pt x="373255" y="862478"/>
                </a:moveTo>
                <a:cubicBezTo>
                  <a:pt x="373693" y="858127"/>
                  <a:pt x="373283" y="853857"/>
                  <a:pt x="372021" y="849669"/>
                </a:cubicBezTo>
                <a:cubicBezTo>
                  <a:pt x="370760" y="845481"/>
                  <a:pt x="368746" y="841693"/>
                  <a:pt x="365979" y="838306"/>
                </a:cubicBezTo>
                <a:cubicBezTo>
                  <a:pt x="363212" y="834920"/>
                  <a:pt x="359902" y="832191"/>
                  <a:pt x="356050" y="830121"/>
                </a:cubicBezTo>
                <a:cubicBezTo>
                  <a:pt x="352196" y="828051"/>
                  <a:pt x="348093" y="826797"/>
                  <a:pt x="343742" y="826359"/>
                </a:cubicBezTo>
                <a:lnTo>
                  <a:pt x="301738" y="822131"/>
                </a:lnTo>
                <a:cubicBezTo>
                  <a:pt x="299379" y="821281"/>
                  <a:pt x="296956" y="820707"/>
                  <a:pt x="294466" y="820410"/>
                </a:cubicBezTo>
                <a:cubicBezTo>
                  <a:pt x="291978" y="820113"/>
                  <a:pt x="289486" y="820100"/>
                  <a:pt x="286993" y="820370"/>
                </a:cubicBezTo>
                <a:cubicBezTo>
                  <a:pt x="284502" y="820641"/>
                  <a:pt x="282073" y="821189"/>
                  <a:pt x="279705" y="822014"/>
                </a:cubicBezTo>
                <a:cubicBezTo>
                  <a:pt x="277338" y="822838"/>
                  <a:pt x="275093" y="823919"/>
                  <a:pt x="272972" y="825256"/>
                </a:cubicBezTo>
                <a:cubicBezTo>
                  <a:pt x="270852" y="826592"/>
                  <a:pt x="268908" y="828150"/>
                  <a:pt x="267142" y="829930"/>
                </a:cubicBezTo>
                <a:cubicBezTo>
                  <a:pt x="265376" y="831709"/>
                  <a:pt x="263834" y="833665"/>
                  <a:pt x="262514" y="835797"/>
                </a:cubicBezTo>
                <a:cubicBezTo>
                  <a:pt x="261195" y="837928"/>
                  <a:pt x="260131" y="840180"/>
                  <a:pt x="259325" y="842554"/>
                </a:cubicBezTo>
                <a:cubicBezTo>
                  <a:pt x="258519" y="844928"/>
                  <a:pt x="257990" y="847362"/>
                  <a:pt x="257739" y="849856"/>
                </a:cubicBezTo>
                <a:cubicBezTo>
                  <a:pt x="257488" y="852351"/>
                  <a:pt x="257522" y="854841"/>
                  <a:pt x="257839" y="857328"/>
                </a:cubicBezTo>
                <a:cubicBezTo>
                  <a:pt x="258155" y="859815"/>
                  <a:pt x="258749" y="862234"/>
                  <a:pt x="259617" y="864586"/>
                </a:cubicBezTo>
                <a:cubicBezTo>
                  <a:pt x="260485" y="866937"/>
                  <a:pt x="261607" y="869161"/>
                  <a:pt x="262982" y="871257"/>
                </a:cubicBezTo>
                <a:cubicBezTo>
                  <a:pt x="264358" y="873353"/>
                  <a:pt x="265951" y="875267"/>
                  <a:pt x="267764" y="876999"/>
                </a:cubicBezTo>
                <a:cubicBezTo>
                  <a:pt x="269576" y="878732"/>
                  <a:pt x="271560" y="880238"/>
                  <a:pt x="273715" y="881518"/>
                </a:cubicBezTo>
                <a:cubicBezTo>
                  <a:pt x="275870" y="882798"/>
                  <a:pt x="278143" y="883819"/>
                  <a:pt x="280530" y="884581"/>
                </a:cubicBezTo>
                <a:cubicBezTo>
                  <a:pt x="282919" y="885343"/>
                  <a:pt x="285362" y="885826"/>
                  <a:pt x="287861" y="886031"/>
                </a:cubicBezTo>
                <a:cubicBezTo>
                  <a:pt x="290359" y="886236"/>
                  <a:pt x="292849" y="886157"/>
                  <a:pt x="295329" y="885794"/>
                </a:cubicBezTo>
                <a:lnTo>
                  <a:pt x="336677" y="889956"/>
                </a:lnTo>
                <a:cubicBezTo>
                  <a:pt x="340847" y="890210"/>
                  <a:pt x="344918" y="889690"/>
                  <a:pt x="348890" y="888397"/>
                </a:cubicBezTo>
                <a:cubicBezTo>
                  <a:pt x="352862" y="887104"/>
                  <a:pt x="356459" y="885127"/>
                  <a:pt x="359680" y="882467"/>
                </a:cubicBezTo>
                <a:cubicBezTo>
                  <a:pt x="362902" y="879807"/>
                  <a:pt x="365523" y="876649"/>
                  <a:pt x="367543" y="872993"/>
                </a:cubicBezTo>
                <a:cubicBezTo>
                  <a:pt x="369565" y="869337"/>
                  <a:pt x="370846" y="865438"/>
                  <a:pt x="371385" y="861296"/>
                </a:cubicBezTo>
                <a:lnTo>
                  <a:pt x="373255" y="862478"/>
                </a:lnTo>
                <a:close/>
                <a:moveTo>
                  <a:pt x="1330441" y="1305228"/>
                </a:moveTo>
                <a:lnTo>
                  <a:pt x="1556872" y="1328020"/>
                </a:lnTo>
                <a:lnTo>
                  <a:pt x="1569028" y="1207257"/>
                </a:lnTo>
                <a:lnTo>
                  <a:pt x="1342597" y="1184465"/>
                </a:lnTo>
                <a:lnTo>
                  <a:pt x="1330441" y="1305228"/>
                </a:lnTo>
                <a:close/>
                <a:moveTo>
                  <a:pt x="186142" y="1190047"/>
                </a:moveTo>
                <a:lnTo>
                  <a:pt x="411589" y="1212740"/>
                </a:lnTo>
                <a:lnTo>
                  <a:pt x="423745" y="1091977"/>
                </a:lnTo>
                <a:lnTo>
                  <a:pt x="197314" y="1069185"/>
                </a:lnTo>
                <a:lnTo>
                  <a:pt x="186142" y="1190047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352742" y="918755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2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2"/>
                  <a:pt x="43101" y="37837"/>
                </a:cubicBezTo>
                <a:cubicBezTo>
                  <a:pt x="44948" y="35292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1260267" y="1262334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1259382" y="1076980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1234526" y="774693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5" y="47703"/>
                  <a:pt x="24527" y="47822"/>
                  <a:pt x="27633" y="47328"/>
                </a:cubicBezTo>
                <a:cubicBezTo>
                  <a:pt x="30738" y="46834"/>
                  <a:pt x="33630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4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1077821" y="1218635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6" y="47702"/>
                  <a:pt x="24527" y="47821"/>
                  <a:pt x="27632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0"/>
                  <a:pt x="40382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1024207" y="724317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883389" y="1247354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6" y="47702"/>
                  <a:pt x="24527" y="47821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2"/>
                  <a:pt x="46238" y="32491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4"/>
                  <a:pt x="6567" y="7439"/>
                  <a:pt x="4721" y="9983"/>
                </a:cubicBezTo>
                <a:cubicBezTo>
                  <a:pt x="2874" y="12529"/>
                  <a:pt x="1584" y="15329"/>
                  <a:pt x="852" y="18387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829835" y="752783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745056" y="992187"/>
            <a:ext cx="48400" cy="48353"/>
          </a:xfrm>
          <a:custGeom>
            <a:avLst/>
            <a:gdLst/>
            <a:rect l="0" t="0" r="48400" b="48353"/>
            <a:pathLst>
              <a:path w="48400" h="48353" fill="norm" stroke="0">
                <a:moveTo>
                  <a:pt x="18388" y="47423"/>
                </a:moveTo>
                <a:cubicBezTo>
                  <a:pt x="21486" y="48200"/>
                  <a:pt x="24614" y="48353"/>
                  <a:pt x="27772" y="47880"/>
                </a:cubicBezTo>
                <a:cubicBezTo>
                  <a:pt x="30931" y="47406"/>
                  <a:pt x="33877" y="46345"/>
                  <a:pt x="36612" y="44695"/>
                </a:cubicBezTo>
                <a:cubicBezTo>
                  <a:pt x="39346" y="43044"/>
                  <a:pt x="41658" y="40932"/>
                  <a:pt x="43548" y="38357"/>
                </a:cubicBezTo>
                <a:cubicBezTo>
                  <a:pt x="45438" y="35782"/>
                  <a:pt x="46760" y="32943"/>
                  <a:pt x="47515" y="29840"/>
                </a:cubicBezTo>
                <a:cubicBezTo>
                  <a:pt x="48271" y="26736"/>
                  <a:pt x="48400" y="23607"/>
                  <a:pt x="47905" y="20452"/>
                </a:cubicBezTo>
                <a:cubicBezTo>
                  <a:pt x="47409" y="17297"/>
                  <a:pt x="46326" y="14358"/>
                  <a:pt x="44656" y="11636"/>
                </a:cubicBezTo>
                <a:cubicBezTo>
                  <a:pt x="42986" y="8913"/>
                  <a:pt x="40857" y="6617"/>
                  <a:pt x="38268" y="4745"/>
                </a:cubicBezTo>
                <a:cubicBezTo>
                  <a:pt x="35680" y="2874"/>
                  <a:pt x="32832" y="1573"/>
                  <a:pt x="29723" y="839"/>
                </a:cubicBezTo>
                <a:cubicBezTo>
                  <a:pt x="26614" y="107"/>
                  <a:pt x="23484" y="0"/>
                  <a:pt x="20333" y="518"/>
                </a:cubicBezTo>
                <a:cubicBezTo>
                  <a:pt x="17181" y="1036"/>
                  <a:pt x="14250" y="2140"/>
                  <a:pt x="11540" y="3830"/>
                </a:cubicBezTo>
                <a:cubicBezTo>
                  <a:pt x="8830" y="5520"/>
                  <a:pt x="6549" y="7665"/>
                  <a:pt x="4696" y="10268"/>
                </a:cubicBezTo>
                <a:cubicBezTo>
                  <a:pt x="2844" y="12869"/>
                  <a:pt x="1562" y="15727"/>
                  <a:pt x="852" y="18841"/>
                </a:cubicBezTo>
                <a:cubicBezTo>
                  <a:pt x="119" y="21899"/>
                  <a:pt x="0" y="24980"/>
                  <a:pt x="493" y="28085"/>
                </a:cubicBezTo>
                <a:cubicBezTo>
                  <a:pt x="987" y="31190"/>
                  <a:pt x="2056" y="34083"/>
                  <a:pt x="3700" y="36764"/>
                </a:cubicBezTo>
                <a:cubicBezTo>
                  <a:pt x="5345" y="39443"/>
                  <a:pt x="7439" y="41707"/>
                  <a:pt x="9984" y="43554"/>
                </a:cubicBezTo>
                <a:cubicBezTo>
                  <a:pt x="12529" y="45401"/>
                  <a:pt x="15330" y="46690"/>
                  <a:pt x="18388" y="4742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73131" y="1196725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3"/>
                </a:moveTo>
                <a:cubicBezTo>
                  <a:pt x="26376" y="120"/>
                  <a:pt x="23295" y="0"/>
                  <a:pt x="20189" y="494"/>
                </a:cubicBezTo>
                <a:cubicBezTo>
                  <a:pt x="17084" y="988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3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5"/>
                  <a:pt x="9984" y="43101"/>
                </a:cubicBezTo>
                <a:cubicBezTo>
                  <a:pt x="12529" y="44948"/>
                  <a:pt x="15330" y="46238"/>
                  <a:pt x="18388" y="46971"/>
                </a:cubicBezTo>
                <a:cubicBezTo>
                  <a:pt x="21446" y="47703"/>
                  <a:pt x="24527" y="47822"/>
                  <a:pt x="27632" y="47329"/>
                </a:cubicBezTo>
                <a:cubicBezTo>
                  <a:pt x="30738" y="46835"/>
                  <a:pt x="33631" y="45766"/>
                  <a:pt x="36311" y="44122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5"/>
                </a:cubicBezTo>
                <a:cubicBezTo>
                  <a:pt x="47702" y="26377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2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645079" y="775782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200520" y="203054"/>
            <a:ext cx="1653230" cy="1653109"/>
          </a:xfrm>
          <a:custGeom>
            <a:avLst/>
            <a:gdLst/>
            <a:rect l="0" t="0" r="1653230" b="1653109"/>
            <a:pathLst>
              <a:path w="1653230" h="1653109" fill="norm" stroke="0">
                <a:moveTo>
                  <a:pt x="1614661" y="668348"/>
                </a:moveTo>
                <a:cubicBezTo>
                  <a:pt x="1616418" y="669309"/>
                  <a:pt x="1618261" y="670057"/>
                  <a:pt x="1620190" y="670592"/>
                </a:cubicBezTo>
                <a:cubicBezTo>
                  <a:pt x="1622119" y="671128"/>
                  <a:pt x="1624084" y="671438"/>
                  <a:pt x="1626085" y="671520"/>
                </a:cubicBezTo>
                <a:cubicBezTo>
                  <a:pt x="1628086" y="671603"/>
                  <a:pt x="1630069" y="671457"/>
                  <a:pt x="1632036" y="671083"/>
                </a:cubicBezTo>
                <a:cubicBezTo>
                  <a:pt x="1634003" y="670709"/>
                  <a:pt x="1635902" y="670116"/>
                  <a:pt x="1637732" y="669303"/>
                </a:cubicBezTo>
                <a:cubicBezTo>
                  <a:pt x="1639562" y="668491"/>
                  <a:pt x="1641276" y="667482"/>
                  <a:pt x="1642873" y="666274"/>
                </a:cubicBezTo>
                <a:cubicBezTo>
                  <a:pt x="1644471" y="665067"/>
                  <a:pt x="1645910" y="663694"/>
                  <a:pt x="1647191" y="662155"/>
                </a:cubicBezTo>
                <a:cubicBezTo>
                  <a:pt x="1648472" y="660616"/>
                  <a:pt x="1649561" y="658952"/>
                  <a:pt x="1650458" y="657161"/>
                </a:cubicBezTo>
                <a:cubicBezTo>
                  <a:pt x="1651355" y="655372"/>
                  <a:pt x="1652037" y="653503"/>
                  <a:pt x="1652503" y="651556"/>
                </a:cubicBezTo>
                <a:cubicBezTo>
                  <a:pt x="1652969" y="649608"/>
                  <a:pt x="1653208" y="647634"/>
                  <a:pt x="1653219" y="645632"/>
                </a:cubicBezTo>
                <a:cubicBezTo>
                  <a:pt x="1653230" y="643630"/>
                  <a:pt x="1653014" y="641652"/>
                  <a:pt x="1652569" y="639700"/>
                </a:cubicBezTo>
                <a:cubicBezTo>
                  <a:pt x="1652124" y="637748"/>
                  <a:pt x="1651464" y="635872"/>
                  <a:pt x="1650586" y="634072"/>
                </a:cubicBezTo>
                <a:cubicBezTo>
                  <a:pt x="1649709" y="632272"/>
                  <a:pt x="1648639" y="630596"/>
                  <a:pt x="1647375" y="629042"/>
                </a:cubicBezTo>
                <a:cubicBezTo>
                  <a:pt x="1646112" y="627489"/>
                  <a:pt x="1644688" y="626100"/>
                  <a:pt x="1643104" y="624875"/>
                </a:cubicBezTo>
                <a:cubicBezTo>
                  <a:pt x="1641520" y="623650"/>
                  <a:pt x="1639818" y="622622"/>
                  <a:pt x="1637997" y="621789"/>
                </a:cubicBezTo>
                <a:cubicBezTo>
                  <a:pt x="1636176" y="620957"/>
                  <a:pt x="1634284" y="620342"/>
                  <a:pt x="1632321" y="619946"/>
                </a:cubicBezTo>
                <a:cubicBezTo>
                  <a:pt x="1630359" y="619550"/>
                  <a:pt x="1628376" y="619382"/>
                  <a:pt x="1626375" y="619442"/>
                </a:cubicBezTo>
                <a:lnTo>
                  <a:pt x="1483460" y="585212"/>
                </a:lnTo>
                <a:lnTo>
                  <a:pt x="1522971" y="420250"/>
                </a:lnTo>
                <a:cubicBezTo>
                  <a:pt x="1523776" y="416890"/>
                  <a:pt x="1523907" y="413503"/>
                  <a:pt x="1523365" y="410091"/>
                </a:cubicBezTo>
                <a:cubicBezTo>
                  <a:pt x="1522822" y="406679"/>
                  <a:pt x="1521648" y="403500"/>
                  <a:pt x="1519841" y="400555"/>
                </a:cubicBezTo>
                <a:cubicBezTo>
                  <a:pt x="1518034" y="397610"/>
                  <a:pt x="1515732" y="395122"/>
                  <a:pt x="1512936" y="393093"/>
                </a:cubicBezTo>
                <a:cubicBezTo>
                  <a:pt x="1510139" y="391064"/>
                  <a:pt x="1507061" y="389646"/>
                  <a:pt x="1503701" y="388841"/>
                </a:cubicBezTo>
                <a:lnTo>
                  <a:pt x="1339500" y="349512"/>
                </a:lnTo>
                <a:lnTo>
                  <a:pt x="1373549" y="207357"/>
                </a:lnTo>
                <a:cubicBezTo>
                  <a:pt x="1374702" y="205610"/>
                  <a:pt x="1375631" y="203750"/>
                  <a:pt x="1376336" y="201779"/>
                </a:cubicBezTo>
                <a:cubicBezTo>
                  <a:pt x="1377040" y="199808"/>
                  <a:pt x="1377501" y="197782"/>
                  <a:pt x="1377717" y="195699"/>
                </a:cubicBezTo>
                <a:cubicBezTo>
                  <a:pt x="1377934" y="193617"/>
                  <a:pt x="1377900" y="191539"/>
                  <a:pt x="1377615" y="189465"/>
                </a:cubicBezTo>
                <a:cubicBezTo>
                  <a:pt x="1377330" y="187391"/>
                  <a:pt x="1376803" y="185380"/>
                  <a:pt x="1376034" y="183433"/>
                </a:cubicBezTo>
                <a:cubicBezTo>
                  <a:pt x="1375265" y="181487"/>
                  <a:pt x="1374276" y="179659"/>
                  <a:pt x="1373066" y="177950"/>
                </a:cubicBezTo>
                <a:cubicBezTo>
                  <a:pt x="1371856" y="176241"/>
                  <a:pt x="1370461" y="174701"/>
                  <a:pt x="1368880" y="173329"/>
                </a:cubicBezTo>
                <a:cubicBezTo>
                  <a:pt x="1367299" y="171957"/>
                  <a:pt x="1365578" y="170792"/>
                  <a:pt x="1363716" y="169835"/>
                </a:cubicBezTo>
                <a:cubicBezTo>
                  <a:pt x="1361854" y="168877"/>
                  <a:pt x="1359906" y="168155"/>
                  <a:pt x="1357870" y="167667"/>
                </a:cubicBezTo>
                <a:cubicBezTo>
                  <a:pt x="1355834" y="167180"/>
                  <a:pt x="1353769" y="166941"/>
                  <a:pt x="1351676" y="166951"/>
                </a:cubicBezTo>
                <a:cubicBezTo>
                  <a:pt x="1349583" y="166961"/>
                  <a:pt x="1347520" y="167219"/>
                  <a:pt x="1345489" y="167726"/>
                </a:cubicBezTo>
                <a:cubicBezTo>
                  <a:pt x="1343458" y="168233"/>
                  <a:pt x="1341516" y="168974"/>
                  <a:pt x="1339664" y="169949"/>
                </a:cubicBezTo>
                <a:cubicBezTo>
                  <a:pt x="1337811" y="170924"/>
                  <a:pt x="1336101" y="172106"/>
                  <a:pt x="1334533" y="173493"/>
                </a:cubicBezTo>
                <a:cubicBezTo>
                  <a:pt x="1332966" y="174880"/>
                  <a:pt x="1331585" y="176434"/>
                  <a:pt x="1330392" y="178154"/>
                </a:cubicBezTo>
                <a:cubicBezTo>
                  <a:pt x="1329198" y="179874"/>
                  <a:pt x="1328227" y="181711"/>
                  <a:pt x="1327476" y="183666"/>
                </a:cubicBezTo>
                <a:cubicBezTo>
                  <a:pt x="1326726" y="185620"/>
                  <a:pt x="1326218" y="187635"/>
                  <a:pt x="1325953" y="189712"/>
                </a:cubicBezTo>
                <a:cubicBezTo>
                  <a:pt x="1325688" y="191788"/>
                  <a:pt x="1325674" y="193866"/>
                  <a:pt x="1325910" y="195947"/>
                </a:cubicBezTo>
                <a:lnTo>
                  <a:pt x="1291679" y="338862"/>
                </a:lnTo>
                <a:lnTo>
                  <a:pt x="1164981" y="308515"/>
                </a:lnTo>
                <a:lnTo>
                  <a:pt x="1199212" y="165600"/>
                </a:lnTo>
                <a:cubicBezTo>
                  <a:pt x="1200017" y="162240"/>
                  <a:pt x="1200148" y="158854"/>
                  <a:pt x="1199606" y="155441"/>
                </a:cubicBezTo>
                <a:cubicBezTo>
                  <a:pt x="1199064" y="152029"/>
                  <a:pt x="1197889" y="148850"/>
                  <a:pt x="1196082" y="145905"/>
                </a:cubicBezTo>
                <a:cubicBezTo>
                  <a:pt x="1194275" y="142959"/>
                  <a:pt x="1191974" y="140472"/>
                  <a:pt x="1189177" y="138443"/>
                </a:cubicBezTo>
                <a:cubicBezTo>
                  <a:pt x="1186381" y="136413"/>
                  <a:pt x="1183302" y="134996"/>
                  <a:pt x="1179942" y="134191"/>
                </a:cubicBezTo>
                <a:cubicBezTo>
                  <a:pt x="1176582" y="133386"/>
                  <a:pt x="1173195" y="133255"/>
                  <a:pt x="1169783" y="133797"/>
                </a:cubicBezTo>
                <a:cubicBezTo>
                  <a:pt x="1166370" y="134340"/>
                  <a:pt x="1163192" y="135514"/>
                  <a:pt x="1160247" y="137321"/>
                </a:cubicBezTo>
                <a:cubicBezTo>
                  <a:pt x="1157301" y="139128"/>
                  <a:pt x="1154814" y="141430"/>
                  <a:pt x="1152784" y="144227"/>
                </a:cubicBezTo>
                <a:cubicBezTo>
                  <a:pt x="1150755" y="147023"/>
                  <a:pt x="1149338" y="150102"/>
                  <a:pt x="1148533" y="153462"/>
                </a:cubicBezTo>
                <a:lnTo>
                  <a:pt x="1114302" y="296377"/>
                </a:lnTo>
                <a:lnTo>
                  <a:pt x="987604" y="266030"/>
                </a:lnTo>
                <a:lnTo>
                  <a:pt x="1021835" y="123115"/>
                </a:lnTo>
                <a:cubicBezTo>
                  <a:pt x="1022640" y="119755"/>
                  <a:pt x="1022771" y="116368"/>
                  <a:pt x="1022229" y="112956"/>
                </a:cubicBezTo>
                <a:cubicBezTo>
                  <a:pt x="1021686" y="109544"/>
                  <a:pt x="1020512" y="106365"/>
                  <a:pt x="1018705" y="103419"/>
                </a:cubicBezTo>
                <a:cubicBezTo>
                  <a:pt x="1016898" y="100474"/>
                  <a:pt x="1014596" y="97987"/>
                  <a:pt x="1011800" y="95958"/>
                </a:cubicBezTo>
                <a:cubicBezTo>
                  <a:pt x="1009003" y="93928"/>
                  <a:pt x="1005925" y="92511"/>
                  <a:pt x="1002565" y="91706"/>
                </a:cubicBezTo>
                <a:cubicBezTo>
                  <a:pt x="999205" y="90901"/>
                  <a:pt x="995818" y="90770"/>
                  <a:pt x="992406" y="91312"/>
                </a:cubicBezTo>
                <a:cubicBezTo>
                  <a:pt x="988993" y="91855"/>
                  <a:pt x="985814" y="93029"/>
                  <a:pt x="982869" y="94836"/>
                </a:cubicBezTo>
                <a:cubicBezTo>
                  <a:pt x="979924" y="96643"/>
                  <a:pt x="977437" y="98945"/>
                  <a:pt x="975407" y="101741"/>
                </a:cubicBezTo>
                <a:cubicBezTo>
                  <a:pt x="973378" y="104538"/>
                  <a:pt x="971961" y="107616"/>
                  <a:pt x="971156" y="110976"/>
                </a:cubicBezTo>
                <a:lnTo>
                  <a:pt x="936925" y="253891"/>
                </a:lnTo>
                <a:lnTo>
                  <a:pt x="810227" y="223545"/>
                </a:lnTo>
                <a:lnTo>
                  <a:pt x="844458" y="80630"/>
                </a:lnTo>
                <a:cubicBezTo>
                  <a:pt x="845419" y="78873"/>
                  <a:pt x="846167" y="77030"/>
                  <a:pt x="846703" y="75101"/>
                </a:cubicBezTo>
                <a:cubicBezTo>
                  <a:pt x="847238" y="73172"/>
                  <a:pt x="847548" y="71207"/>
                  <a:pt x="847631" y="69206"/>
                </a:cubicBezTo>
                <a:cubicBezTo>
                  <a:pt x="847714" y="67205"/>
                  <a:pt x="847568" y="65222"/>
                  <a:pt x="847193" y="63255"/>
                </a:cubicBezTo>
                <a:cubicBezTo>
                  <a:pt x="846819" y="61288"/>
                  <a:pt x="846226" y="59389"/>
                  <a:pt x="845414" y="57559"/>
                </a:cubicBezTo>
                <a:cubicBezTo>
                  <a:pt x="844601" y="55729"/>
                  <a:pt x="843592" y="54015"/>
                  <a:pt x="842385" y="52418"/>
                </a:cubicBezTo>
                <a:cubicBezTo>
                  <a:pt x="841177" y="50820"/>
                  <a:pt x="839804" y="49381"/>
                  <a:pt x="838265" y="48100"/>
                </a:cubicBezTo>
                <a:cubicBezTo>
                  <a:pt x="836726" y="46820"/>
                  <a:pt x="835062" y="45731"/>
                  <a:pt x="833272" y="44833"/>
                </a:cubicBezTo>
                <a:cubicBezTo>
                  <a:pt x="831482" y="43936"/>
                  <a:pt x="829613" y="43255"/>
                  <a:pt x="827666" y="42788"/>
                </a:cubicBezTo>
                <a:cubicBezTo>
                  <a:pt x="825719" y="42321"/>
                  <a:pt x="823744" y="42083"/>
                  <a:pt x="821742" y="42072"/>
                </a:cubicBezTo>
                <a:cubicBezTo>
                  <a:pt x="819740" y="42060"/>
                  <a:pt x="817762" y="42277"/>
                  <a:pt x="815810" y="42722"/>
                </a:cubicBezTo>
                <a:cubicBezTo>
                  <a:pt x="813858" y="43166"/>
                  <a:pt x="811982" y="43828"/>
                  <a:pt x="810182" y="44705"/>
                </a:cubicBezTo>
                <a:cubicBezTo>
                  <a:pt x="808382" y="45582"/>
                  <a:pt x="806706" y="46652"/>
                  <a:pt x="805152" y="47916"/>
                </a:cubicBezTo>
                <a:cubicBezTo>
                  <a:pt x="803599" y="49179"/>
                  <a:pt x="802210" y="50603"/>
                  <a:pt x="800985" y="52188"/>
                </a:cubicBezTo>
                <a:cubicBezTo>
                  <a:pt x="799760" y="53771"/>
                  <a:pt x="798732" y="55473"/>
                  <a:pt x="797899" y="57294"/>
                </a:cubicBezTo>
                <a:cubicBezTo>
                  <a:pt x="797067" y="59116"/>
                  <a:pt x="796452" y="61007"/>
                  <a:pt x="796056" y="62970"/>
                </a:cubicBezTo>
                <a:cubicBezTo>
                  <a:pt x="795660" y="64932"/>
                  <a:pt x="795492" y="66915"/>
                  <a:pt x="795552" y="68916"/>
                </a:cubicBezTo>
                <a:lnTo>
                  <a:pt x="761321" y="211831"/>
                </a:lnTo>
                <a:lnTo>
                  <a:pt x="634623" y="181485"/>
                </a:lnTo>
                <a:lnTo>
                  <a:pt x="668854" y="38570"/>
                </a:lnTo>
                <a:cubicBezTo>
                  <a:pt x="669815" y="36812"/>
                  <a:pt x="670563" y="34970"/>
                  <a:pt x="671099" y="33041"/>
                </a:cubicBezTo>
                <a:cubicBezTo>
                  <a:pt x="671635" y="31111"/>
                  <a:pt x="671944" y="29146"/>
                  <a:pt x="672027" y="27146"/>
                </a:cubicBezTo>
                <a:cubicBezTo>
                  <a:pt x="672110" y="25145"/>
                  <a:pt x="671964" y="23161"/>
                  <a:pt x="671590" y="21195"/>
                </a:cubicBezTo>
                <a:cubicBezTo>
                  <a:pt x="671216" y="19228"/>
                  <a:pt x="670622" y="17329"/>
                  <a:pt x="669810" y="15499"/>
                </a:cubicBezTo>
                <a:cubicBezTo>
                  <a:pt x="668998" y="13669"/>
                  <a:pt x="667988" y="11955"/>
                  <a:pt x="666781" y="10358"/>
                </a:cubicBezTo>
                <a:cubicBezTo>
                  <a:pt x="665574" y="8760"/>
                  <a:pt x="664201" y="7320"/>
                  <a:pt x="662662" y="6040"/>
                </a:cubicBezTo>
                <a:cubicBezTo>
                  <a:pt x="661123" y="4759"/>
                  <a:pt x="659458" y="3670"/>
                  <a:pt x="657668" y="2773"/>
                </a:cubicBezTo>
                <a:cubicBezTo>
                  <a:pt x="655878" y="1876"/>
                  <a:pt x="654010" y="1194"/>
                  <a:pt x="652063" y="728"/>
                </a:cubicBezTo>
                <a:cubicBezTo>
                  <a:pt x="650115" y="261"/>
                  <a:pt x="648141" y="22"/>
                  <a:pt x="646138" y="12"/>
                </a:cubicBezTo>
                <a:cubicBezTo>
                  <a:pt x="644136" y="0"/>
                  <a:pt x="642159" y="217"/>
                  <a:pt x="640207" y="661"/>
                </a:cubicBezTo>
                <a:cubicBezTo>
                  <a:pt x="638254" y="1106"/>
                  <a:pt x="636378" y="1767"/>
                  <a:pt x="634578" y="2644"/>
                </a:cubicBezTo>
                <a:cubicBezTo>
                  <a:pt x="632778" y="3521"/>
                  <a:pt x="631102" y="4592"/>
                  <a:pt x="629549" y="5855"/>
                </a:cubicBezTo>
                <a:cubicBezTo>
                  <a:pt x="627996" y="7119"/>
                  <a:pt x="626607" y="8543"/>
                  <a:pt x="625382" y="10127"/>
                </a:cubicBezTo>
                <a:cubicBezTo>
                  <a:pt x="624157" y="11711"/>
                  <a:pt x="623128" y="13413"/>
                  <a:pt x="622296" y="15234"/>
                </a:cubicBezTo>
                <a:cubicBezTo>
                  <a:pt x="621463" y="17055"/>
                  <a:pt x="620849" y="18947"/>
                  <a:pt x="620452" y="20910"/>
                </a:cubicBezTo>
                <a:cubicBezTo>
                  <a:pt x="620056" y="22872"/>
                  <a:pt x="619888" y="24854"/>
                  <a:pt x="619949" y="26856"/>
                </a:cubicBezTo>
                <a:lnTo>
                  <a:pt x="585718" y="169771"/>
                </a:lnTo>
                <a:lnTo>
                  <a:pt x="420250" y="130139"/>
                </a:lnTo>
                <a:cubicBezTo>
                  <a:pt x="416890" y="129333"/>
                  <a:pt x="413504" y="129202"/>
                  <a:pt x="410091" y="129745"/>
                </a:cubicBezTo>
                <a:cubicBezTo>
                  <a:pt x="406679" y="130287"/>
                  <a:pt x="403500" y="131462"/>
                  <a:pt x="400555" y="133269"/>
                </a:cubicBezTo>
                <a:cubicBezTo>
                  <a:pt x="397610" y="135075"/>
                  <a:pt x="395122" y="137377"/>
                  <a:pt x="393093" y="140174"/>
                </a:cubicBezTo>
                <a:cubicBezTo>
                  <a:pt x="391063" y="142970"/>
                  <a:pt x="389646" y="146048"/>
                  <a:pt x="388841" y="149409"/>
                </a:cubicBezTo>
                <a:lnTo>
                  <a:pt x="349330" y="314369"/>
                </a:lnTo>
                <a:lnTo>
                  <a:pt x="207175" y="280321"/>
                </a:lnTo>
                <a:cubicBezTo>
                  <a:pt x="205418" y="279360"/>
                  <a:pt x="203575" y="278612"/>
                  <a:pt x="201646" y="278076"/>
                </a:cubicBezTo>
                <a:cubicBezTo>
                  <a:pt x="199717" y="277540"/>
                  <a:pt x="197752" y="277230"/>
                  <a:pt x="195751" y="277147"/>
                </a:cubicBezTo>
                <a:cubicBezTo>
                  <a:pt x="193751" y="277064"/>
                  <a:pt x="191767" y="277210"/>
                  <a:pt x="189800" y="277585"/>
                </a:cubicBezTo>
                <a:cubicBezTo>
                  <a:pt x="187833" y="277960"/>
                  <a:pt x="185935" y="278553"/>
                  <a:pt x="184104" y="279365"/>
                </a:cubicBezTo>
                <a:cubicBezTo>
                  <a:pt x="182274" y="280177"/>
                  <a:pt x="180560" y="281187"/>
                  <a:pt x="178963" y="282394"/>
                </a:cubicBezTo>
                <a:cubicBezTo>
                  <a:pt x="177366" y="283601"/>
                  <a:pt x="175926" y="284974"/>
                  <a:pt x="174645" y="286513"/>
                </a:cubicBezTo>
                <a:cubicBezTo>
                  <a:pt x="173365" y="288052"/>
                  <a:pt x="172276" y="289716"/>
                  <a:pt x="171378" y="291506"/>
                </a:cubicBezTo>
                <a:cubicBezTo>
                  <a:pt x="170481" y="293297"/>
                  <a:pt x="169799" y="295165"/>
                  <a:pt x="169333" y="297112"/>
                </a:cubicBezTo>
                <a:cubicBezTo>
                  <a:pt x="168867" y="299059"/>
                  <a:pt x="168628" y="301034"/>
                  <a:pt x="168617" y="303037"/>
                </a:cubicBezTo>
                <a:cubicBezTo>
                  <a:pt x="168606" y="305039"/>
                  <a:pt x="168822" y="307016"/>
                  <a:pt x="169267" y="308968"/>
                </a:cubicBezTo>
                <a:cubicBezTo>
                  <a:pt x="169712" y="310921"/>
                  <a:pt x="170373" y="312796"/>
                  <a:pt x="171250" y="314596"/>
                </a:cubicBezTo>
                <a:cubicBezTo>
                  <a:pt x="172127" y="316396"/>
                  <a:pt x="173197" y="318073"/>
                  <a:pt x="174461" y="319626"/>
                </a:cubicBezTo>
                <a:cubicBezTo>
                  <a:pt x="175725" y="321179"/>
                  <a:pt x="177148" y="322568"/>
                  <a:pt x="178732" y="323793"/>
                </a:cubicBezTo>
                <a:cubicBezTo>
                  <a:pt x="180316" y="325018"/>
                  <a:pt x="182019" y="326047"/>
                  <a:pt x="183840" y="326879"/>
                </a:cubicBezTo>
                <a:cubicBezTo>
                  <a:pt x="185661" y="327712"/>
                  <a:pt x="187552" y="328326"/>
                  <a:pt x="189515" y="328723"/>
                </a:cubicBezTo>
                <a:cubicBezTo>
                  <a:pt x="191478" y="329119"/>
                  <a:pt x="193460" y="329287"/>
                  <a:pt x="195461" y="329226"/>
                </a:cubicBezTo>
                <a:lnTo>
                  <a:pt x="338376" y="363457"/>
                </a:lnTo>
                <a:lnTo>
                  <a:pt x="308030" y="490155"/>
                </a:lnTo>
                <a:lnTo>
                  <a:pt x="165114" y="455924"/>
                </a:lnTo>
                <a:cubicBezTo>
                  <a:pt x="163358" y="454921"/>
                  <a:pt x="161510" y="454134"/>
                  <a:pt x="159570" y="453561"/>
                </a:cubicBezTo>
                <a:cubicBezTo>
                  <a:pt x="157631" y="452988"/>
                  <a:pt x="155651" y="452646"/>
                  <a:pt x="153631" y="452534"/>
                </a:cubicBezTo>
                <a:cubicBezTo>
                  <a:pt x="151612" y="452423"/>
                  <a:pt x="149607" y="452544"/>
                  <a:pt x="147616" y="452899"/>
                </a:cubicBezTo>
                <a:cubicBezTo>
                  <a:pt x="145624" y="453255"/>
                  <a:pt x="143701" y="453834"/>
                  <a:pt x="141845" y="454637"/>
                </a:cubicBezTo>
                <a:cubicBezTo>
                  <a:pt x="139988" y="455440"/>
                  <a:pt x="138249" y="456447"/>
                  <a:pt x="136627" y="457655"/>
                </a:cubicBezTo>
                <a:cubicBezTo>
                  <a:pt x="135005" y="458863"/>
                  <a:pt x="133544" y="460242"/>
                  <a:pt x="132243" y="461790"/>
                </a:cubicBezTo>
                <a:cubicBezTo>
                  <a:pt x="130942" y="463338"/>
                  <a:pt x="129836" y="465016"/>
                  <a:pt x="128925" y="466822"/>
                </a:cubicBezTo>
                <a:cubicBezTo>
                  <a:pt x="128015" y="468628"/>
                  <a:pt x="127324" y="470515"/>
                  <a:pt x="126853" y="472481"/>
                </a:cubicBezTo>
                <a:cubicBezTo>
                  <a:pt x="126382" y="474449"/>
                  <a:pt x="126143" y="476443"/>
                  <a:pt x="126137" y="478465"/>
                </a:cubicBezTo>
                <a:cubicBezTo>
                  <a:pt x="126130" y="480489"/>
                  <a:pt x="126356" y="482485"/>
                  <a:pt x="126814" y="484454"/>
                </a:cubicBezTo>
                <a:cubicBezTo>
                  <a:pt x="127272" y="486425"/>
                  <a:pt x="127951" y="488315"/>
                  <a:pt x="128849" y="490127"/>
                </a:cubicBezTo>
                <a:cubicBezTo>
                  <a:pt x="129748" y="491939"/>
                  <a:pt x="130843" y="493623"/>
                  <a:pt x="132134" y="495181"/>
                </a:cubicBezTo>
                <a:cubicBezTo>
                  <a:pt x="133424" y="496738"/>
                  <a:pt x="134877" y="498125"/>
                  <a:pt x="136491" y="499345"/>
                </a:cubicBezTo>
                <a:cubicBezTo>
                  <a:pt x="138105" y="500563"/>
                  <a:pt x="139838" y="501580"/>
                  <a:pt x="141689" y="502396"/>
                </a:cubicBezTo>
                <a:cubicBezTo>
                  <a:pt x="143539" y="503211"/>
                  <a:pt x="145459" y="503803"/>
                  <a:pt x="147448" y="504172"/>
                </a:cubicBezTo>
                <a:cubicBezTo>
                  <a:pt x="149437" y="504540"/>
                  <a:pt x="151441" y="504675"/>
                  <a:pt x="153461" y="504576"/>
                </a:cubicBezTo>
                <a:lnTo>
                  <a:pt x="296377" y="538807"/>
                </a:lnTo>
                <a:lnTo>
                  <a:pt x="266030" y="665505"/>
                </a:lnTo>
                <a:lnTo>
                  <a:pt x="123115" y="631274"/>
                </a:lnTo>
                <a:cubicBezTo>
                  <a:pt x="119755" y="630469"/>
                  <a:pt x="116368" y="630338"/>
                  <a:pt x="112956" y="630880"/>
                </a:cubicBezTo>
                <a:cubicBezTo>
                  <a:pt x="109543" y="631423"/>
                  <a:pt x="106365" y="632597"/>
                  <a:pt x="103419" y="634405"/>
                </a:cubicBezTo>
                <a:cubicBezTo>
                  <a:pt x="100474" y="636212"/>
                  <a:pt x="97987" y="638513"/>
                  <a:pt x="95957" y="641310"/>
                </a:cubicBezTo>
                <a:cubicBezTo>
                  <a:pt x="93928" y="644106"/>
                  <a:pt x="92511" y="647185"/>
                  <a:pt x="91706" y="650545"/>
                </a:cubicBezTo>
                <a:cubicBezTo>
                  <a:pt x="90901" y="653905"/>
                  <a:pt x="90770" y="657291"/>
                  <a:pt x="91312" y="660703"/>
                </a:cubicBezTo>
                <a:cubicBezTo>
                  <a:pt x="91854" y="664116"/>
                  <a:pt x="93029" y="667295"/>
                  <a:pt x="94836" y="670240"/>
                </a:cubicBezTo>
                <a:cubicBezTo>
                  <a:pt x="96643" y="673185"/>
                  <a:pt x="98945" y="675673"/>
                  <a:pt x="101741" y="677702"/>
                </a:cubicBezTo>
                <a:cubicBezTo>
                  <a:pt x="104538" y="679731"/>
                  <a:pt x="107616" y="681148"/>
                  <a:pt x="110976" y="681954"/>
                </a:cubicBezTo>
                <a:lnTo>
                  <a:pt x="253892" y="716184"/>
                </a:lnTo>
                <a:lnTo>
                  <a:pt x="223545" y="842883"/>
                </a:lnTo>
                <a:lnTo>
                  <a:pt x="80630" y="808651"/>
                </a:lnTo>
                <a:cubicBezTo>
                  <a:pt x="78873" y="807691"/>
                  <a:pt x="77030" y="806942"/>
                  <a:pt x="75101" y="806407"/>
                </a:cubicBezTo>
                <a:cubicBezTo>
                  <a:pt x="73171" y="805871"/>
                  <a:pt x="71207" y="805562"/>
                  <a:pt x="69206" y="805479"/>
                </a:cubicBezTo>
                <a:cubicBezTo>
                  <a:pt x="67205" y="805396"/>
                  <a:pt x="65222" y="805542"/>
                  <a:pt x="63255" y="805916"/>
                </a:cubicBezTo>
                <a:cubicBezTo>
                  <a:pt x="61288" y="806290"/>
                  <a:pt x="59389" y="806883"/>
                  <a:pt x="57559" y="807696"/>
                </a:cubicBezTo>
                <a:cubicBezTo>
                  <a:pt x="55729" y="808508"/>
                  <a:pt x="54015" y="809517"/>
                  <a:pt x="52418" y="810725"/>
                </a:cubicBezTo>
                <a:cubicBezTo>
                  <a:pt x="50820" y="811932"/>
                  <a:pt x="49381" y="813305"/>
                  <a:pt x="48100" y="814844"/>
                </a:cubicBezTo>
                <a:cubicBezTo>
                  <a:pt x="46819" y="816383"/>
                  <a:pt x="45730" y="818048"/>
                  <a:pt x="44833" y="819838"/>
                </a:cubicBezTo>
                <a:cubicBezTo>
                  <a:pt x="43936" y="821627"/>
                  <a:pt x="43254" y="823496"/>
                  <a:pt x="42788" y="825443"/>
                </a:cubicBezTo>
                <a:cubicBezTo>
                  <a:pt x="42321" y="827391"/>
                  <a:pt x="42083" y="829365"/>
                  <a:pt x="42071" y="831367"/>
                </a:cubicBezTo>
                <a:cubicBezTo>
                  <a:pt x="42060" y="833369"/>
                  <a:pt x="42277" y="835347"/>
                  <a:pt x="42722" y="837299"/>
                </a:cubicBezTo>
                <a:cubicBezTo>
                  <a:pt x="43166" y="839251"/>
                  <a:pt x="43827" y="841128"/>
                  <a:pt x="44704" y="842928"/>
                </a:cubicBezTo>
                <a:cubicBezTo>
                  <a:pt x="45582" y="844728"/>
                  <a:pt x="46652" y="846404"/>
                  <a:pt x="47916" y="847957"/>
                </a:cubicBezTo>
                <a:cubicBezTo>
                  <a:pt x="49179" y="849510"/>
                  <a:pt x="50603" y="850899"/>
                  <a:pt x="52187" y="852124"/>
                </a:cubicBezTo>
                <a:cubicBezTo>
                  <a:pt x="53771" y="853349"/>
                  <a:pt x="55473" y="854377"/>
                  <a:pt x="57294" y="855210"/>
                </a:cubicBezTo>
                <a:cubicBezTo>
                  <a:pt x="59115" y="856042"/>
                  <a:pt x="61007" y="856657"/>
                  <a:pt x="62970" y="857053"/>
                </a:cubicBezTo>
                <a:cubicBezTo>
                  <a:pt x="64932" y="857450"/>
                  <a:pt x="66914" y="857617"/>
                  <a:pt x="68916" y="857557"/>
                </a:cubicBezTo>
                <a:lnTo>
                  <a:pt x="211831" y="891788"/>
                </a:lnTo>
                <a:lnTo>
                  <a:pt x="181485" y="1018486"/>
                </a:lnTo>
                <a:lnTo>
                  <a:pt x="38569" y="984255"/>
                </a:lnTo>
                <a:cubicBezTo>
                  <a:pt x="36812" y="983294"/>
                  <a:pt x="34969" y="982546"/>
                  <a:pt x="33040" y="982010"/>
                </a:cubicBezTo>
                <a:cubicBezTo>
                  <a:pt x="31111" y="981474"/>
                  <a:pt x="29146" y="981165"/>
                  <a:pt x="27146" y="981082"/>
                </a:cubicBezTo>
                <a:cubicBezTo>
                  <a:pt x="25145" y="980999"/>
                  <a:pt x="23161" y="981145"/>
                  <a:pt x="21194" y="981519"/>
                </a:cubicBezTo>
                <a:cubicBezTo>
                  <a:pt x="19227" y="981894"/>
                  <a:pt x="17329" y="982487"/>
                  <a:pt x="15499" y="983299"/>
                </a:cubicBezTo>
                <a:cubicBezTo>
                  <a:pt x="13668" y="984111"/>
                  <a:pt x="11955" y="985120"/>
                  <a:pt x="10357" y="986328"/>
                </a:cubicBezTo>
                <a:cubicBezTo>
                  <a:pt x="8760" y="987535"/>
                  <a:pt x="7321" y="988909"/>
                  <a:pt x="6040" y="990447"/>
                </a:cubicBezTo>
                <a:cubicBezTo>
                  <a:pt x="4759" y="991986"/>
                  <a:pt x="3670" y="993651"/>
                  <a:pt x="2773" y="995441"/>
                </a:cubicBezTo>
                <a:cubicBezTo>
                  <a:pt x="1876" y="997231"/>
                  <a:pt x="1194" y="999099"/>
                  <a:pt x="727" y="1001047"/>
                </a:cubicBezTo>
                <a:cubicBezTo>
                  <a:pt x="261" y="1002994"/>
                  <a:pt x="22" y="1004969"/>
                  <a:pt x="11" y="1006970"/>
                </a:cubicBezTo>
                <a:cubicBezTo>
                  <a:pt x="0" y="1008973"/>
                  <a:pt x="217" y="1010950"/>
                  <a:pt x="661" y="1012903"/>
                </a:cubicBezTo>
                <a:cubicBezTo>
                  <a:pt x="1106" y="1014854"/>
                  <a:pt x="1767" y="1016731"/>
                  <a:pt x="2644" y="1018531"/>
                </a:cubicBezTo>
                <a:cubicBezTo>
                  <a:pt x="3521" y="1020331"/>
                  <a:pt x="4592" y="1022007"/>
                  <a:pt x="5855" y="1023560"/>
                </a:cubicBezTo>
                <a:cubicBezTo>
                  <a:pt x="7119" y="1025113"/>
                  <a:pt x="8543" y="1026502"/>
                  <a:pt x="10127" y="1027727"/>
                </a:cubicBezTo>
                <a:cubicBezTo>
                  <a:pt x="11711" y="1028952"/>
                  <a:pt x="13413" y="1029981"/>
                  <a:pt x="15234" y="1030814"/>
                </a:cubicBezTo>
                <a:cubicBezTo>
                  <a:pt x="17055" y="1031646"/>
                  <a:pt x="18947" y="1032260"/>
                  <a:pt x="20909" y="1032656"/>
                </a:cubicBezTo>
                <a:cubicBezTo>
                  <a:pt x="22872" y="1033053"/>
                  <a:pt x="24854" y="1033221"/>
                  <a:pt x="26855" y="1033160"/>
                </a:cubicBezTo>
                <a:lnTo>
                  <a:pt x="169771" y="1067391"/>
                </a:lnTo>
                <a:lnTo>
                  <a:pt x="130260" y="1232353"/>
                </a:lnTo>
                <a:cubicBezTo>
                  <a:pt x="129455" y="1235712"/>
                  <a:pt x="129323" y="1239099"/>
                  <a:pt x="129866" y="1242511"/>
                </a:cubicBezTo>
                <a:cubicBezTo>
                  <a:pt x="130408" y="1245924"/>
                  <a:pt x="131583" y="1249103"/>
                  <a:pt x="133390" y="1252048"/>
                </a:cubicBezTo>
                <a:cubicBezTo>
                  <a:pt x="135197" y="1254993"/>
                  <a:pt x="137498" y="1257480"/>
                  <a:pt x="140295" y="1259509"/>
                </a:cubicBezTo>
                <a:cubicBezTo>
                  <a:pt x="143091" y="1261539"/>
                  <a:pt x="146170" y="1262956"/>
                  <a:pt x="149530" y="1263762"/>
                </a:cubicBezTo>
                <a:lnTo>
                  <a:pt x="314491" y="1303272"/>
                </a:lnTo>
                <a:lnTo>
                  <a:pt x="280320" y="1445934"/>
                </a:lnTo>
                <a:cubicBezTo>
                  <a:pt x="279360" y="1447691"/>
                  <a:pt x="278611" y="1449534"/>
                  <a:pt x="278076" y="1451463"/>
                </a:cubicBezTo>
                <a:cubicBezTo>
                  <a:pt x="277540" y="1453393"/>
                  <a:pt x="277230" y="1455358"/>
                  <a:pt x="277148" y="1457358"/>
                </a:cubicBezTo>
                <a:cubicBezTo>
                  <a:pt x="277065" y="1459359"/>
                  <a:pt x="277210" y="1461343"/>
                  <a:pt x="277585" y="1463309"/>
                </a:cubicBezTo>
                <a:cubicBezTo>
                  <a:pt x="277959" y="1465276"/>
                  <a:pt x="278553" y="1467175"/>
                  <a:pt x="279365" y="1469005"/>
                </a:cubicBezTo>
                <a:cubicBezTo>
                  <a:pt x="280177" y="1470835"/>
                  <a:pt x="281186" y="1472549"/>
                  <a:pt x="282394" y="1474146"/>
                </a:cubicBezTo>
                <a:cubicBezTo>
                  <a:pt x="283601" y="1475744"/>
                  <a:pt x="284974" y="1477183"/>
                  <a:pt x="286513" y="1478464"/>
                </a:cubicBezTo>
                <a:cubicBezTo>
                  <a:pt x="288052" y="1479745"/>
                  <a:pt x="289716" y="1480834"/>
                  <a:pt x="291506" y="1481730"/>
                </a:cubicBezTo>
                <a:cubicBezTo>
                  <a:pt x="293296" y="1482628"/>
                  <a:pt x="295165" y="1483309"/>
                  <a:pt x="297112" y="1483776"/>
                </a:cubicBezTo>
                <a:cubicBezTo>
                  <a:pt x="299059" y="1484243"/>
                  <a:pt x="301034" y="1484481"/>
                  <a:pt x="303036" y="1484492"/>
                </a:cubicBezTo>
                <a:cubicBezTo>
                  <a:pt x="305039" y="1484503"/>
                  <a:pt x="307016" y="1484287"/>
                  <a:pt x="308968" y="1483842"/>
                </a:cubicBezTo>
                <a:cubicBezTo>
                  <a:pt x="310920" y="1483398"/>
                  <a:pt x="312796" y="1482737"/>
                  <a:pt x="314596" y="1481859"/>
                </a:cubicBezTo>
                <a:cubicBezTo>
                  <a:pt x="316396" y="1480982"/>
                  <a:pt x="318073" y="1479912"/>
                  <a:pt x="319626" y="1478649"/>
                </a:cubicBezTo>
                <a:cubicBezTo>
                  <a:pt x="321179" y="1477385"/>
                  <a:pt x="322568" y="1475961"/>
                  <a:pt x="323793" y="1474377"/>
                </a:cubicBezTo>
                <a:cubicBezTo>
                  <a:pt x="325018" y="1472793"/>
                  <a:pt x="326047" y="1471091"/>
                  <a:pt x="326879" y="1469270"/>
                </a:cubicBezTo>
                <a:cubicBezTo>
                  <a:pt x="327712" y="1467448"/>
                  <a:pt x="328326" y="1465557"/>
                  <a:pt x="328722" y="1463594"/>
                </a:cubicBezTo>
                <a:cubicBezTo>
                  <a:pt x="329119" y="1461632"/>
                  <a:pt x="329286" y="1459650"/>
                  <a:pt x="329226" y="1457648"/>
                </a:cubicBezTo>
                <a:lnTo>
                  <a:pt x="363457" y="1314733"/>
                </a:lnTo>
                <a:lnTo>
                  <a:pt x="490155" y="1345079"/>
                </a:lnTo>
                <a:lnTo>
                  <a:pt x="455924" y="1487994"/>
                </a:lnTo>
                <a:cubicBezTo>
                  <a:pt x="454921" y="1489751"/>
                  <a:pt x="454133" y="1491599"/>
                  <a:pt x="453561" y="1493539"/>
                </a:cubicBezTo>
                <a:cubicBezTo>
                  <a:pt x="452988" y="1495478"/>
                  <a:pt x="452646" y="1497458"/>
                  <a:pt x="452534" y="1499477"/>
                </a:cubicBezTo>
                <a:cubicBezTo>
                  <a:pt x="452422" y="1501497"/>
                  <a:pt x="452544" y="1503503"/>
                  <a:pt x="452899" y="1505493"/>
                </a:cubicBezTo>
                <a:cubicBezTo>
                  <a:pt x="453255" y="1507485"/>
                  <a:pt x="453834" y="1509409"/>
                  <a:pt x="454637" y="1511264"/>
                </a:cubicBezTo>
                <a:cubicBezTo>
                  <a:pt x="455441" y="1513121"/>
                  <a:pt x="456446" y="1514860"/>
                  <a:pt x="457655" y="1516482"/>
                </a:cubicBezTo>
                <a:cubicBezTo>
                  <a:pt x="458863" y="1518104"/>
                  <a:pt x="460241" y="1519565"/>
                  <a:pt x="461790" y="1520867"/>
                </a:cubicBezTo>
                <a:cubicBezTo>
                  <a:pt x="463338" y="1522168"/>
                  <a:pt x="465016" y="1523273"/>
                  <a:pt x="466822" y="1524184"/>
                </a:cubicBezTo>
                <a:cubicBezTo>
                  <a:pt x="468628" y="1525095"/>
                  <a:pt x="470514" y="1525785"/>
                  <a:pt x="472481" y="1526256"/>
                </a:cubicBezTo>
                <a:cubicBezTo>
                  <a:pt x="474448" y="1526727"/>
                  <a:pt x="476443" y="1526966"/>
                  <a:pt x="478466" y="1526973"/>
                </a:cubicBezTo>
                <a:cubicBezTo>
                  <a:pt x="480488" y="1526979"/>
                  <a:pt x="482484" y="1526753"/>
                  <a:pt x="484454" y="1526295"/>
                </a:cubicBezTo>
                <a:cubicBezTo>
                  <a:pt x="486424" y="1525837"/>
                  <a:pt x="488315" y="1525159"/>
                  <a:pt x="490127" y="1524260"/>
                </a:cubicBezTo>
                <a:cubicBezTo>
                  <a:pt x="491939" y="1523361"/>
                  <a:pt x="493624" y="1522267"/>
                  <a:pt x="495181" y="1520975"/>
                </a:cubicBezTo>
                <a:cubicBezTo>
                  <a:pt x="496738" y="1519685"/>
                  <a:pt x="498126" y="1518232"/>
                  <a:pt x="499345" y="1516618"/>
                </a:cubicBezTo>
                <a:cubicBezTo>
                  <a:pt x="500563" y="1515004"/>
                  <a:pt x="501580" y="1513271"/>
                  <a:pt x="502396" y="1511421"/>
                </a:cubicBezTo>
                <a:cubicBezTo>
                  <a:pt x="503211" y="1509570"/>
                  <a:pt x="503803" y="1507650"/>
                  <a:pt x="504171" y="1505661"/>
                </a:cubicBezTo>
                <a:cubicBezTo>
                  <a:pt x="504540" y="1503673"/>
                  <a:pt x="504674" y="1501668"/>
                  <a:pt x="504576" y="1499648"/>
                </a:cubicBezTo>
                <a:lnTo>
                  <a:pt x="538807" y="1356733"/>
                </a:lnTo>
                <a:lnTo>
                  <a:pt x="665505" y="1387079"/>
                </a:lnTo>
                <a:lnTo>
                  <a:pt x="631274" y="1529994"/>
                </a:lnTo>
                <a:cubicBezTo>
                  <a:pt x="630469" y="1533354"/>
                  <a:pt x="630338" y="1536741"/>
                  <a:pt x="630880" y="1540153"/>
                </a:cubicBezTo>
                <a:cubicBezTo>
                  <a:pt x="631423" y="1543565"/>
                  <a:pt x="632597" y="1546744"/>
                  <a:pt x="634404" y="1549690"/>
                </a:cubicBezTo>
                <a:cubicBezTo>
                  <a:pt x="636211" y="1552635"/>
                  <a:pt x="638513" y="1555122"/>
                  <a:pt x="641309" y="1557151"/>
                </a:cubicBezTo>
                <a:cubicBezTo>
                  <a:pt x="644106" y="1559182"/>
                  <a:pt x="647184" y="1560599"/>
                  <a:pt x="650544" y="1561403"/>
                </a:cubicBezTo>
                <a:cubicBezTo>
                  <a:pt x="653905" y="1562209"/>
                  <a:pt x="657291" y="1562340"/>
                  <a:pt x="660703" y="1561797"/>
                </a:cubicBezTo>
                <a:cubicBezTo>
                  <a:pt x="664116" y="1561255"/>
                  <a:pt x="667295" y="1560080"/>
                  <a:pt x="670240" y="1558273"/>
                </a:cubicBezTo>
                <a:cubicBezTo>
                  <a:pt x="673185" y="1556466"/>
                  <a:pt x="675672" y="1554165"/>
                  <a:pt x="677702" y="1551368"/>
                </a:cubicBezTo>
                <a:cubicBezTo>
                  <a:pt x="679731" y="1548571"/>
                  <a:pt x="681148" y="1545493"/>
                  <a:pt x="681953" y="1542133"/>
                </a:cubicBezTo>
                <a:lnTo>
                  <a:pt x="716184" y="1399218"/>
                </a:lnTo>
                <a:lnTo>
                  <a:pt x="842882" y="1429565"/>
                </a:lnTo>
                <a:lnTo>
                  <a:pt x="808651" y="1572480"/>
                </a:lnTo>
                <a:cubicBezTo>
                  <a:pt x="807691" y="1574236"/>
                  <a:pt x="806942" y="1576080"/>
                  <a:pt x="806406" y="1578008"/>
                </a:cubicBezTo>
                <a:cubicBezTo>
                  <a:pt x="805871" y="1579938"/>
                  <a:pt x="805561" y="1581903"/>
                  <a:pt x="805478" y="1583903"/>
                </a:cubicBezTo>
                <a:cubicBezTo>
                  <a:pt x="805396" y="1585904"/>
                  <a:pt x="805541" y="1587888"/>
                  <a:pt x="805916" y="1589855"/>
                </a:cubicBezTo>
                <a:cubicBezTo>
                  <a:pt x="806290" y="1591821"/>
                  <a:pt x="806883" y="1593721"/>
                  <a:pt x="807696" y="1595551"/>
                </a:cubicBezTo>
                <a:cubicBezTo>
                  <a:pt x="808508" y="1597381"/>
                  <a:pt x="809517" y="1599095"/>
                  <a:pt x="810725" y="1600691"/>
                </a:cubicBezTo>
                <a:cubicBezTo>
                  <a:pt x="811932" y="1602289"/>
                  <a:pt x="813305" y="1603728"/>
                  <a:pt x="814844" y="1605009"/>
                </a:cubicBezTo>
                <a:cubicBezTo>
                  <a:pt x="816383" y="1606290"/>
                  <a:pt x="818047" y="1607379"/>
                  <a:pt x="819837" y="1608276"/>
                </a:cubicBezTo>
                <a:cubicBezTo>
                  <a:pt x="821627" y="1609173"/>
                  <a:pt x="823496" y="1609855"/>
                  <a:pt x="825443" y="1610322"/>
                </a:cubicBezTo>
                <a:cubicBezTo>
                  <a:pt x="827390" y="1610788"/>
                  <a:pt x="829365" y="1611026"/>
                  <a:pt x="831367" y="1611037"/>
                </a:cubicBezTo>
                <a:cubicBezTo>
                  <a:pt x="833369" y="1611049"/>
                  <a:pt x="835347" y="1610832"/>
                  <a:pt x="837299" y="1610388"/>
                </a:cubicBezTo>
                <a:cubicBezTo>
                  <a:pt x="839251" y="1609943"/>
                  <a:pt x="841127" y="1609282"/>
                  <a:pt x="842927" y="1608405"/>
                </a:cubicBezTo>
                <a:cubicBezTo>
                  <a:pt x="844727" y="1607527"/>
                  <a:pt x="846404" y="1606457"/>
                  <a:pt x="847957" y="1605193"/>
                </a:cubicBezTo>
                <a:cubicBezTo>
                  <a:pt x="849510" y="1603930"/>
                  <a:pt x="850899" y="1602506"/>
                  <a:pt x="852124" y="1600922"/>
                </a:cubicBezTo>
                <a:cubicBezTo>
                  <a:pt x="853349" y="1599338"/>
                  <a:pt x="854377" y="1597636"/>
                  <a:pt x="855210" y="1595815"/>
                </a:cubicBezTo>
                <a:cubicBezTo>
                  <a:pt x="856042" y="1593994"/>
                  <a:pt x="856657" y="1592102"/>
                  <a:pt x="857053" y="1590139"/>
                </a:cubicBezTo>
                <a:cubicBezTo>
                  <a:pt x="857450" y="1588177"/>
                  <a:pt x="857617" y="1586195"/>
                  <a:pt x="857557" y="1584193"/>
                </a:cubicBezTo>
                <a:lnTo>
                  <a:pt x="891788" y="1441278"/>
                </a:lnTo>
                <a:lnTo>
                  <a:pt x="1018486" y="1471625"/>
                </a:lnTo>
                <a:lnTo>
                  <a:pt x="984255" y="1614540"/>
                </a:lnTo>
                <a:cubicBezTo>
                  <a:pt x="983294" y="1616297"/>
                  <a:pt x="982546" y="1618140"/>
                  <a:pt x="982010" y="1620069"/>
                </a:cubicBezTo>
                <a:cubicBezTo>
                  <a:pt x="981474" y="1621998"/>
                  <a:pt x="981165" y="1623963"/>
                  <a:pt x="981082" y="1625964"/>
                </a:cubicBezTo>
                <a:cubicBezTo>
                  <a:pt x="980999" y="1627964"/>
                  <a:pt x="981145" y="1629948"/>
                  <a:pt x="981519" y="1631915"/>
                </a:cubicBezTo>
                <a:cubicBezTo>
                  <a:pt x="981894" y="1633882"/>
                  <a:pt x="982487" y="1635781"/>
                  <a:pt x="983299" y="1637611"/>
                </a:cubicBezTo>
                <a:cubicBezTo>
                  <a:pt x="984111" y="1639441"/>
                  <a:pt x="985121" y="1641155"/>
                  <a:pt x="986328" y="1642752"/>
                </a:cubicBezTo>
                <a:cubicBezTo>
                  <a:pt x="987535" y="1644349"/>
                  <a:pt x="988908" y="1645789"/>
                  <a:pt x="990447" y="1647069"/>
                </a:cubicBezTo>
                <a:cubicBezTo>
                  <a:pt x="991986" y="1648351"/>
                  <a:pt x="993651" y="1649440"/>
                  <a:pt x="995441" y="1650336"/>
                </a:cubicBezTo>
                <a:cubicBezTo>
                  <a:pt x="997231" y="1651233"/>
                  <a:pt x="999099" y="1651915"/>
                  <a:pt x="1001047" y="1652382"/>
                </a:cubicBezTo>
                <a:cubicBezTo>
                  <a:pt x="1002994" y="1652848"/>
                  <a:pt x="1004968" y="1653087"/>
                  <a:pt x="1006971" y="1653098"/>
                </a:cubicBezTo>
                <a:cubicBezTo>
                  <a:pt x="1008973" y="1653109"/>
                  <a:pt x="1010950" y="1652892"/>
                  <a:pt x="1012902" y="1652448"/>
                </a:cubicBezTo>
                <a:cubicBezTo>
                  <a:pt x="1014855" y="1652003"/>
                  <a:pt x="1016731" y="1651343"/>
                  <a:pt x="1018531" y="1650465"/>
                </a:cubicBezTo>
                <a:cubicBezTo>
                  <a:pt x="1020331" y="1649588"/>
                  <a:pt x="1022007" y="1648518"/>
                  <a:pt x="1023560" y="1647254"/>
                </a:cubicBezTo>
                <a:cubicBezTo>
                  <a:pt x="1025113" y="1645990"/>
                  <a:pt x="1026502" y="1644566"/>
                  <a:pt x="1027727" y="1642983"/>
                </a:cubicBezTo>
                <a:cubicBezTo>
                  <a:pt x="1028952" y="1641399"/>
                  <a:pt x="1029981" y="1639696"/>
                  <a:pt x="1030814" y="1637875"/>
                </a:cubicBezTo>
                <a:cubicBezTo>
                  <a:pt x="1031646" y="1636054"/>
                  <a:pt x="1032260" y="1634162"/>
                  <a:pt x="1032657" y="1632200"/>
                </a:cubicBezTo>
                <a:cubicBezTo>
                  <a:pt x="1033053" y="1630237"/>
                  <a:pt x="1033221" y="1628255"/>
                  <a:pt x="1033160" y="1626254"/>
                </a:cubicBezTo>
                <a:lnTo>
                  <a:pt x="1067391" y="1483338"/>
                </a:lnTo>
                <a:lnTo>
                  <a:pt x="1232352" y="1522850"/>
                </a:lnTo>
                <a:cubicBezTo>
                  <a:pt x="1235712" y="1523654"/>
                  <a:pt x="1239099" y="1523786"/>
                  <a:pt x="1242511" y="1523243"/>
                </a:cubicBezTo>
                <a:cubicBezTo>
                  <a:pt x="1245924" y="1522701"/>
                  <a:pt x="1249102" y="1521527"/>
                  <a:pt x="1252048" y="1519720"/>
                </a:cubicBezTo>
                <a:cubicBezTo>
                  <a:pt x="1254993" y="1517913"/>
                  <a:pt x="1257480" y="1515611"/>
                  <a:pt x="1259509" y="1512815"/>
                </a:cubicBezTo>
                <a:cubicBezTo>
                  <a:pt x="1261539" y="1510018"/>
                  <a:pt x="1262956" y="1506940"/>
                  <a:pt x="1263761" y="1503580"/>
                </a:cubicBezTo>
                <a:lnTo>
                  <a:pt x="1303090" y="1339379"/>
                </a:lnTo>
                <a:lnTo>
                  <a:pt x="1445752" y="1373549"/>
                </a:lnTo>
                <a:cubicBezTo>
                  <a:pt x="1447500" y="1374702"/>
                  <a:pt x="1449359" y="1375631"/>
                  <a:pt x="1451330" y="1376336"/>
                </a:cubicBezTo>
                <a:cubicBezTo>
                  <a:pt x="1453301" y="1377041"/>
                  <a:pt x="1455328" y="1377501"/>
                  <a:pt x="1457410" y="1377717"/>
                </a:cubicBezTo>
                <a:cubicBezTo>
                  <a:pt x="1459493" y="1377934"/>
                  <a:pt x="1461571" y="1377900"/>
                  <a:pt x="1463644" y="1377615"/>
                </a:cubicBezTo>
                <a:cubicBezTo>
                  <a:pt x="1465719" y="1377331"/>
                  <a:pt x="1467729" y="1376804"/>
                  <a:pt x="1469676" y="1376035"/>
                </a:cubicBezTo>
                <a:cubicBezTo>
                  <a:pt x="1471623" y="1375266"/>
                  <a:pt x="1473451" y="1374276"/>
                  <a:pt x="1475159" y="1373067"/>
                </a:cubicBezTo>
                <a:cubicBezTo>
                  <a:pt x="1476868" y="1371857"/>
                  <a:pt x="1478408" y="1370461"/>
                  <a:pt x="1479781" y="1368880"/>
                </a:cubicBezTo>
                <a:cubicBezTo>
                  <a:pt x="1481153" y="1367299"/>
                  <a:pt x="1482317" y="1365578"/>
                  <a:pt x="1483275" y="1363717"/>
                </a:cubicBezTo>
                <a:cubicBezTo>
                  <a:pt x="1484232" y="1361855"/>
                  <a:pt x="1484955" y="1359906"/>
                  <a:pt x="1485442" y="1357870"/>
                </a:cubicBezTo>
                <a:cubicBezTo>
                  <a:pt x="1485930" y="1355834"/>
                  <a:pt x="1486168" y="1353769"/>
                  <a:pt x="1486159" y="1351676"/>
                </a:cubicBezTo>
                <a:cubicBezTo>
                  <a:pt x="1486149" y="1349583"/>
                  <a:pt x="1485890" y="1347521"/>
                  <a:pt x="1485383" y="1345489"/>
                </a:cubicBezTo>
                <a:cubicBezTo>
                  <a:pt x="1484876" y="1343458"/>
                  <a:pt x="1484135" y="1341517"/>
                  <a:pt x="1483160" y="1339664"/>
                </a:cubicBezTo>
                <a:cubicBezTo>
                  <a:pt x="1482185" y="1337811"/>
                  <a:pt x="1481003" y="1336101"/>
                  <a:pt x="1479616" y="1334533"/>
                </a:cubicBezTo>
                <a:cubicBezTo>
                  <a:pt x="1478229" y="1332966"/>
                  <a:pt x="1476675" y="1331585"/>
                  <a:pt x="1474955" y="1330392"/>
                </a:cubicBezTo>
                <a:cubicBezTo>
                  <a:pt x="1473235" y="1329199"/>
                  <a:pt x="1471398" y="1328227"/>
                  <a:pt x="1469444" y="1327476"/>
                </a:cubicBezTo>
                <a:cubicBezTo>
                  <a:pt x="1467490" y="1326726"/>
                  <a:pt x="1465474" y="1326218"/>
                  <a:pt x="1463398" y="1325953"/>
                </a:cubicBezTo>
                <a:cubicBezTo>
                  <a:pt x="1461321" y="1325689"/>
                  <a:pt x="1459243" y="1325674"/>
                  <a:pt x="1457163" y="1325911"/>
                </a:cubicBezTo>
                <a:lnTo>
                  <a:pt x="1314247" y="1291679"/>
                </a:lnTo>
                <a:lnTo>
                  <a:pt x="1344594" y="1164982"/>
                </a:lnTo>
                <a:lnTo>
                  <a:pt x="1487509" y="1199213"/>
                </a:lnTo>
                <a:cubicBezTo>
                  <a:pt x="1490869" y="1200017"/>
                  <a:pt x="1494256" y="1200148"/>
                  <a:pt x="1497668" y="1199606"/>
                </a:cubicBezTo>
                <a:cubicBezTo>
                  <a:pt x="1501081" y="1199064"/>
                  <a:pt x="1504259" y="1197889"/>
                  <a:pt x="1507204" y="1196082"/>
                </a:cubicBezTo>
                <a:cubicBezTo>
                  <a:pt x="1510150" y="1194275"/>
                  <a:pt x="1512637" y="1191974"/>
                  <a:pt x="1514666" y="1189177"/>
                </a:cubicBezTo>
                <a:cubicBezTo>
                  <a:pt x="1516696" y="1186381"/>
                  <a:pt x="1518113" y="1183302"/>
                  <a:pt x="1518918" y="1179942"/>
                </a:cubicBezTo>
                <a:cubicBezTo>
                  <a:pt x="1519723" y="1176582"/>
                  <a:pt x="1519854" y="1173196"/>
                  <a:pt x="1519312" y="1169783"/>
                </a:cubicBezTo>
                <a:cubicBezTo>
                  <a:pt x="1518769" y="1166371"/>
                  <a:pt x="1517595" y="1163192"/>
                  <a:pt x="1515788" y="1160247"/>
                </a:cubicBezTo>
                <a:cubicBezTo>
                  <a:pt x="1513981" y="1157301"/>
                  <a:pt x="1511679" y="1154814"/>
                  <a:pt x="1508883" y="1152785"/>
                </a:cubicBezTo>
                <a:cubicBezTo>
                  <a:pt x="1506086" y="1150755"/>
                  <a:pt x="1503008" y="1149338"/>
                  <a:pt x="1499648" y="1148533"/>
                </a:cubicBezTo>
                <a:lnTo>
                  <a:pt x="1356732" y="1114303"/>
                </a:lnTo>
                <a:lnTo>
                  <a:pt x="1387079" y="987604"/>
                </a:lnTo>
                <a:lnTo>
                  <a:pt x="1529994" y="1021835"/>
                </a:lnTo>
                <a:cubicBezTo>
                  <a:pt x="1533355" y="1022640"/>
                  <a:pt x="1536741" y="1022772"/>
                  <a:pt x="1540153" y="1022229"/>
                </a:cubicBezTo>
                <a:cubicBezTo>
                  <a:pt x="1543566" y="1021686"/>
                  <a:pt x="1546745" y="1020512"/>
                  <a:pt x="1549690" y="1018705"/>
                </a:cubicBezTo>
                <a:cubicBezTo>
                  <a:pt x="1552635" y="1016898"/>
                  <a:pt x="1555122" y="1014596"/>
                  <a:pt x="1557152" y="1011800"/>
                </a:cubicBezTo>
                <a:cubicBezTo>
                  <a:pt x="1559181" y="1009004"/>
                  <a:pt x="1560598" y="1005925"/>
                  <a:pt x="1561403" y="1002565"/>
                </a:cubicBezTo>
                <a:cubicBezTo>
                  <a:pt x="1562208" y="999205"/>
                  <a:pt x="1562339" y="995818"/>
                  <a:pt x="1561797" y="992406"/>
                </a:cubicBezTo>
                <a:cubicBezTo>
                  <a:pt x="1561255" y="988993"/>
                  <a:pt x="1560080" y="985814"/>
                  <a:pt x="1558273" y="982869"/>
                </a:cubicBezTo>
                <a:cubicBezTo>
                  <a:pt x="1556466" y="979924"/>
                  <a:pt x="1554164" y="977437"/>
                  <a:pt x="1551368" y="975407"/>
                </a:cubicBezTo>
                <a:cubicBezTo>
                  <a:pt x="1548571" y="973378"/>
                  <a:pt x="1545493" y="971961"/>
                  <a:pt x="1542133" y="971156"/>
                </a:cubicBezTo>
                <a:lnTo>
                  <a:pt x="1399218" y="936925"/>
                </a:lnTo>
                <a:lnTo>
                  <a:pt x="1429564" y="810227"/>
                </a:lnTo>
                <a:lnTo>
                  <a:pt x="1572480" y="844458"/>
                </a:lnTo>
                <a:cubicBezTo>
                  <a:pt x="1574236" y="845419"/>
                  <a:pt x="1576079" y="846167"/>
                  <a:pt x="1578008" y="846703"/>
                </a:cubicBezTo>
                <a:cubicBezTo>
                  <a:pt x="1579938" y="847239"/>
                  <a:pt x="1581903" y="847548"/>
                  <a:pt x="1583903" y="847631"/>
                </a:cubicBezTo>
                <a:cubicBezTo>
                  <a:pt x="1585904" y="847714"/>
                  <a:pt x="1587887" y="847568"/>
                  <a:pt x="1589854" y="847193"/>
                </a:cubicBezTo>
                <a:cubicBezTo>
                  <a:pt x="1591821" y="846819"/>
                  <a:pt x="1593720" y="846226"/>
                  <a:pt x="1595550" y="845414"/>
                </a:cubicBezTo>
                <a:cubicBezTo>
                  <a:pt x="1597380" y="844602"/>
                  <a:pt x="1599094" y="843592"/>
                  <a:pt x="1600691" y="842385"/>
                </a:cubicBezTo>
                <a:cubicBezTo>
                  <a:pt x="1602289" y="841177"/>
                  <a:pt x="1603728" y="839805"/>
                  <a:pt x="1605009" y="838266"/>
                </a:cubicBezTo>
                <a:cubicBezTo>
                  <a:pt x="1606290" y="836726"/>
                  <a:pt x="1607379" y="835062"/>
                  <a:pt x="1608276" y="833272"/>
                </a:cubicBezTo>
                <a:cubicBezTo>
                  <a:pt x="1609173" y="831482"/>
                  <a:pt x="1609855" y="829614"/>
                  <a:pt x="1610321" y="827667"/>
                </a:cubicBezTo>
                <a:cubicBezTo>
                  <a:pt x="1610788" y="825719"/>
                  <a:pt x="1611026" y="823744"/>
                  <a:pt x="1611038" y="821742"/>
                </a:cubicBezTo>
                <a:cubicBezTo>
                  <a:pt x="1611049" y="819740"/>
                  <a:pt x="1610832" y="817762"/>
                  <a:pt x="1610387" y="815811"/>
                </a:cubicBezTo>
                <a:cubicBezTo>
                  <a:pt x="1609943" y="813858"/>
                  <a:pt x="1609282" y="811982"/>
                  <a:pt x="1608405" y="810182"/>
                </a:cubicBezTo>
                <a:cubicBezTo>
                  <a:pt x="1607527" y="808382"/>
                  <a:pt x="1606457" y="806706"/>
                  <a:pt x="1605193" y="805152"/>
                </a:cubicBezTo>
                <a:cubicBezTo>
                  <a:pt x="1603930" y="803599"/>
                  <a:pt x="1602506" y="802210"/>
                  <a:pt x="1600922" y="800985"/>
                </a:cubicBezTo>
                <a:cubicBezTo>
                  <a:pt x="1599338" y="799760"/>
                  <a:pt x="1597636" y="798732"/>
                  <a:pt x="1595815" y="797899"/>
                </a:cubicBezTo>
                <a:cubicBezTo>
                  <a:pt x="1593994" y="797067"/>
                  <a:pt x="1592102" y="796452"/>
                  <a:pt x="1590139" y="796056"/>
                </a:cubicBezTo>
                <a:cubicBezTo>
                  <a:pt x="1588177" y="795660"/>
                  <a:pt x="1586195" y="795492"/>
                  <a:pt x="1584193" y="795552"/>
                </a:cubicBezTo>
                <a:lnTo>
                  <a:pt x="1441278" y="761322"/>
                </a:lnTo>
                <a:lnTo>
                  <a:pt x="1471625" y="634623"/>
                </a:lnTo>
                <a:lnTo>
                  <a:pt x="1614661" y="668348"/>
                </a:lnTo>
                <a:close/>
                <a:moveTo>
                  <a:pt x="1207711" y="1025022"/>
                </a:moveTo>
                <a:lnTo>
                  <a:pt x="1138000" y="948040"/>
                </a:lnTo>
                <a:cubicBezTo>
                  <a:pt x="1134225" y="952259"/>
                  <a:pt x="1130022" y="955995"/>
                  <a:pt x="1125390" y="959249"/>
                </a:cubicBezTo>
                <a:cubicBezTo>
                  <a:pt x="1120757" y="962503"/>
                  <a:pt x="1115817" y="965191"/>
                  <a:pt x="1110568" y="967311"/>
                </a:cubicBezTo>
                <a:cubicBezTo>
                  <a:pt x="1105319" y="969432"/>
                  <a:pt x="1099899" y="970929"/>
                  <a:pt x="1094306" y="971806"/>
                </a:cubicBezTo>
                <a:cubicBezTo>
                  <a:pt x="1088713" y="972682"/>
                  <a:pt x="1083094" y="972913"/>
                  <a:pt x="1077448" y="972500"/>
                </a:cubicBezTo>
                <a:cubicBezTo>
                  <a:pt x="1071803" y="972086"/>
                  <a:pt x="1066277" y="971039"/>
                  <a:pt x="1060871" y="969358"/>
                </a:cubicBezTo>
                <a:cubicBezTo>
                  <a:pt x="1055466" y="967677"/>
                  <a:pt x="1050321" y="965405"/>
                  <a:pt x="1045437" y="962543"/>
                </a:cubicBezTo>
                <a:cubicBezTo>
                  <a:pt x="1040553" y="959680"/>
                  <a:pt x="1036057" y="956302"/>
                  <a:pt x="1031948" y="952409"/>
                </a:cubicBezTo>
                <a:cubicBezTo>
                  <a:pt x="1027839" y="948514"/>
                  <a:pt x="1024225" y="944206"/>
                  <a:pt x="1021105" y="939482"/>
                </a:cubicBezTo>
                <a:cubicBezTo>
                  <a:pt x="1017985" y="934758"/>
                  <a:pt x="1015441" y="929743"/>
                  <a:pt x="1013472" y="924436"/>
                </a:cubicBezTo>
                <a:cubicBezTo>
                  <a:pt x="1011503" y="919128"/>
                  <a:pt x="1010161" y="913667"/>
                  <a:pt x="1009445" y="908052"/>
                </a:cubicBezTo>
                <a:cubicBezTo>
                  <a:pt x="1008729" y="902436"/>
                  <a:pt x="1008659" y="896812"/>
                  <a:pt x="1009234" y="891180"/>
                </a:cubicBezTo>
                <a:cubicBezTo>
                  <a:pt x="1009809" y="885549"/>
                  <a:pt x="1011015" y="880056"/>
                  <a:pt x="1012850" y="874701"/>
                </a:cubicBezTo>
                <a:cubicBezTo>
                  <a:pt x="1014686" y="869345"/>
                  <a:pt x="1017104" y="864268"/>
                  <a:pt x="1020105" y="859468"/>
                </a:cubicBezTo>
                <a:cubicBezTo>
                  <a:pt x="1023106" y="854668"/>
                  <a:pt x="1026612" y="850271"/>
                  <a:pt x="1030622" y="846275"/>
                </a:cubicBezTo>
                <a:cubicBezTo>
                  <a:pt x="1034633" y="842280"/>
                  <a:pt x="1039043" y="838791"/>
                  <a:pt x="1043854" y="835807"/>
                </a:cubicBezTo>
                <a:cubicBezTo>
                  <a:pt x="1048666" y="832824"/>
                  <a:pt x="1053752" y="830425"/>
                  <a:pt x="1059114" y="828608"/>
                </a:cubicBezTo>
                <a:cubicBezTo>
                  <a:pt x="1064475" y="826792"/>
                  <a:pt x="1069973" y="825608"/>
                  <a:pt x="1075607" y="825054"/>
                </a:cubicBezTo>
                <a:cubicBezTo>
                  <a:pt x="1081240" y="824499"/>
                  <a:pt x="1086864" y="824590"/>
                  <a:pt x="1092476" y="825326"/>
                </a:cubicBezTo>
                <a:cubicBezTo>
                  <a:pt x="1098089" y="826063"/>
                  <a:pt x="1103546" y="827425"/>
                  <a:pt x="1108846" y="829414"/>
                </a:cubicBezTo>
                <a:cubicBezTo>
                  <a:pt x="1114146" y="831402"/>
                  <a:pt x="1119152" y="833965"/>
                  <a:pt x="1123864" y="837102"/>
                </a:cubicBezTo>
                <a:cubicBezTo>
                  <a:pt x="1128576" y="840240"/>
                  <a:pt x="1132871" y="843870"/>
                  <a:pt x="1136750" y="847993"/>
                </a:cubicBezTo>
                <a:cubicBezTo>
                  <a:pt x="1140629" y="852116"/>
                  <a:pt x="1143990" y="856625"/>
                  <a:pt x="1146834" y="861520"/>
                </a:cubicBezTo>
                <a:cubicBezTo>
                  <a:pt x="1149678" y="866415"/>
                  <a:pt x="1151931" y="871568"/>
                  <a:pt x="1153593" y="876979"/>
                </a:cubicBezTo>
                <a:cubicBezTo>
                  <a:pt x="1155254" y="882391"/>
                  <a:pt x="1156281" y="887920"/>
                  <a:pt x="1156673" y="893567"/>
                </a:cubicBezTo>
                <a:lnTo>
                  <a:pt x="1158701" y="894053"/>
                </a:lnTo>
                <a:lnTo>
                  <a:pt x="1240235" y="984317"/>
                </a:lnTo>
                <a:lnTo>
                  <a:pt x="1330698" y="1005984"/>
                </a:lnTo>
                <a:lnTo>
                  <a:pt x="1318984" y="1054889"/>
                </a:lnTo>
                <a:lnTo>
                  <a:pt x="1220919" y="1031401"/>
                </a:lnTo>
                <a:cubicBezTo>
                  <a:pt x="1215893" y="1030567"/>
                  <a:pt x="1211490" y="1028440"/>
                  <a:pt x="1207711" y="1025022"/>
                </a:cubicBezTo>
                <a:close/>
                <a:moveTo>
                  <a:pt x="1137400" y="676480"/>
                </a:moveTo>
                <a:cubicBezTo>
                  <a:pt x="1140047" y="674858"/>
                  <a:pt x="1142785" y="673409"/>
                  <a:pt x="1145614" y="672132"/>
                </a:cubicBezTo>
                <a:cubicBezTo>
                  <a:pt x="1148444" y="670854"/>
                  <a:pt x="1151342" y="669759"/>
                  <a:pt x="1154309" y="668847"/>
                </a:cubicBezTo>
                <a:cubicBezTo>
                  <a:pt x="1157277" y="667934"/>
                  <a:pt x="1160289" y="667212"/>
                  <a:pt x="1163348" y="666679"/>
                </a:cubicBezTo>
                <a:cubicBezTo>
                  <a:pt x="1166406" y="666145"/>
                  <a:pt x="1169485" y="665806"/>
                  <a:pt x="1172586" y="665660"/>
                </a:cubicBezTo>
                <a:cubicBezTo>
                  <a:pt x="1175687" y="665514"/>
                  <a:pt x="1178785" y="665563"/>
                  <a:pt x="1181880" y="665807"/>
                </a:cubicBezTo>
                <a:cubicBezTo>
                  <a:pt x="1184975" y="666052"/>
                  <a:pt x="1188042" y="666489"/>
                  <a:pt x="1191082" y="667119"/>
                </a:cubicBezTo>
                <a:cubicBezTo>
                  <a:pt x="1194121" y="667749"/>
                  <a:pt x="1197110" y="668568"/>
                  <a:pt x="1200046" y="669574"/>
                </a:cubicBezTo>
                <a:cubicBezTo>
                  <a:pt x="1202983" y="670580"/>
                  <a:pt x="1205845" y="671767"/>
                  <a:pt x="1208633" y="673133"/>
                </a:cubicBezTo>
                <a:cubicBezTo>
                  <a:pt x="1211420" y="674500"/>
                  <a:pt x="1214111" y="676035"/>
                  <a:pt x="1216705" y="677740"/>
                </a:cubicBezTo>
                <a:cubicBezTo>
                  <a:pt x="1219299" y="679445"/>
                  <a:pt x="1221776" y="681306"/>
                  <a:pt x="1224136" y="683323"/>
                </a:cubicBezTo>
                <a:cubicBezTo>
                  <a:pt x="1226496" y="685340"/>
                  <a:pt x="1228720" y="687497"/>
                  <a:pt x="1230809" y="689794"/>
                </a:cubicBezTo>
                <a:cubicBezTo>
                  <a:pt x="1232897" y="692090"/>
                  <a:pt x="1234834" y="694509"/>
                  <a:pt x="1236618" y="697050"/>
                </a:cubicBezTo>
                <a:cubicBezTo>
                  <a:pt x="1238402" y="699590"/>
                  <a:pt x="1240020" y="702232"/>
                  <a:pt x="1241472" y="704976"/>
                </a:cubicBezTo>
                <a:cubicBezTo>
                  <a:pt x="1242923" y="707720"/>
                  <a:pt x="1244197" y="710545"/>
                  <a:pt x="1245293" y="713449"/>
                </a:cubicBezTo>
                <a:cubicBezTo>
                  <a:pt x="1246389" y="716353"/>
                  <a:pt x="1247299" y="719315"/>
                  <a:pt x="1248022" y="722334"/>
                </a:cubicBezTo>
                <a:cubicBezTo>
                  <a:pt x="1248746" y="725353"/>
                  <a:pt x="1249277" y="728405"/>
                  <a:pt x="1249616" y="731491"/>
                </a:cubicBezTo>
                <a:lnTo>
                  <a:pt x="1388477" y="764751"/>
                </a:lnTo>
                <a:lnTo>
                  <a:pt x="1376764" y="813657"/>
                </a:lnTo>
                <a:lnTo>
                  <a:pt x="1237903" y="780397"/>
                </a:lnTo>
                <a:cubicBezTo>
                  <a:pt x="1234803" y="784944"/>
                  <a:pt x="1231240" y="789094"/>
                  <a:pt x="1227214" y="792846"/>
                </a:cubicBezTo>
                <a:cubicBezTo>
                  <a:pt x="1223188" y="796599"/>
                  <a:pt x="1218798" y="799861"/>
                  <a:pt x="1214044" y="802635"/>
                </a:cubicBezTo>
                <a:cubicBezTo>
                  <a:pt x="1209290" y="805407"/>
                  <a:pt x="1204289" y="807622"/>
                  <a:pt x="1199041" y="809279"/>
                </a:cubicBezTo>
                <a:cubicBezTo>
                  <a:pt x="1193793" y="810937"/>
                  <a:pt x="1188427" y="811995"/>
                  <a:pt x="1182942" y="812455"/>
                </a:cubicBezTo>
                <a:cubicBezTo>
                  <a:pt x="1177458" y="812915"/>
                  <a:pt x="1171990" y="812765"/>
                  <a:pt x="1166540" y="812005"/>
                </a:cubicBezTo>
                <a:cubicBezTo>
                  <a:pt x="1161089" y="811245"/>
                  <a:pt x="1155789" y="809894"/>
                  <a:pt x="1150640" y="807951"/>
                </a:cubicBezTo>
                <a:cubicBezTo>
                  <a:pt x="1145490" y="806009"/>
                  <a:pt x="1140618" y="803522"/>
                  <a:pt x="1136024" y="800493"/>
                </a:cubicBezTo>
                <a:cubicBezTo>
                  <a:pt x="1131429" y="797464"/>
                  <a:pt x="1127225" y="793965"/>
                  <a:pt x="1123411" y="789998"/>
                </a:cubicBezTo>
                <a:cubicBezTo>
                  <a:pt x="1119596" y="786030"/>
                  <a:pt x="1116266" y="781690"/>
                  <a:pt x="1113421" y="776980"/>
                </a:cubicBezTo>
                <a:cubicBezTo>
                  <a:pt x="1110575" y="772269"/>
                  <a:pt x="1108283" y="767303"/>
                  <a:pt x="1106545" y="762081"/>
                </a:cubicBezTo>
                <a:cubicBezTo>
                  <a:pt x="1104807" y="756859"/>
                  <a:pt x="1103666" y="751510"/>
                  <a:pt x="1103121" y="746034"/>
                </a:cubicBezTo>
                <a:cubicBezTo>
                  <a:pt x="1102577" y="740557"/>
                  <a:pt x="1102643" y="735088"/>
                  <a:pt x="1103319" y="729626"/>
                </a:cubicBezTo>
                <a:cubicBezTo>
                  <a:pt x="1103995" y="724164"/>
                  <a:pt x="1105264" y="718844"/>
                  <a:pt x="1107127" y="713665"/>
                </a:cubicBezTo>
                <a:cubicBezTo>
                  <a:pt x="1108990" y="708486"/>
                  <a:pt x="1111401" y="703576"/>
                  <a:pt x="1114359" y="698936"/>
                </a:cubicBezTo>
                <a:cubicBezTo>
                  <a:pt x="1117318" y="694295"/>
                  <a:pt x="1120751" y="690037"/>
                  <a:pt x="1124659" y="686163"/>
                </a:cubicBezTo>
                <a:cubicBezTo>
                  <a:pt x="1128568" y="682288"/>
                  <a:pt x="1132855" y="678891"/>
                  <a:pt x="1137521" y="675973"/>
                </a:cubicBezTo>
                <a:lnTo>
                  <a:pt x="1137400" y="676480"/>
                </a:lnTo>
                <a:close/>
                <a:moveTo>
                  <a:pt x="1141308" y="355896"/>
                </a:moveTo>
                <a:lnTo>
                  <a:pt x="1098823" y="533274"/>
                </a:lnTo>
                <a:cubicBezTo>
                  <a:pt x="1103635" y="536452"/>
                  <a:pt x="1108016" y="540142"/>
                  <a:pt x="1111966" y="544344"/>
                </a:cubicBezTo>
                <a:cubicBezTo>
                  <a:pt x="1115916" y="548547"/>
                  <a:pt x="1119328" y="553148"/>
                  <a:pt x="1122201" y="558149"/>
                </a:cubicBezTo>
                <a:cubicBezTo>
                  <a:pt x="1125075" y="563149"/>
                  <a:pt x="1127334" y="568413"/>
                  <a:pt x="1128977" y="573942"/>
                </a:cubicBezTo>
                <a:cubicBezTo>
                  <a:pt x="1130620" y="579470"/>
                  <a:pt x="1131603" y="585113"/>
                  <a:pt x="1131926" y="590872"/>
                </a:cubicBezTo>
                <a:cubicBezTo>
                  <a:pt x="1132250" y="596629"/>
                  <a:pt x="1131905" y="602348"/>
                  <a:pt x="1130892" y="608025"/>
                </a:cubicBezTo>
                <a:cubicBezTo>
                  <a:pt x="1129878" y="613703"/>
                  <a:pt x="1128224" y="619187"/>
                  <a:pt x="1125928" y="624477"/>
                </a:cubicBezTo>
                <a:cubicBezTo>
                  <a:pt x="1123633" y="629769"/>
                  <a:pt x="1120758" y="634723"/>
                  <a:pt x="1117304" y="639342"/>
                </a:cubicBezTo>
                <a:cubicBezTo>
                  <a:pt x="1113850" y="643960"/>
                  <a:pt x="1109910" y="648118"/>
                  <a:pt x="1105484" y="651815"/>
                </a:cubicBezTo>
                <a:cubicBezTo>
                  <a:pt x="1101058" y="655513"/>
                  <a:pt x="1096265" y="658650"/>
                  <a:pt x="1091105" y="661226"/>
                </a:cubicBezTo>
                <a:cubicBezTo>
                  <a:pt x="1085945" y="663803"/>
                  <a:pt x="1080558" y="665750"/>
                  <a:pt x="1074943" y="667067"/>
                </a:cubicBezTo>
                <a:cubicBezTo>
                  <a:pt x="1069328" y="668385"/>
                  <a:pt x="1063637" y="669037"/>
                  <a:pt x="1057870" y="669023"/>
                </a:cubicBezTo>
                <a:cubicBezTo>
                  <a:pt x="1052103" y="669010"/>
                  <a:pt x="1046415" y="668331"/>
                  <a:pt x="1040806" y="666987"/>
                </a:cubicBezTo>
                <a:cubicBezTo>
                  <a:pt x="1035197" y="665644"/>
                  <a:pt x="1029819" y="663672"/>
                  <a:pt x="1024672" y="661071"/>
                </a:cubicBezTo>
                <a:cubicBezTo>
                  <a:pt x="1019524" y="658471"/>
                  <a:pt x="1014746" y="655311"/>
                  <a:pt x="1010337" y="651593"/>
                </a:cubicBezTo>
                <a:cubicBezTo>
                  <a:pt x="1005928" y="647875"/>
                  <a:pt x="1002008" y="643699"/>
                  <a:pt x="998575" y="639064"/>
                </a:cubicBezTo>
                <a:cubicBezTo>
                  <a:pt x="995143" y="634429"/>
                  <a:pt x="992291" y="629462"/>
                  <a:pt x="990020" y="624160"/>
                </a:cubicBezTo>
                <a:cubicBezTo>
                  <a:pt x="987750" y="618858"/>
                  <a:pt x="986121" y="613366"/>
                  <a:pt x="985134" y="607685"/>
                </a:cubicBezTo>
                <a:cubicBezTo>
                  <a:pt x="984147" y="602002"/>
                  <a:pt x="983829" y="596283"/>
                  <a:pt x="984180" y="590526"/>
                </a:cubicBezTo>
                <a:cubicBezTo>
                  <a:pt x="984530" y="584770"/>
                  <a:pt x="985540" y="579131"/>
                  <a:pt x="987209" y="573610"/>
                </a:cubicBezTo>
                <a:cubicBezTo>
                  <a:pt x="988878" y="568089"/>
                  <a:pt x="991161" y="562836"/>
                  <a:pt x="994058" y="557850"/>
                </a:cubicBezTo>
                <a:cubicBezTo>
                  <a:pt x="996955" y="552862"/>
                  <a:pt x="1000388" y="548277"/>
                  <a:pt x="1004357" y="544093"/>
                </a:cubicBezTo>
                <a:cubicBezTo>
                  <a:pt x="1008327" y="539909"/>
                  <a:pt x="1012725" y="536239"/>
                  <a:pt x="1017552" y="533084"/>
                </a:cubicBezTo>
                <a:cubicBezTo>
                  <a:pt x="1022380" y="529928"/>
                  <a:pt x="1027506" y="527372"/>
                  <a:pt x="1032931" y="525414"/>
                </a:cubicBezTo>
                <a:cubicBezTo>
                  <a:pt x="1038356" y="523457"/>
                  <a:pt x="1043934" y="522152"/>
                  <a:pt x="1049664" y="521499"/>
                </a:cubicBezTo>
                <a:lnTo>
                  <a:pt x="1092149" y="344122"/>
                </a:lnTo>
                <a:lnTo>
                  <a:pt x="1141308" y="355896"/>
                </a:lnTo>
                <a:close/>
                <a:moveTo>
                  <a:pt x="919573" y="563486"/>
                </a:moveTo>
                <a:cubicBezTo>
                  <a:pt x="918515" y="567927"/>
                  <a:pt x="917059" y="572234"/>
                  <a:pt x="915207" y="576407"/>
                </a:cubicBezTo>
                <a:cubicBezTo>
                  <a:pt x="913354" y="580581"/>
                  <a:pt x="911135" y="584549"/>
                  <a:pt x="908550" y="588313"/>
                </a:cubicBezTo>
                <a:cubicBezTo>
                  <a:pt x="905966" y="592076"/>
                  <a:pt x="903059" y="595572"/>
                  <a:pt x="899829" y="598800"/>
                </a:cubicBezTo>
                <a:cubicBezTo>
                  <a:pt x="896600" y="602028"/>
                  <a:pt x="893102" y="604933"/>
                  <a:pt x="889337" y="607515"/>
                </a:cubicBezTo>
                <a:cubicBezTo>
                  <a:pt x="885571" y="610098"/>
                  <a:pt x="881602" y="612314"/>
                  <a:pt x="877427" y="614164"/>
                </a:cubicBezTo>
                <a:cubicBezTo>
                  <a:pt x="873253" y="616014"/>
                  <a:pt x="868945" y="617467"/>
                  <a:pt x="864503" y="618523"/>
                </a:cubicBezTo>
                <a:cubicBezTo>
                  <a:pt x="860061" y="619578"/>
                  <a:pt x="855559" y="620219"/>
                  <a:pt x="850999" y="620444"/>
                </a:cubicBezTo>
                <a:cubicBezTo>
                  <a:pt x="846439" y="620669"/>
                  <a:pt x="841896" y="620476"/>
                  <a:pt x="837372" y="619863"/>
                </a:cubicBezTo>
                <a:cubicBezTo>
                  <a:pt x="832847" y="619251"/>
                  <a:pt x="828417" y="618230"/>
                  <a:pt x="824080" y="616800"/>
                </a:cubicBezTo>
                <a:cubicBezTo>
                  <a:pt x="819744" y="615370"/>
                  <a:pt x="815575" y="613556"/>
                  <a:pt x="811574" y="611357"/>
                </a:cubicBezTo>
                <a:cubicBezTo>
                  <a:pt x="807572" y="609158"/>
                  <a:pt x="803805" y="606612"/>
                  <a:pt x="800273" y="603718"/>
                </a:cubicBezTo>
                <a:cubicBezTo>
                  <a:pt x="796741" y="600825"/>
                  <a:pt x="793504" y="597633"/>
                  <a:pt x="790561" y="594142"/>
                </a:cubicBezTo>
                <a:cubicBezTo>
                  <a:pt x="787618" y="590652"/>
                  <a:pt x="785018" y="586921"/>
                  <a:pt x="782763" y="582951"/>
                </a:cubicBezTo>
                <a:cubicBezTo>
                  <a:pt x="780508" y="578981"/>
                  <a:pt x="778635" y="574838"/>
                  <a:pt x="777145" y="570523"/>
                </a:cubicBezTo>
                <a:cubicBezTo>
                  <a:pt x="775654" y="566207"/>
                  <a:pt x="774570" y="561791"/>
                  <a:pt x="773893" y="557275"/>
                </a:cubicBezTo>
                <a:cubicBezTo>
                  <a:pt x="773217" y="552760"/>
                  <a:pt x="772959" y="548221"/>
                  <a:pt x="773120" y="543658"/>
                </a:cubicBezTo>
                <a:cubicBezTo>
                  <a:pt x="773281" y="539095"/>
                  <a:pt x="773858" y="534585"/>
                  <a:pt x="774851" y="530128"/>
                </a:cubicBezTo>
                <a:cubicBezTo>
                  <a:pt x="775843" y="525672"/>
                  <a:pt x="777235" y="521343"/>
                  <a:pt x="779026" y="517144"/>
                </a:cubicBezTo>
                <a:cubicBezTo>
                  <a:pt x="780817" y="512943"/>
                  <a:pt x="782977" y="508943"/>
                  <a:pt x="785506" y="505141"/>
                </a:cubicBezTo>
                <a:cubicBezTo>
                  <a:pt x="788035" y="501340"/>
                  <a:pt x="790891" y="497801"/>
                  <a:pt x="794072" y="494527"/>
                </a:cubicBezTo>
                <a:cubicBezTo>
                  <a:pt x="797254" y="491252"/>
                  <a:pt x="800708" y="488296"/>
                  <a:pt x="804435" y="485658"/>
                </a:cubicBezTo>
                <a:cubicBezTo>
                  <a:pt x="808162" y="483021"/>
                  <a:pt x="812099" y="480746"/>
                  <a:pt x="816245" y="478834"/>
                </a:cubicBezTo>
                <a:cubicBezTo>
                  <a:pt x="820392" y="476923"/>
                  <a:pt x="824678" y="475407"/>
                  <a:pt x="829104" y="474286"/>
                </a:cubicBezTo>
                <a:cubicBezTo>
                  <a:pt x="833531" y="473165"/>
                  <a:pt x="838022" y="472459"/>
                  <a:pt x="842578" y="472166"/>
                </a:cubicBezTo>
                <a:cubicBezTo>
                  <a:pt x="843084" y="471512"/>
                  <a:pt x="843669" y="470937"/>
                  <a:pt x="844331" y="470443"/>
                </a:cubicBezTo>
                <a:lnTo>
                  <a:pt x="934341" y="388847"/>
                </a:lnTo>
                <a:lnTo>
                  <a:pt x="953277" y="309787"/>
                </a:lnTo>
                <a:lnTo>
                  <a:pt x="1001169" y="321259"/>
                </a:lnTo>
                <a:lnTo>
                  <a:pt x="980412" y="407920"/>
                </a:lnTo>
                <a:cubicBezTo>
                  <a:pt x="979157" y="412988"/>
                  <a:pt x="976608" y="417289"/>
                  <a:pt x="972766" y="420825"/>
                </a:cubicBezTo>
                <a:lnTo>
                  <a:pt x="897041" y="489765"/>
                </a:lnTo>
                <a:cubicBezTo>
                  <a:pt x="902034" y="494240"/>
                  <a:pt x="906345" y="499296"/>
                  <a:pt x="909973" y="504934"/>
                </a:cubicBezTo>
                <a:cubicBezTo>
                  <a:pt x="913602" y="510572"/>
                  <a:pt x="916418" y="516590"/>
                  <a:pt x="918422" y="522988"/>
                </a:cubicBezTo>
                <a:cubicBezTo>
                  <a:pt x="920427" y="529386"/>
                  <a:pt x="921547" y="535936"/>
                  <a:pt x="921783" y="542636"/>
                </a:cubicBezTo>
                <a:cubicBezTo>
                  <a:pt x="922020" y="549336"/>
                  <a:pt x="921364" y="555948"/>
                  <a:pt x="919816" y="562472"/>
                </a:cubicBezTo>
                <a:lnTo>
                  <a:pt x="919573" y="563486"/>
                </a:lnTo>
                <a:close/>
                <a:moveTo>
                  <a:pt x="725202" y="591951"/>
                </a:moveTo>
                <a:cubicBezTo>
                  <a:pt x="723179" y="600248"/>
                  <a:pt x="719824" y="607966"/>
                  <a:pt x="715139" y="615106"/>
                </a:cubicBezTo>
                <a:cubicBezTo>
                  <a:pt x="710453" y="622245"/>
                  <a:pt x="704707" y="628393"/>
                  <a:pt x="697900" y="633550"/>
                </a:cubicBezTo>
                <a:cubicBezTo>
                  <a:pt x="691093" y="638708"/>
                  <a:pt x="683620" y="642576"/>
                  <a:pt x="675478" y="645154"/>
                </a:cubicBezTo>
                <a:cubicBezTo>
                  <a:pt x="667337" y="647733"/>
                  <a:pt x="658999" y="648873"/>
                  <a:pt x="650465" y="648575"/>
                </a:cubicBezTo>
                <a:cubicBezTo>
                  <a:pt x="641930" y="648277"/>
                  <a:pt x="633692" y="646558"/>
                  <a:pt x="625751" y="643419"/>
                </a:cubicBezTo>
                <a:cubicBezTo>
                  <a:pt x="617809" y="640279"/>
                  <a:pt x="610623" y="635899"/>
                  <a:pt x="604192" y="630280"/>
                </a:cubicBezTo>
                <a:cubicBezTo>
                  <a:pt x="597762" y="624661"/>
                  <a:pt x="592458" y="618127"/>
                  <a:pt x="588281" y="610678"/>
                </a:cubicBezTo>
                <a:cubicBezTo>
                  <a:pt x="584105" y="603230"/>
                  <a:pt x="581297" y="595296"/>
                  <a:pt x="579857" y="586879"/>
                </a:cubicBezTo>
                <a:cubicBezTo>
                  <a:pt x="578312" y="576982"/>
                  <a:pt x="578699" y="567162"/>
                  <a:pt x="581019" y="557416"/>
                </a:cubicBezTo>
                <a:cubicBezTo>
                  <a:pt x="582800" y="550014"/>
                  <a:pt x="585655" y="543052"/>
                  <a:pt x="589585" y="536532"/>
                </a:cubicBezTo>
                <a:cubicBezTo>
                  <a:pt x="593515" y="530010"/>
                  <a:pt x="598336" y="524233"/>
                  <a:pt x="604049" y="519200"/>
                </a:cubicBezTo>
                <a:cubicBezTo>
                  <a:pt x="609762" y="514167"/>
                  <a:pt x="616100" y="510112"/>
                  <a:pt x="623064" y="507036"/>
                </a:cubicBezTo>
                <a:cubicBezTo>
                  <a:pt x="630029" y="503959"/>
                  <a:pt x="637295" y="502004"/>
                  <a:pt x="644863" y="501170"/>
                </a:cubicBezTo>
                <a:lnTo>
                  <a:pt x="659551" y="439848"/>
                </a:lnTo>
                <a:cubicBezTo>
                  <a:pt x="660806" y="434780"/>
                  <a:pt x="663355" y="430479"/>
                  <a:pt x="667196" y="426944"/>
                </a:cubicBezTo>
                <a:lnTo>
                  <a:pt x="757206" y="345348"/>
                </a:lnTo>
                <a:lnTo>
                  <a:pt x="775900" y="267302"/>
                </a:lnTo>
                <a:lnTo>
                  <a:pt x="823792" y="278774"/>
                </a:lnTo>
                <a:lnTo>
                  <a:pt x="803035" y="365435"/>
                </a:lnTo>
                <a:cubicBezTo>
                  <a:pt x="801779" y="370502"/>
                  <a:pt x="799231" y="374804"/>
                  <a:pt x="795389" y="378340"/>
                </a:cubicBezTo>
                <a:lnTo>
                  <a:pt x="705186" y="459621"/>
                </a:lnTo>
                <a:lnTo>
                  <a:pt x="692501" y="512580"/>
                </a:lnTo>
                <a:cubicBezTo>
                  <a:pt x="698912" y="516642"/>
                  <a:pt x="704563" y="521574"/>
                  <a:pt x="709457" y="527374"/>
                </a:cubicBezTo>
                <a:cubicBezTo>
                  <a:pt x="714350" y="533174"/>
                  <a:pt x="718258" y="539576"/>
                  <a:pt x="721182" y="546578"/>
                </a:cubicBezTo>
                <a:cubicBezTo>
                  <a:pt x="724106" y="553581"/>
                  <a:pt x="725910" y="560862"/>
                  <a:pt x="726594" y="568420"/>
                </a:cubicBezTo>
                <a:cubicBezTo>
                  <a:pt x="727278" y="575977"/>
                  <a:pt x="726810" y="583463"/>
                  <a:pt x="725191" y="590877"/>
                </a:cubicBezTo>
                <a:lnTo>
                  <a:pt x="725202" y="591951"/>
                </a:lnTo>
                <a:close/>
                <a:moveTo>
                  <a:pt x="406651" y="557181"/>
                </a:moveTo>
                <a:cubicBezTo>
                  <a:pt x="409822" y="552360"/>
                  <a:pt x="413507" y="547970"/>
                  <a:pt x="417706" y="544010"/>
                </a:cubicBezTo>
                <a:cubicBezTo>
                  <a:pt x="421905" y="540050"/>
                  <a:pt x="426503" y="536628"/>
                  <a:pt x="431503" y="533745"/>
                </a:cubicBezTo>
                <a:cubicBezTo>
                  <a:pt x="436502" y="530861"/>
                  <a:pt x="441766" y="528594"/>
                  <a:pt x="447296" y="526942"/>
                </a:cubicBezTo>
                <a:cubicBezTo>
                  <a:pt x="452826" y="525290"/>
                  <a:pt x="458471" y="524299"/>
                  <a:pt x="464233" y="523968"/>
                </a:cubicBezTo>
                <a:cubicBezTo>
                  <a:pt x="469995" y="523637"/>
                  <a:pt x="475717" y="523975"/>
                  <a:pt x="481399" y="524983"/>
                </a:cubicBezTo>
                <a:cubicBezTo>
                  <a:pt x="487082" y="525991"/>
                  <a:pt x="492571" y="527641"/>
                  <a:pt x="497868" y="529933"/>
                </a:cubicBezTo>
                <a:cubicBezTo>
                  <a:pt x="503164" y="532225"/>
                  <a:pt x="508125" y="535098"/>
                  <a:pt x="512749" y="538550"/>
                </a:cubicBezTo>
                <a:cubicBezTo>
                  <a:pt x="517373" y="542003"/>
                  <a:pt x="521537" y="545943"/>
                  <a:pt x="525240" y="550370"/>
                </a:cubicBezTo>
                <a:cubicBezTo>
                  <a:pt x="528942" y="554796"/>
                  <a:pt x="532084" y="559591"/>
                  <a:pt x="534665" y="564753"/>
                </a:cubicBezTo>
                <a:cubicBezTo>
                  <a:pt x="537246" y="569915"/>
                  <a:pt x="539196" y="575305"/>
                  <a:pt x="540516" y="580923"/>
                </a:cubicBezTo>
                <a:cubicBezTo>
                  <a:pt x="541836" y="586542"/>
                  <a:pt x="542489" y="592236"/>
                  <a:pt x="542477" y="598008"/>
                </a:cubicBezTo>
                <a:cubicBezTo>
                  <a:pt x="542464" y="603779"/>
                  <a:pt x="541786" y="609471"/>
                  <a:pt x="540441" y="615083"/>
                </a:cubicBezTo>
                <a:cubicBezTo>
                  <a:pt x="539097" y="620695"/>
                  <a:pt x="537123" y="626077"/>
                  <a:pt x="534520" y="631227"/>
                </a:cubicBezTo>
                <a:cubicBezTo>
                  <a:pt x="531916" y="636378"/>
                  <a:pt x="528754" y="641159"/>
                  <a:pt x="525032" y="645569"/>
                </a:cubicBezTo>
                <a:cubicBezTo>
                  <a:pt x="521310" y="649980"/>
                  <a:pt x="517129" y="653902"/>
                  <a:pt x="512490" y="657334"/>
                </a:cubicBezTo>
                <a:cubicBezTo>
                  <a:pt x="507850" y="660767"/>
                  <a:pt x="502878" y="663618"/>
                  <a:pt x="497571" y="665886"/>
                </a:cubicBezTo>
                <a:cubicBezTo>
                  <a:pt x="492265" y="668155"/>
                  <a:pt x="486768" y="669782"/>
                  <a:pt x="481081" y="670764"/>
                </a:cubicBezTo>
                <a:cubicBezTo>
                  <a:pt x="475394" y="671747"/>
                  <a:pt x="469671" y="672061"/>
                  <a:pt x="463911" y="671705"/>
                </a:cubicBezTo>
                <a:cubicBezTo>
                  <a:pt x="458150" y="671349"/>
                  <a:pt x="452509" y="670333"/>
                  <a:pt x="446987" y="668657"/>
                </a:cubicBezTo>
                <a:cubicBezTo>
                  <a:pt x="441464" y="666981"/>
                  <a:pt x="436210" y="664690"/>
                  <a:pt x="431223" y="661784"/>
                </a:cubicBezTo>
                <a:cubicBezTo>
                  <a:pt x="426237" y="658879"/>
                  <a:pt x="421653" y="655438"/>
                  <a:pt x="417471" y="651459"/>
                </a:cubicBezTo>
                <a:cubicBezTo>
                  <a:pt x="413290" y="647482"/>
                  <a:pt x="409624" y="643075"/>
                  <a:pt x="406474" y="638239"/>
                </a:cubicBezTo>
                <a:cubicBezTo>
                  <a:pt x="403324" y="633404"/>
                  <a:pt x="400774" y="628270"/>
                  <a:pt x="398825" y="622838"/>
                </a:cubicBezTo>
                <a:cubicBezTo>
                  <a:pt x="396876" y="617407"/>
                  <a:pt x="395580" y="611822"/>
                  <a:pt x="394937" y="606087"/>
                </a:cubicBezTo>
                <a:lnTo>
                  <a:pt x="335643" y="591885"/>
                </a:lnTo>
                <a:lnTo>
                  <a:pt x="348388" y="538672"/>
                </a:lnTo>
                <a:lnTo>
                  <a:pt x="353691" y="544497"/>
                </a:lnTo>
                <a:lnTo>
                  <a:pt x="406651" y="557181"/>
                </a:lnTo>
                <a:close/>
                <a:moveTo>
                  <a:pt x="421458" y="801868"/>
                </a:moveTo>
                <a:lnTo>
                  <a:pt x="340287" y="710085"/>
                </a:lnTo>
                <a:lnTo>
                  <a:pt x="309120" y="702619"/>
                </a:lnTo>
                <a:lnTo>
                  <a:pt x="320955" y="653207"/>
                </a:lnTo>
                <a:lnTo>
                  <a:pt x="359725" y="662493"/>
                </a:lnTo>
                <a:cubicBezTo>
                  <a:pt x="364679" y="663694"/>
                  <a:pt x="368917" y="666138"/>
                  <a:pt x="372437" y="669825"/>
                </a:cubicBezTo>
                <a:lnTo>
                  <a:pt x="453971" y="760088"/>
                </a:lnTo>
                <a:lnTo>
                  <a:pt x="506678" y="772713"/>
                </a:lnTo>
                <a:cubicBezTo>
                  <a:pt x="509156" y="768960"/>
                  <a:pt x="511953" y="765462"/>
                  <a:pt x="515069" y="762219"/>
                </a:cubicBezTo>
                <a:cubicBezTo>
                  <a:pt x="518185" y="758977"/>
                  <a:pt x="521569" y="756042"/>
                  <a:pt x="525219" y="753417"/>
                </a:cubicBezTo>
                <a:cubicBezTo>
                  <a:pt x="528870" y="750791"/>
                  <a:pt x="532729" y="748516"/>
                  <a:pt x="536794" y="746594"/>
                </a:cubicBezTo>
                <a:cubicBezTo>
                  <a:pt x="540860" y="744672"/>
                  <a:pt x="545066" y="743133"/>
                  <a:pt x="549412" y="741977"/>
                </a:cubicBezTo>
                <a:cubicBezTo>
                  <a:pt x="553758" y="740821"/>
                  <a:pt x="558173" y="740069"/>
                  <a:pt x="562656" y="739718"/>
                </a:cubicBezTo>
                <a:cubicBezTo>
                  <a:pt x="567140" y="739367"/>
                  <a:pt x="571618" y="739425"/>
                  <a:pt x="576091" y="739890"/>
                </a:cubicBezTo>
                <a:cubicBezTo>
                  <a:pt x="580564" y="740356"/>
                  <a:pt x="584958" y="741222"/>
                  <a:pt x="589273" y="742489"/>
                </a:cubicBezTo>
                <a:cubicBezTo>
                  <a:pt x="593588" y="743756"/>
                  <a:pt x="597753" y="745403"/>
                  <a:pt x="601768" y="747429"/>
                </a:cubicBezTo>
                <a:cubicBezTo>
                  <a:pt x="605782" y="749454"/>
                  <a:pt x="609581" y="751827"/>
                  <a:pt x="613163" y="754545"/>
                </a:cubicBezTo>
                <a:cubicBezTo>
                  <a:pt x="616746" y="757265"/>
                  <a:pt x="620053" y="760285"/>
                  <a:pt x="623084" y="763606"/>
                </a:cubicBezTo>
                <a:cubicBezTo>
                  <a:pt x="626116" y="766928"/>
                  <a:pt x="628822" y="770496"/>
                  <a:pt x="631204" y="774312"/>
                </a:cubicBezTo>
                <a:cubicBezTo>
                  <a:pt x="633585" y="778126"/>
                  <a:pt x="635601" y="782125"/>
                  <a:pt x="637253" y="786308"/>
                </a:cubicBezTo>
                <a:cubicBezTo>
                  <a:pt x="638905" y="790491"/>
                  <a:pt x="640166" y="794788"/>
                  <a:pt x="641034" y="799201"/>
                </a:cubicBezTo>
                <a:cubicBezTo>
                  <a:pt x="641903" y="803613"/>
                  <a:pt x="642365" y="808068"/>
                  <a:pt x="642422" y="812565"/>
                </a:cubicBezTo>
                <a:cubicBezTo>
                  <a:pt x="642478" y="817062"/>
                  <a:pt x="642127" y="821527"/>
                  <a:pt x="641370" y="825959"/>
                </a:cubicBezTo>
                <a:cubicBezTo>
                  <a:pt x="640612" y="830392"/>
                  <a:pt x="639460" y="834720"/>
                  <a:pt x="637913" y="838943"/>
                </a:cubicBezTo>
                <a:cubicBezTo>
                  <a:pt x="636366" y="843166"/>
                  <a:pt x="634451" y="847213"/>
                  <a:pt x="632166" y="851088"/>
                </a:cubicBezTo>
                <a:cubicBezTo>
                  <a:pt x="629881" y="854961"/>
                  <a:pt x="627265" y="858596"/>
                  <a:pt x="624318" y="861992"/>
                </a:cubicBezTo>
                <a:cubicBezTo>
                  <a:pt x="621370" y="865389"/>
                  <a:pt x="618140" y="868491"/>
                  <a:pt x="614627" y="871299"/>
                </a:cubicBezTo>
                <a:cubicBezTo>
                  <a:pt x="611114" y="874106"/>
                  <a:pt x="607376" y="876574"/>
                  <a:pt x="603413" y="878699"/>
                </a:cubicBezTo>
                <a:cubicBezTo>
                  <a:pt x="599450" y="880825"/>
                  <a:pt x="595328" y="882576"/>
                  <a:pt x="591046" y="883951"/>
                </a:cubicBezTo>
                <a:cubicBezTo>
                  <a:pt x="586764" y="885325"/>
                  <a:pt x="582393" y="886302"/>
                  <a:pt x="577933" y="886879"/>
                </a:cubicBezTo>
                <a:cubicBezTo>
                  <a:pt x="573473" y="887457"/>
                  <a:pt x="568998" y="887626"/>
                  <a:pt x="564507" y="887388"/>
                </a:cubicBezTo>
                <a:cubicBezTo>
                  <a:pt x="560016" y="887150"/>
                  <a:pt x="555584" y="886508"/>
                  <a:pt x="551210" y="885461"/>
                </a:cubicBezTo>
                <a:cubicBezTo>
                  <a:pt x="546339" y="884304"/>
                  <a:pt x="541646" y="882645"/>
                  <a:pt x="537131" y="880482"/>
                </a:cubicBezTo>
                <a:cubicBezTo>
                  <a:pt x="525472" y="874994"/>
                  <a:pt x="515891" y="867013"/>
                  <a:pt x="508387" y="856538"/>
                </a:cubicBezTo>
                <a:cubicBezTo>
                  <a:pt x="500883" y="846062"/>
                  <a:pt x="496409" y="834422"/>
                  <a:pt x="494964" y="821618"/>
                </a:cubicBezTo>
                <a:lnTo>
                  <a:pt x="434656" y="807173"/>
                </a:lnTo>
                <a:cubicBezTo>
                  <a:pt x="429588" y="805917"/>
                  <a:pt x="425286" y="803369"/>
                  <a:pt x="421751" y="799527"/>
                </a:cubicBezTo>
                <a:lnTo>
                  <a:pt x="421458" y="801868"/>
                </a:lnTo>
                <a:close/>
                <a:moveTo>
                  <a:pt x="408894" y="1276048"/>
                </a:moveTo>
                <a:lnTo>
                  <a:pt x="455991" y="1079412"/>
                </a:lnTo>
                <a:cubicBezTo>
                  <a:pt x="448693" y="1074603"/>
                  <a:pt x="442443" y="1068687"/>
                  <a:pt x="437242" y="1061664"/>
                </a:cubicBezTo>
                <a:cubicBezTo>
                  <a:pt x="432040" y="1054640"/>
                  <a:pt x="428203" y="1046936"/>
                  <a:pt x="425731" y="1038553"/>
                </a:cubicBezTo>
                <a:cubicBezTo>
                  <a:pt x="423259" y="1030170"/>
                  <a:pt x="422302" y="1021617"/>
                  <a:pt x="422860" y="1012895"/>
                </a:cubicBezTo>
                <a:cubicBezTo>
                  <a:pt x="423418" y="1004172"/>
                  <a:pt x="425458" y="995811"/>
                  <a:pt x="428979" y="987811"/>
                </a:cubicBezTo>
                <a:cubicBezTo>
                  <a:pt x="432500" y="979812"/>
                  <a:pt x="437288" y="972661"/>
                  <a:pt x="443343" y="966357"/>
                </a:cubicBezTo>
                <a:cubicBezTo>
                  <a:pt x="449398" y="960055"/>
                  <a:pt x="456351" y="954983"/>
                  <a:pt x="464203" y="951143"/>
                </a:cubicBezTo>
                <a:cubicBezTo>
                  <a:pt x="472055" y="947305"/>
                  <a:pt x="480327" y="944931"/>
                  <a:pt x="489020" y="944022"/>
                </a:cubicBezTo>
                <a:cubicBezTo>
                  <a:pt x="497713" y="943115"/>
                  <a:pt x="506297" y="943728"/>
                  <a:pt x="514773" y="945861"/>
                </a:cubicBezTo>
                <a:lnTo>
                  <a:pt x="519841" y="947075"/>
                </a:lnTo>
                <a:cubicBezTo>
                  <a:pt x="527909" y="949635"/>
                  <a:pt x="535320" y="953467"/>
                  <a:pt x="542073" y="958572"/>
                </a:cubicBezTo>
                <a:cubicBezTo>
                  <a:pt x="548827" y="963675"/>
                  <a:pt x="554536" y="969759"/>
                  <a:pt x="559201" y="976823"/>
                </a:cubicBezTo>
                <a:cubicBezTo>
                  <a:pt x="563867" y="983886"/>
                  <a:pt x="567222" y="991525"/>
                  <a:pt x="569266" y="999739"/>
                </a:cubicBezTo>
                <a:cubicBezTo>
                  <a:pt x="571310" y="1007954"/>
                  <a:pt x="571926" y="1016274"/>
                  <a:pt x="571115" y="1024700"/>
                </a:cubicBezTo>
                <a:cubicBezTo>
                  <a:pt x="570303" y="1033126"/>
                  <a:pt x="568111" y="1041176"/>
                  <a:pt x="564537" y="1048849"/>
                </a:cubicBezTo>
                <a:cubicBezTo>
                  <a:pt x="560963" y="1056523"/>
                  <a:pt x="556212" y="1063382"/>
                  <a:pt x="550285" y="1069425"/>
                </a:cubicBezTo>
                <a:cubicBezTo>
                  <a:pt x="544357" y="1075468"/>
                  <a:pt x="537592" y="1080350"/>
                  <a:pt x="529989" y="1084072"/>
                </a:cubicBezTo>
                <a:cubicBezTo>
                  <a:pt x="522386" y="1087794"/>
                  <a:pt x="514380" y="1090142"/>
                  <a:pt x="505971" y="1091116"/>
                </a:cubicBezTo>
                <a:lnTo>
                  <a:pt x="459419" y="1285470"/>
                </a:lnTo>
                <a:lnTo>
                  <a:pt x="408894" y="1276048"/>
                </a:lnTo>
                <a:close/>
                <a:moveTo>
                  <a:pt x="548261" y="1309429"/>
                </a:moveTo>
                <a:lnTo>
                  <a:pt x="572539" y="1208070"/>
                </a:lnTo>
                <a:cubicBezTo>
                  <a:pt x="573739" y="1203116"/>
                  <a:pt x="576183" y="1198879"/>
                  <a:pt x="579870" y="1195359"/>
                </a:cubicBezTo>
                <a:lnTo>
                  <a:pt x="657106" y="1125708"/>
                </a:lnTo>
                <a:cubicBezTo>
                  <a:pt x="652815" y="1121938"/>
                  <a:pt x="649008" y="1117732"/>
                  <a:pt x="645685" y="1113087"/>
                </a:cubicBezTo>
                <a:cubicBezTo>
                  <a:pt x="642361" y="1108442"/>
                  <a:pt x="639608" y="1103481"/>
                  <a:pt x="637425" y="1098204"/>
                </a:cubicBezTo>
                <a:cubicBezTo>
                  <a:pt x="635242" y="1092926"/>
                  <a:pt x="633686" y="1087469"/>
                  <a:pt x="632758" y="1081834"/>
                </a:cubicBezTo>
                <a:cubicBezTo>
                  <a:pt x="631830" y="1076199"/>
                  <a:pt x="631553" y="1070532"/>
                  <a:pt x="631928" y="1064833"/>
                </a:cubicBezTo>
                <a:cubicBezTo>
                  <a:pt x="632302" y="1059134"/>
                  <a:pt x="633319" y="1053551"/>
                  <a:pt x="634977" y="1048086"/>
                </a:cubicBezTo>
                <a:cubicBezTo>
                  <a:pt x="636635" y="1042621"/>
                  <a:pt x="638891" y="1037415"/>
                  <a:pt x="641746" y="1032469"/>
                </a:cubicBezTo>
                <a:cubicBezTo>
                  <a:pt x="644601" y="1027522"/>
                  <a:pt x="647980" y="1022964"/>
                  <a:pt x="651883" y="1018794"/>
                </a:cubicBezTo>
                <a:cubicBezTo>
                  <a:pt x="655786" y="1014625"/>
                  <a:pt x="660111" y="1010952"/>
                  <a:pt x="664859" y="1007777"/>
                </a:cubicBezTo>
                <a:cubicBezTo>
                  <a:pt x="669606" y="1004602"/>
                  <a:pt x="674652" y="1002007"/>
                  <a:pt x="679996" y="999992"/>
                </a:cubicBezTo>
                <a:cubicBezTo>
                  <a:pt x="685340" y="997977"/>
                  <a:pt x="690843" y="996595"/>
                  <a:pt x="696504" y="995845"/>
                </a:cubicBezTo>
                <a:cubicBezTo>
                  <a:pt x="702166" y="995095"/>
                  <a:pt x="707839" y="994997"/>
                  <a:pt x="713524" y="995552"/>
                </a:cubicBezTo>
                <a:cubicBezTo>
                  <a:pt x="719208" y="996107"/>
                  <a:pt x="724755" y="997299"/>
                  <a:pt x="730165" y="999129"/>
                </a:cubicBezTo>
                <a:cubicBezTo>
                  <a:pt x="735576" y="1000959"/>
                  <a:pt x="740708" y="1003378"/>
                  <a:pt x="745561" y="1006388"/>
                </a:cubicBezTo>
                <a:cubicBezTo>
                  <a:pt x="750415" y="1009398"/>
                  <a:pt x="754864" y="1012920"/>
                  <a:pt x="758908" y="1016953"/>
                </a:cubicBezTo>
                <a:cubicBezTo>
                  <a:pt x="762952" y="1020985"/>
                  <a:pt x="766486" y="1025424"/>
                  <a:pt x="769510" y="1030270"/>
                </a:cubicBezTo>
                <a:cubicBezTo>
                  <a:pt x="772533" y="1035115"/>
                  <a:pt x="774968" y="1040240"/>
                  <a:pt x="776813" y="1045645"/>
                </a:cubicBezTo>
                <a:cubicBezTo>
                  <a:pt x="778658" y="1051050"/>
                  <a:pt x="779866" y="1056594"/>
                  <a:pt x="780436" y="1062276"/>
                </a:cubicBezTo>
                <a:cubicBezTo>
                  <a:pt x="781007" y="1067960"/>
                  <a:pt x="780925" y="1073633"/>
                  <a:pt x="780191" y="1079297"/>
                </a:cubicBezTo>
                <a:cubicBezTo>
                  <a:pt x="779458" y="1084960"/>
                  <a:pt x="778091" y="1090468"/>
                  <a:pt x="776091" y="1095817"/>
                </a:cubicBezTo>
                <a:cubicBezTo>
                  <a:pt x="774091" y="1101167"/>
                  <a:pt x="771510" y="1106219"/>
                  <a:pt x="768348" y="1110976"/>
                </a:cubicBezTo>
                <a:cubicBezTo>
                  <a:pt x="765186" y="1115732"/>
                  <a:pt x="761526" y="1120067"/>
                  <a:pt x="757368" y="1123982"/>
                </a:cubicBezTo>
                <a:cubicBezTo>
                  <a:pt x="753209" y="1127897"/>
                  <a:pt x="748661" y="1131288"/>
                  <a:pt x="743722" y="1134158"/>
                </a:cubicBezTo>
                <a:cubicBezTo>
                  <a:pt x="738784" y="1137027"/>
                  <a:pt x="733584" y="1139298"/>
                  <a:pt x="728124" y="1140971"/>
                </a:cubicBezTo>
                <a:cubicBezTo>
                  <a:pt x="722663" y="1142645"/>
                  <a:pt x="717084" y="1143677"/>
                  <a:pt x="711386" y="1144067"/>
                </a:cubicBezTo>
                <a:cubicBezTo>
                  <a:pt x="710865" y="1144803"/>
                  <a:pt x="710261" y="1145462"/>
                  <a:pt x="709573" y="1146045"/>
                </a:cubicBezTo>
                <a:lnTo>
                  <a:pt x="619623" y="1227386"/>
                </a:lnTo>
                <a:lnTo>
                  <a:pt x="597167" y="1321143"/>
                </a:lnTo>
                <a:lnTo>
                  <a:pt x="548261" y="1309429"/>
                </a:lnTo>
                <a:close/>
                <a:moveTo>
                  <a:pt x="725639" y="1351914"/>
                </a:moveTo>
                <a:lnTo>
                  <a:pt x="749916" y="1250556"/>
                </a:lnTo>
                <a:cubicBezTo>
                  <a:pt x="751200" y="1245593"/>
                  <a:pt x="753728" y="1241375"/>
                  <a:pt x="757501" y="1237904"/>
                </a:cubicBezTo>
                <a:lnTo>
                  <a:pt x="848240" y="1153268"/>
                </a:lnTo>
                <a:lnTo>
                  <a:pt x="860378" y="1102589"/>
                </a:lnTo>
                <a:cubicBezTo>
                  <a:pt x="855533" y="1099412"/>
                  <a:pt x="851121" y="1095718"/>
                  <a:pt x="847140" y="1091507"/>
                </a:cubicBezTo>
                <a:cubicBezTo>
                  <a:pt x="843160" y="1087296"/>
                  <a:pt x="839720" y="1082683"/>
                  <a:pt x="836819" y="1077667"/>
                </a:cubicBezTo>
                <a:cubicBezTo>
                  <a:pt x="833919" y="1072651"/>
                  <a:pt x="831637" y="1067367"/>
                  <a:pt x="829973" y="1061817"/>
                </a:cubicBezTo>
                <a:cubicBezTo>
                  <a:pt x="828310" y="1056267"/>
                  <a:pt x="827309" y="1050600"/>
                  <a:pt x="826972" y="1044815"/>
                </a:cubicBezTo>
                <a:cubicBezTo>
                  <a:pt x="826635" y="1039031"/>
                  <a:pt x="826970" y="1033287"/>
                  <a:pt x="827978" y="1027581"/>
                </a:cubicBezTo>
                <a:cubicBezTo>
                  <a:pt x="828985" y="1021875"/>
                  <a:pt x="830638" y="1016362"/>
                  <a:pt x="832936" y="1011043"/>
                </a:cubicBezTo>
                <a:cubicBezTo>
                  <a:pt x="835234" y="1005724"/>
                  <a:pt x="838115" y="1000742"/>
                  <a:pt x="841579" y="996097"/>
                </a:cubicBezTo>
                <a:cubicBezTo>
                  <a:pt x="845043" y="991453"/>
                  <a:pt x="848996" y="987271"/>
                  <a:pt x="853439" y="983552"/>
                </a:cubicBezTo>
                <a:cubicBezTo>
                  <a:pt x="857882" y="979832"/>
                  <a:pt x="862695" y="976676"/>
                  <a:pt x="867876" y="974084"/>
                </a:cubicBezTo>
                <a:cubicBezTo>
                  <a:pt x="873058" y="971491"/>
                  <a:pt x="878469" y="969532"/>
                  <a:pt x="884109" y="968205"/>
                </a:cubicBezTo>
                <a:cubicBezTo>
                  <a:pt x="889749" y="966879"/>
                  <a:pt x="895467" y="966222"/>
                  <a:pt x="901261" y="966234"/>
                </a:cubicBezTo>
                <a:cubicBezTo>
                  <a:pt x="907055" y="966246"/>
                  <a:pt x="912769" y="966927"/>
                  <a:pt x="918404" y="968277"/>
                </a:cubicBezTo>
                <a:cubicBezTo>
                  <a:pt x="924039" y="969626"/>
                  <a:pt x="929442" y="971608"/>
                  <a:pt x="934613" y="974222"/>
                </a:cubicBezTo>
                <a:cubicBezTo>
                  <a:pt x="939783" y="976836"/>
                  <a:pt x="944583" y="980012"/>
                  <a:pt x="949010" y="983750"/>
                </a:cubicBezTo>
                <a:cubicBezTo>
                  <a:pt x="953437" y="987488"/>
                  <a:pt x="957374" y="991686"/>
                  <a:pt x="960818" y="996345"/>
                </a:cubicBezTo>
                <a:cubicBezTo>
                  <a:pt x="964263" y="1001004"/>
                  <a:pt x="967123" y="1005998"/>
                  <a:pt x="969399" y="1011326"/>
                </a:cubicBezTo>
                <a:cubicBezTo>
                  <a:pt x="971675" y="1016655"/>
                  <a:pt x="973305" y="1022174"/>
                  <a:pt x="974289" y="1027884"/>
                </a:cubicBezTo>
                <a:cubicBezTo>
                  <a:pt x="975273" y="1033594"/>
                  <a:pt x="975584" y="1039340"/>
                  <a:pt x="975223" y="1045123"/>
                </a:cubicBezTo>
                <a:cubicBezTo>
                  <a:pt x="974862" y="1050906"/>
                  <a:pt x="973838" y="1056570"/>
                  <a:pt x="972151" y="1062113"/>
                </a:cubicBezTo>
                <a:cubicBezTo>
                  <a:pt x="970464" y="1067656"/>
                  <a:pt x="968160" y="1072929"/>
                  <a:pt x="965239" y="1077933"/>
                </a:cubicBezTo>
                <a:cubicBezTo>
                  <a:pt x="962318" y="1082937"/>
                  <a:pt x="958858" y="1087536"/>
                  <a:pt x="954861" y="1091730"/>
                </a:cubicBezTo>
                <a:cubicBezTo>
                  <a:pt x="950863" y="1095925"/>
                  <a:pt x="946435" y="1099600"/>
                  <a:pt x="941577" y="1102758"/>
                </a:cubicBezTo>
                <a:cubicBezTo>
                  <a:pt x="936719" y="1105915"/>
                  <a:pt x="931562" y="1108470"/>
                  <a:pt x="926106" y="1110421"/>
                </a:cubicBezTo>
                <a:cubicBezTo>
                  <a:pt x="920650" y="1112371"/>
                  <a:pt x="915043" y="1113665"/>
                  <a:pt x="909284" y="1114303"/>
                </a:cubicBezTo>
                <a:lnTo>
                  <a:pt x="894839" y="1174611"/>
                </a:lnTo>
                <a:cubicBezTo>
                  <a:pt x="893583" y="1179679"/>
                  <a:pt x="891034" y="1183980"/>
                  <a:pt x="887193" y="1187517"/>
                </a:cubicBezTo>
                <a:lnTo>
                  <a:pt x="797243" y="1268858"/>
                </a:lnTo>
                <a:lnTo>
                  <a:pt x="774787" y="1362615"/>
                </a:lnTo>
                <a:lnTo>
                  <a:pt x="725639" y="1351914"/>
                </a:lnTo>
                <a:close/>
                <a:moveTo>
                  <a:pt x="908084" y="1395613"/>
                </a:moveTo>
                <a:lnTo>
                  <a:pt x="932361" y="1294255"/>
                </a:lnTo>
                <a:cubicBezTo>
                  <a:pt x="933645" y="1289292"/>
                  <a:pt x="936173" y="1285074"/>
                  <a:pt x="939946" y="1281603"/>
                </a:cubicBezTo>
                <a:lnTo>
                  <a:pt x="1030431" y="1196907"/>
                </a:lnTo>
                <a:lnTo>
                  <a:pt x="1042570" y="1146228"/>
                </a:lnTo>
                <a:cubicBezTo>
                  <a:pt x="1036341" y="1142143"/>
                  <a:pt x="1030853" y="1137228"/>
                  <a:pt x="1026108" y="1131486"/>
                </a:cubicBezTo>
                <a:cubicBezTo>
                  <a:pt x="1021363" y="1125744"/>
                  <a:pt x="1017571" y="1119429"/>
                  <a:pt x="1014733" y="1112541"/>
                </a:cubicBezTo>
                <a:cubicBezTo>
                  <a:pt x="1011895" y="1105653"/>
                  <a:pt x="1010137" y="1098500"/>
                  <a:pt x="1009459" y="1091081"/>
                </a:cubicBezTo>
                <a:cubicBezTo>
                  <a:pt x="1008781" y="1083663"/>
                  <a:pt x="1009214" y="1076309"/>
                  <a:pt x="1010757" y="1069022"/>
                </a:cubicBezTo>
                <a:cubicBezTo>
                  <a:pt x="1012300" y="1061734"/>
                  <a:pt x="1014884" y="1054836"/>
                  <a:pt x="1018510" y="1048328"/>
                </a:cubicBezTo>
                <a:cubicBezTo>
                  <a:pt x="1022136" y="1041821"/>
                  <a:pt x="1026642" y="1035994"/>
                  <a:pt x="1032028" y="1030847"/>
                </a:cubicBezTo>
                <a:cubicBezTo>
                  <a:pt x="1037414" y="1025701"/>
                  <a:pt x="1043440" y="1021464"/>
                  <a:pt x="1050105" y="1018137"/>
                </a:cubicBezTo>
                <a:cubicBezTo>
                  <a:pt x="1056771" y="1014811"/>
                  <a:pt x="1063779" y="1012542"/>
                  <a:pt x="1071129" y="1011331"/>
                </a:cubicBezTo>
                <a:cubicBezTo>
                  <a:pt x="1081034" y="1009569"/>
                  <a:pt x="1090874" y="1009872"/>
                  <a:pt x="1100652" y="1012241"/>
                </a:cubicBezTo>
                <a:cubicBezTo>
                  <a:pt x="1109261" y="1014104"/>
                  <a:pt x="1117281" y="1017400"/>
                  <a:pt x="1124713" y="1022128"/>
                </a:cubicBezTo>
                <a:cubicBezTo>
                  <a:pt x="1132145" y="1026855"/>
                  <a:pt x="1138529" y="1032723"/>
                  <a:pt x="1143866" y="1039730"/>
                </a:cubicBezTo>
                <a:cubicBezTo>
                  <a:pt x="1149203" y="1046738"/>
                  <a:pt x="1153162" y="1054453"/>
                  <a:pt x="1155744" y="1062874"/>
                </a:cubicBezTo>
                <a:cubicBezTo>
                  <a:pt x="1158326" y="1071295"/>
                  <a:pt x="1159371" y="1079903"/>
                  <a:pt x="1158879" y="1088697"/>
                </a:cubicBezTo>
                <a:cubicBezTo>
                  <a:pt x="1158387" y="1097492"/>
                  <a:pt x="1156389" y="1105929"/>
                  <a:pt x="1152884" y="1114010"/>
                </a:cubicBezTo>
                <a:cubicBezTo>
                  <a:pt x="1149379" y="1122091"/>
                  <a:pt x="1144584" y="1129316"/>
                  <a:pt x="1138499" y="1135685"/>
                </a:cubicBezTo>
                <a:cubicBezTo>
                  <a:pt x="1132414" y="1142054"/>
                  <a:pt x="1125415" y="1147173"/>
                  <a:pt x="1117503" y="1151042"/>
                </a:cubicBezTo>
                <a:cubicBezTo>
                  <a:pt x="1109590" y="1154912"/>
                  <a:pt x="1101252" y="1157292"/>
                  <a:pt x="1092489" y="1158184"/>
                </a:cubicBezTo>
                <a:lnTo>
                  <a:pt x="1078044" y="1218492"/>
                </a:lnTo>
                <a:cubicBezTo>
                  <a:pt x="1076947" y="1223655"/>
                  <a:pt x="1074399" y="1227956"/>
                  <a:pt x="1070398" y="1231398"/>
                </a:cubicBezTo>
                <a:lnTo>
                  <a:pt x="980449" y="1312739"/>
                </a:lnTo>
                <a:lnTo>
                  <a:pt x="957992" y="1406496"/>
                </a:lnTo>
                <a:lnTo>
                  <a:pt x="908084" y="1395613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4" name="Shape 24"/>
          <p:cNvSpPr/>
          <p:nvPr/>
        </p:nvSpPr>
        <p:spPr>
          <a:xfrm>
            <a:off x="7823729" y="8795381"/>
            <a:ext cx="555177" cy="555196"/>
          </a:xfrm>
          <a:custGeom>
            <a:avLst/>
            <a:gdLst/>
            <a:rect l="0" t="0" r="555177" b="555196"/>
            <a:pathLst>
              <a:path w="555177" h="555196" fill="norm" stroke="0">
                <a:moveTo>
                  <a:pt x="148410" y="554069"/>
                </a:moveTo>
                <a:lnTo>
                  <a:pt x="545883" y="423161"/>
                </a:lnTo>
                <a:cubicBezTo>
                  <a:pt x="547569" y="422606"/>
                  <a:pt x="549085" y="421749"/>
                  <a:pt x="550430" y="420591"/>
                </a:cubicBezTo>
                <a:cubicBezTo>
                  <a:pt x="551776" y="419432"/>
                  <a:pt x="552848" y="418061"/>
                  <a:pt x="553648" y="416476"/>
                </a:cubicBezTo>
                <a:cubicBezTo>
                  <a:pt x="554447" y="414891"/>
                  <a:pt x="554913" y="413213"/>
                  <a:pt x="555045" y="411443"/>
                </a:cubicBezTo>
                <a:cubicBezTo>
                  <a:pt x="555177" y="409673"/>
                  <a:pt x="554965" y="407944"/>
                  <a:pt x="554410" y="406258"/>
                </a:cubicBezTo>
                <a:lnTo>
                  <a:pt x="423669" y="9294"/>
                </a:lnTo>
                <a:cubicBezTo>
                  <a:pt x="423114" y="7608"/>
                  <a:pt x="422258" y="6092"/>
                  <a:pt x="421099" y="4747"/>
                </a:cubicBezTo>
                <a:cubicBezTo>
                  <a:pt x="419941" y="3402"/>
                  <a:pt x="418569" y="2330"/>
                  <a:pt x="416985" y="1530"/>
                </a:cubicBezTo>
                <a:cubicBezTo>
                  <a:pt x="415399" y="730"/>
                  <a:pt x="413722" y="264"/>
                  <a:pt x="411952" y="132"/>
                </a:cubicBezTo>
                <a:cubicBezTo>
                  <a:pt x="410181" y="0"/>
                  <a:pt x="408453" y="212"/>
                  <a:pt x="406767" y="767"/>
                </a:cubicBezTo>
                <a:lnTo>
                  <a:pt x="9294" y="131675"/>
                </a:lnTo>
                <a:cubicBezTo>
                  <a:pt x="7608" y="132230"/>
                  <a:pt x="6093" y="133087"/>
                  <a:pt x="4747" y="134245"/>
                </a:cubicBezTo>
                <a:cubicBezTo>
                  <a:pt x="3402" y="135404"/>
                  <a:pt x="2329" y="136775"/>
                  <a:pt x="1530" y="138360"/>
                </a:cubicBezTo>
                <a:cubicBezTo>
                  <a:pt x="730" y="139945"/>
                  <a:pt x="264" y="141623"/>
                  <a:pt x="133" y="143393"/>
                </a:cubicBezTo>
                <a:cubicBezTo>
                  <a:pt x="0" y="145163"/>
                  <a:pt x="212" y="146892"/>
                  <a:pt x="767" y="148578"/>
                </a:cubicBezTo>
                <a:lnTo>
                  <a:pt x="131675" y="546050"/>
                </a:lnTo>
                <a:cubicBezTo>
                  <a:pt x="132935" y="549417"/>
                  <a:pt x="135186" y="551877"/>
                  <a:pt x="138428" y="553430"/>
                </a:cubicBezTo>
                <a:cubicBezTo>
                  <a:pt x="141670" y="554983"/>
                  <a:pt x="144997" y="555196"/>
                  <a:pt x="148410" y="554069"/>
                </a:cubicBezTo>
                <a:close/>
                <a:moveTo>
                  <a:pt x="30259" y="152536"/>
                </a:moveTo>
                <a:lnTo>
                  <a:pt x="402683" y="29878"/>
                </a:lnTo>
                <a:lnTo>
                  <a:pt x="525467" y="402683"/>
                </a:lnTo>
                <a:lnTo>
                  <a:pt x="152661" y="525467"/>
                </a:lnTo>
                <a:lnTo>
                  <a:pt x="30259" y="152536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7670352" y="8640753"/>
            <a:ext cx="863350" cy="863350"/>
          </a:xfrm>
          <a:custGeom>
            <a:avLst/>
            <a:gdLst/>
            <a:rect l="0" t="0" r="863350" b="863350"/>
            <a:pathLst>
              <a:path w="863350" h="863350" fill="norm" stroke="0">
                <a:moveTo>
                  <a:pt x="732841" y="150384"/>
                </a:moveTo>
                <a:cubicBezTo>
                  <a:pt x="734923" y="150274"/>
                  <a:pt x="736873" y="149708"/>
                  <a:pt x="738691" y="148687"/>
                </a:cubicBezTo>
                <a:cubicBezTo>
                  <a:pt x="740508" y="147666"/>
                  <a:pt x="742006" y="146295"/>
                  <a:pt x="743183" y="144574"/>
                </a:cubicBezTo>
                <a:cubicBezTo>
                  <a:pt x="744361" y="142853"/>
                  <a:pt x="745096" y="140960"/>
                  <a:pt x="745389" y="138896"/>
                </a:cubicBezTo>
                <a:cubicBezTo>
                  <a:pt x="745681" y="136831"/>
                  <a:pt x="745501" y="134809"/>
                  <a:pt x="744849" y="132828"/>
                </a:cubicBezTo>
                <a:cubicBezTo>
                  <a:pt x="744196" y="130848"/>
                  <a:pt x="743139" y="129114"/>
                  <a:pt x="741677" y="127628"/>
                </a:cubicBezTo>
                <a:cubicBezTo>
                  <a:pt x="740215" y="126141"/>
                  <a:pt x="738499" y="125056"/>
                  <a:pt x="736529" y="124371"/>
                </a:cubicBezTo>
                <a:cubicBezTo>
                  <a:pt x="734560" y="123687"/>
                  <a:pt x="732541" y="123474"/>
                  <a:pt x="730472" y="123733"/>
                </a:cubicBezTo>
                <a:cubicBezTo>
                  <a:pt x="728403" y="123991"/>
                  <a:pt x="726498" y="124695"/>
                  <a:pt x="724758" y="125844"/>
                </a:cubicBezTo>
                <a:lnTo>
                  <a:pt x="653045" y="149463"/>
                </a:lnTo>
                <a:lnTo>
                  <a:pt x="625784" y="66688"/>
                </a:lnTo>
                <a:cubicBezTo>
                  <a:pt x="625228" y="65002"/>
                  <a:pt x="624371" y="63486"/>
                  <a:pt x="623213" y="62141"/>
                </a:cubicBezTo>
                <a:cubicBezTo>
                  <a:pt x="622054" y="60796"/>
                  <a:pt x="620683" y="59723"/>
                  <a:pt x="619098" y="58924"/>
                </a:cubicBezTo>
                <a:cubicBezTo>
                  <a:pt x="617513" y="58124"/>
                  <a:pt x="615835" y="57658"/>
                  <a:pt x="614065" y="57526"/>
                </a:cubicBezTo>
                <a:cubicBezTo>
                  <a:pt x="612295" y="57394"/>
                  <a:pt x="610567" y="57605"/>
                  <a:pt x="608881" y="58160"/>
                </a:cubicBezTo>
                <a:lnTo>
                  <a:pt x="526487" y="85297"/>
                </a:lnTo>
                <a:lnTo>
                  <a:pt x="502994" y="13965"/>
                </a:lnTo>
                <a:cubicBezTo>
                  <a:pt x="503059" y="11784"/>
                  <a:pt x="502617" y="9710"/>
                  <a:pt x="501669" y="7744"/>
                </a:cubicBezTo>
                <a:cubicBezTo>
                  <a:pt x="500720" y="5778"/>
                  <a:pt x="499371" y="4143"/>
                  <a:pt x="497622" y="2837"/>
                </a:cubicBezTo>
                <a:cubicBezTo>
                  <a:pt x="495873" y="1531"/>
                  <a:pt x="493921" y="702"/>
                  <a:pt x="491767" y="351"/>
                </a:cubicBezTo>
                <a:cubicBezTo>
                  <a:pt x="489613" y="0"/>
                  <a:pt x="487499" y="166"/>
                  <a:pt x="485425" y="849"/>
                </a:cubicBezTo>
                <a:cubicBezTo>
                  <a:pt x="483352" y="1531"/>
                  <a:pt x="481554" y="2654"/>
                  <a:pt x="480030" y="4217"/>
                </a:cubicBezTo>
                <a:cubicBezTo>
                  <a:pt x="478506" y="5779"/>
                  <a:pt x="477428" y="7606"/>
                  <a:pt x="476797" y="9695"/>
                </a:cubicBezTo>
                <a:cubicBezTo>
                  <a:pt x="476166" y="11785"/>
                  <a:pt x="476054" y="13902"/>
                  <a:pt x="476459" y="16047"/>
                </a:cubicBezTo>
                <a:cubicBezTo>
                  <a:pt x="476863" y="18192"/>
                  <a:pt x="477741" y="20122"/>
                  <a:pt x="479089" y="21838"/>
                </a:cubicBezTo>
                <a:lnTo>
                  <a:pt x="502708" y="93551"/>
                </a:lnTo>
                <a:lnTo>
                  <a:pt x="439133" y="114490"/>
                </a:lnTo>
                <a:lnTo>
                  <a:pt x="415514" y="42777"/>
                </a:lnTo>
                <a:cubicBezTo>
                  <a:pt x="414959" y="41091"/>
                  <a:pt x="414102" y="39575"/>
                  <a:pt x="412944" y="38230"/>
                </a:cubicBezTo>
                <a:cubicBezTo>
                  <a:pt x="411786" y="36885"/>
                  <a:pt x="410414" y="35812"/>
                  <a:pt x="408829" y="35013"/>
                </a:cubicBezTo>
                <a:cubicBezTo>
                  <a:pt x="407244" y="34213"/>
                  <a:pt x="405567" y="33747"/>
                  <a:pt x="403796" y="33615"/>
                </a:cubicBezTo>
                <a:cubicBezTo>
                  <a:pt x="402026" y="33483"/>
                  <a:pt x="400297" y="33694"/>
                  <a:pt x="398611" y="34249"/>
                </a:cubicBezTo>
                <a:cubicBezTo>
                  <a:pt x="396925" y="34805"/>
                  <a:pt x="395410" y="35662"/>
                  <a:pt x="394064" y="36820"/>
                </a:cubicBezTo>
                <a:cubicBezTo>
                  <a:pt x="392719" y="37978"/>
                  <a:pt x="391647" y="39350"/>
                  <a:pt x="390847" y="40935"/>
                </a:cubicBezTo>
                <a:cubicBezTo>
                  <a:pt x="390048" y="42520"/>
                  <a:pt x="389582" y="44197"/>
                  <a:pt x="389449" y="45968"/>
                </a:cubicBezTo>
                <a:cubicBezTo>
                  <a:pt x="389317" y="47738"/>
                  <a:pt x="389529" y="49466"/>
                  <a:pt x="390084" y="51152"/>
                </a:cubicBezTo>
                <a:lnTo>
                  <a:pt x="413703" y="122865"/>
                </a:lnTo>
                <a:lnTo>
                  <a:pt x="350127" y="143804"/>
                </a:lnTo>
                <a:lnTo>
                  <a:pt x="326509" y="72091"/>
                </a:lnTo>
                <a:cubicBezTo>
                  <a:pt x="325954" y="70405"/>
                  <a:pt x="325096" y="68889"/>
                  <a:pt x="323938" y="67544"/>
                </a:cubicBezTo>
                <a:cubicBezTo>
                  <a:pt x="322780" y="66199"/>
                  <a:pt x="321408" y="65126"/>
                  <a:pt x="319824" y="64326"/>
                </a:cubicBezTo>
                <a:cubicBezTo>
                  <a:pt x="318239" y="63527"/>
                  <a:pt x="316561" y="63061"/>
                  <a:pt x="314791" y="62929"/>
                </a:cubicBezTo>
                <a:cubicBezTo>
                  <a:pt x="313020" y="62797"/>
                  <a:pt x="311292" y="63008"/>
                  <a:pt x="309606" y="63564"/>
                </a:cubicBezTo>
                <a:cubicBezTo>
                  <a:pt x="307920" y="64119"/>
                  <a:pt x="306405" y="64976"/>
                  <a:pt x="305059" y="66134"/>
                </a:cubicBezTo>
                <a:cubicBezTo>
                  <a:pt x="303714" y="67292"/>
                  <a:pt x="302641" y="68664"/>
                  <a:pt x="301842" y="70249"/>
                </a:cubicBezTo>
                <a:cubicBezTo>
                  <a:pt x="301042" y="71834"/>
                  <a:pt x="300576" y="73511"/>
                  <a:pt x="300444" y="75282"/>
                </a:cubicBezTo>
                <a:cubicBezTo>
                  <a:pt x="300312" y="77052"/>
                  <a:pt x="300524" y="78780"/>
                  <a:pt x="301079" y="80466"/>
                </a:cubicBezTo>
                <a:lnTo>
                  <a:pt x="324697" y="152179"/>
                </a:lnTo>
                <a:lnTo>
                  <a:pt x="261122" y="173118"/>
                </a:lnTo>
                <a:lnTo>
                  <a:pt x="237503" y="101405"/>
                </a:lnTo>
                <a:cubicBezTo>
                  <a:pt x="237393" y="99323"/>
                  <a:pt x="236827" y="97373"/>
                  <a:pt x="235807" y="95555"/>
                </a:cubicBezTo>
                <a:cubicBezTo>
                  <a:pt x="234785" y="93737"/>
                  <a:pt x="233414" y="92239"/>
                  <a:pt x="231693" y="91062"/>
                </a:cubicBezTo>
                <a:cubicBezTo>
                  <a:pt x="229972" y="89885"/>
                  <a:pt x="228079" y="89150"/>
                  <a:pt x="226015" y="88857"/>
                </a:cubicBezTo>
                <a:cubicBezTo>
                  <a:pt x="223951" y="88565"/>
                  <a:pt x="221928" y="88744"/>
                  <a:pt x="219948" y="89396"/>
                </a:cubicBezTo>
                <a:cubicBezTo>
                  <a:pt x="217967" y="90049"/>
                  <a:pt x="216233" y="91106"/>
                  <a:pt x="214747" y="92568"/>
                </a:cubicBezTo>
                <a:cubicBezTo>
                  <a:pt x="213261" y="94031"/>
                  <a:pt x="212175" y="95746"/>
                  <a:pt x="211490" y="97716"/>
                </a:cubicBezTo>
                <a:cubicBezTo>
                  <a:pt x="210806" y="99685"/>
                  <a:pt x="210593" y="101705"/>
                  <a:pt x="210851" y="103774"/>
                </a:cubicBezTo>
                <a:cubicBezTo>
                  <a:pt x="211110" y="105843"/>
                  <a:pt x="211814" y="107747"/>
                  <a:pt x="212963" y="109487"/>
                </a:cubicBezTo>
                <a:lnTo>
                  <a:pt x="236582" y="181200"/>
                </a:lnTo>
                <a:lnTo>
                  <a:pt x="173006" y="202139"/>
                </a:lnTo>
                <a:lnTo>
                  <a:pt x="149388" y="130426"/>
                </a:lnTo>
                <a:cubicBezTo>
                  <a:pt x="149278" y="128344"/>
                  <a:pt x="148713" y="126394"/>
                  <a:pt x="147691" y="124576"/>
                </a:cubicBezTo>
                <a:cubicBezTo>
                  <a:pt x="146670" y="122758"/>
                  <a:pt x="145299" y="121260"/>
                  <a:pt x="143577" y="120083"/>
                </a:cubicBezTo>
                <a:cubicBezTo>
                  <a:pt x="141856" y="118906"/>
                  <a:pt x="139964" y="118171"/>
                  <a:pt x="137899" y="117878"/>
                </a:cubicBezTo>
                <a:cubicBezTo>
                  <a:pt x="135835" y="117585"/>
                  <a:pt x="133813" y="117765"/>
                  <a:pt x="131832" y="118417"/>
                </a:cubicBezTo>
                <a:cubicBezTo>
                  <a:pt x="129852" y="119070"/>
                  <a:pt x="128119" y="120127"/>
                  <a:pt x="126632" y="121589"/>
                </a:cubicBezTo>
                <a:cubicBezTo>
                  <a:pt x="125145" y="123051"/>
                  <a:pt x="124060" y="124767"/>
                  <a:pt x="123375" y="126737"/>
                </a:cubicBezTo>
                <a:cubicBezTo>
                  <a:pt x="122690" y="128706"/>
                  <a:pt x="122478" y="130726"/>
                  <a:pt x="122737" y="132795"/>
                </a:cubicBezTo>
                <a:cubicBezTo>
                  <a:pt x="122996" y="134863"/>
                  <a:pt x="123699" y="136768"/>
                  <a:pt x="124848" y="138508"/>
                </a:cubicBezTo>
                <a:lnTo>
                  <a:pt x="148467" y="210221"/>
                </a:lnTo>
                <a:lnTo>
                  <a:pt x="65437" y="237567"/>
                </a:lnTo>
                <a:cubicBezTo>
                  <a:pt x="63751" y="238122"/>
                  <a:pt x="62236" y="238979"/>
                  <a:pt x="60890" y="240137"/>
                </a:cubicBezTo>
                <a:cubicBezTo>
                  <a:pt x="59545" y="241296"/>
                  <a:pt x="58472" y="242667"/>
                  <a:pt x="57673" y="244252"/>
                </a:cubicBezTo>
                <a:cubicBezTo>
                  <a:pt x="56873" y="245837"/>
                  <a:pt x="56407" y="247515"/>
                  <a:pt x="56276" y="249285"/>
                </a:cubicBezTo>
                <a:cubicBezTo>
                  <a:pt x="56143" y="251055"/>
                  <a:pt x="56355" y="252784"/>
                  <a:pt x="56910" y="254470"/>
                </a:cubicBezTo>
                <a:lnTo>
                  <a:pt x="84172" y="337245"/>
                </a:lnTo>
                <a:lnTo>
                  <a:pt x="12840" y="360738"/>
                </a:lnTo>
                <a:cubicBezTo>
                  <a:pt x="10758" y="360848"/>
                  <a:pt x="8808" y="361414"/>
                  <a:pt x="6990" y="362435"/>
                </a:cubicBezTo>
                <a:cubicBezTo>
                  <a:pt x="5173" y="363456"/>
                  <a:pt x="3675" y="364827"/>
                  <a:pt x="2498" y="366548"/>
                </a:cubicBezTo>
                <a:cubicBezTo>
                  <a:pt x="1321" y="368269"/>
                  <a:pt x="586" y="370162"/>
                  <a:pt x="293" y="372226"/>
                </a:cubicBezTo>
                <a:cubicBezTo>
                  <a:pt x="0" y="374291"/>
                  <a:pt x="180" y="376313"/>
                  <a:pt x="833" y="378294"/>
                </a:cubicBezTo>
                <a:cubicBezTo>
                  <a:pt x="1484" y="380274"/>
                  <a:pt x="2542" y="382008"/>
                  <a:pt x="4004" y="383494"/>
                </a:cubicBezTo>
                <a:cubicBezTo>
                  <a:pt x="5466" y="384980"/>
                  <a:pt x="7182" y="386066"/>
                  <a:pt x="9151" y="386751"/>
                </a:cubicBezTo>
                <a:cubicBezTo>
                  <a:pt x="11121" y="387435"/>
                  <a:pt x="13140" y="387648"/>
                  <a:pt x="15209" y="387389"/>
                </a:cubicBezTo>
                <a:cubicBezTo>
                  <a:pt x="17278" y="387131"/>
                  <a:pt x="19183" y="386427"/>
                  <a:pt x="20923" y="385278"/>
                </a:cubicBezTo>
                <a:lnTo>
                  <a:pt x="92635" y="361659"/>
                </a:lnTo>
                <a:lnTo>
                  <a:pt x="113574" y="425234"/>
                </a:lnTo>
                <a:lnTo>
                  <a:pt x="41862" y="448853"/>
                </a:lnTo>
                <a:cubicBezTo>
                  <a:pt x="39756" y="448926"/>
                  <a:pt x="37778" y="449465"/>
                  <a:pt x="35926" y="450471"/>
                </a:cubicBezTo>
                <a:cubicBezTo>
                  <a:pt x="34075" y="451478"/>
                  <a:pt x="32548" y="452845"/>
                  <a:pt x="31342" y="454573"/>
                </a:cubicBezTo>
                <a:cubicBezTo>
                  <a:pt x="30137" y="456301"/>
                  <a:pt x="29381" y="458207"/>
                  <a:pt x="29076" y="460291"/>
                </a:cubicBezTo>
                <a:cubicBezTo>
                  <a:pt x="28770" y="462376"/>
                  <a:pt x="28947" y="464419"/>
                  <a:pt x="29607" y="466420"/>
                </a:cubicBezTo>
                <a:cubicBezTo>
                  <a:pt x="30266" y="468421"/>
                  <a:pt x="31337" y="470169"/>
                  <a:pt x="32821" y="471664"/>
                </a:cubicBezTo>
                <a:cubicBezTo>
                  <a:pt x="34306" y="473159"/>
                  <a:pt x="36047" y="474243"/>
                  <a:pt x="38043" y="474917"/>
                </a:cubicBezTo>
                <a:cubicBezTo>
                  <a:pt x="40039" y="475590"/>
                  <a:pt x="42080" y="475782"/>
                  <a:pt x="44167" y="475491"/>
                </a:cubicBezTo>
                <a:cubicBezTo>
                  <a:pt x="46254" y="475201"/>
                  <a:pt x="48165" y="474459"/>
                  <a:pt x="49902" y="473266"/>
                </a:cubicBezTo>
                <a:lnTo>
                  <a:pt x="121615" y="449647"/>
                </a:lnTo>
                <a:lnTo>
                  <a:pt x="142553" y="513223"/>
                </a:lnTo>
                <a:lnTo>
                  <a:pt x="70841" y="536841"/>
                </a:lnTo>
                <a:cubicBezTo>
                  <a:pt x="69155" y="537397"/>
                  <a:pt x="67639" y="538253"/>
                  <a:pt x="66294" y="539412"/>
                </a:cubicBezTo>
                <a:cubicBezTo>
                  <a:pt x="64948" y="540570"/>
                  <a:pt x="63876" y="541942"/>
                  <a:pt x="63076" y="543527"/>
                </a:cubicBezTo>
                <a:cubicBezTo>
                  <a:pt x="62277" y="545112"/>
                  <a:pt x="61811" y="546789"/>
                  <a:pt x="61678" y="548559"/>
                </a:cubicBezTo>
                <a:cubicBezTo>
                  <a:pt x="61546" y="550330"/>
                  <a:pt x="61757" y="552058"/>
                  <a:pt x="62313" y="553744"/>
                </a:cubicBezTo>
                <a:cubicBezTo>
                  <a:pt x="62868" y="555430"/>
                  <a:pt x="63726" y="556946"/>
                  <a:pt x="64884" y="558291"/>
                </a:cubicBezTo>
                <a:cubicBezTo>
                  <a:pt x="66042" y="559636"/>
                  <a:pt x="67414" y="560709"/>
                  <a:pt x="68998" y="561508"/>
                </a:cubicBezTo>
                <a:cubicBezTo>
                  <a:pt x="70583" y="562308"/>
                  <a:pt x="72261" y="562774"/>
                  <a:pt x="74031" y="562906"/>
                </a:cubicBezTo>
                <a:cubicBezTo>
                  <a:pt x="75802" y="563038"/>
                  <a:pt x="77529" y="562827"/>
                  <a:pt x="79216" y="562271"/>
                </a:cubicBezTo>
                <a:lnTo>
                  <a:pt x="150929" y="538653"/>
                </a:lnTo>
                <a:lnTo>
                  <a:pt x="171868" y="602228"/>
                </a:lnTo>
                <a:lnTo>
                  <a:pt x="100154" y="625847"/>
                </a:lnTo>
                <a:cubicBezTo>
                  <a:pt x="98072" y="625957"/>
                  <a:pt x="96122" y="626523"/>
                  <a:pt x="94304" y="627544"/>
                </a:cubicBezTo>
                <a:cubicBezTo>
                  <a:pt x="92487" y="628565"/>
                  <a:pt x="90989" y="629936"/>
                  <a:pt x="89812" y="631657"/>
                </a:cubicBezTo>
                <a:cubicBezTo>
                  <a:pt x="88635" y="633378"/>
                  <a:pt x="87899" y="635271"/>
                  <a:pt x="87607" y="637335"/>
                </a:cubicBezTo>
                <a:cubicBezTo>
                  <a:pt x="87314" y="639400"/>
                  <a:pt x="87494" y="641422"/>
                  <a:pt x="88146" y="643403"/>
                </a:cubicBezTo>
                <a:cubicBezTo>
                  <a:pt x="88798" y="645383"/>
                  <a:pt x="89856" y="647117"/>
                  <a:pt x="91318" y="648603"/>
                </a:cubicBezTo>
                <a:cubicBezTo>
                  <a:pt x="92780" y="650090"/>
                  <a:pt x="94496" y="651175"/>
                  <a:pt x="96465" y="651860"/>
                </a:cubicBezTo>
                <a:cubicBezTo>
                  <a:pt x="98435" y="652544"/>
                  <a:pt x="100454" y="652757"/>
                  <a:pt x="102523" y="652498"/>
                </a:cubicBezTo>
                <a:cubicBezTo>
                  <a:pt x="104592" y="652240"/>
                  <a:pt x="106497" y="651536"/>
                  <a:pt x="108237" y="650387"/>
                </a:cubicBezTo>
                <a:lnTo>
                  <a:pt x="179949" y="626768"/>
                </a:lnTo>
                <a:lnTo>
                  <a:pt x="200889" y="690343"/>
                </a:lnTo>
                <a:lnTo>
                  <a:pt x="129175" y="713962"/>
                </a:lnTo>
                <a:cubicBezTo>
                  <a:pt x="127093" y="714072"/>
                  <a:pt x="125143" y="714638"/>
                  <a:pt x="123325" y="715659"/>
                </a:cubicBezTo>
                <a:cubicBezTo>
                  <a:pt x="121507" y="716680"/>
                  <a:pt x="120010" y="718052"/>
                  <a:pt x="118832" y="719773"/>
                </a:cubicBezTo>
                <a:cubicBezTo>
                  <a:pt x="117656" y="721494"/>
                  <a:pt x="116921" y="723386"/>
                  <a:pt x="116628" y="725451"/>
                </a:cubicBezTo>
                <a:cubicBezTo>
                  <a:pt x="116335" y="727515"/>
                  <a:pt x="116515" y="729538"/>
                  <a:pt x="117167" y="731518"/>
                </a:cubicBezTo>
                <a:cubicBezTo>
                  <a:pt x="117819" y="733499"/>
                  <a:pt x="118876" y="735232"/>
                  <a:pt x="120338" y="736718"/>
                </a:cubicBezTo>
                <a:cubicBezTo>
                  <a:pt x="121801" y="738205"/>
                  <a:pt x="123516" y="739290"/>
                  <a:pt x="125486" y="739975"/>
                </a:cubicBezTo>
                <a:cubicBezTo>
                  <a:pt x="127456" y="740660"/>
                  <a:pt x="129475" y="740873"/>
                  <a:pt x="131544" y="740614"/>
                </a:cubicBezTo>
                <a:cubicBezTo>
                  <a:pt x="133613" y="740355"/>
                  <a:pt x="135517" y="739651"/>
                  <a:pt x="137258" y="738502"/>
                </a:cubicBezTo>
                <a:lnTo>
                  <a:pt x="208971" y="714883"/>
                </a:lnTo>
                <a:lnTo>
                  <a:pt x="236233" y="797659"/>
                </a:lnTo>
                <a:cubicBezTo>
                  <a:pt x="236788" y="799345"/>
                  <a:pt x="237644" y="800860"/>
                  <a:pt x="238803" y="802206"/>
                </a:cubicBezTo>
                <a:cubicBezTo>
                  <a:pt x="239961" y="803551"/>
                  <a:pt x="241333" y="804623"/>
                  <a:pt x="242918" y="805423"/>
                </a:cubicBezTo>
                <a:cubicBezTo>
                  <a:pt x="244503" y="806222"/>
                  <a:pt x="246180" y="806688"/>
                  <a:pt x="247951" y="806821"/>
                </a:cubicBezTo>
                <a:cubicBezTo>
                  <a:pt x="249721" y="806953"/>
                  <a:pt x="251449" y="806741"/>
                  <a:pt x="253136" y="806186"/>
                </a:cubicBezTo>
                <a:lnTo>
                  <a:pt x="335911" y="778924"/>
                </a:lnTo>
                <a:lnTo>
                  <a:pt x="359487" y="850510"/>
                </a:lnTo>
                <a:cubicBezTo>
                  <a:pt x="359597" y="852592"/>
                  <a:pt x="360163" y="854542"/>
                  <a:pt x="361184" y="856360"/>
                </a:cubicBezTo>
                <a:cubicBezTo>
                  <a:pt x="362206" y="858178"/>
                  <a:pt x="363577" y="859675"/>
                  <a:pt x="365298" y="860852"/>
                </a:cubicBezTo>
                <a:cubicBezTo>
                  <a:pt x="367019" y="862030"/>
                  <a:pt x="368912" y="862765"/>
                  <a:pt x="370976" y="863057"/>
                </a:cubicBezTo>
                <a:cubicBezTo>
                  <a:pt x="373040" y="863350"/>
                  <a:pt x="375063" y="863170"/>
                  <a:pt x="377044" y="862518"/>
                </a:cubicBezTo>
                <a:cubicBezTo>
                  <a:pt x="379023" y="861866"/>
                  <a:pt x="380757" y="860809"/>
                  <a:pt x="382243" y="859346"/>
                </a:cubicBezTo>
                <a:cubicBezTo>
                  <a:pt x="383730" y="857884"/>
                  <a:pt x="384815" y="856168"/>
                  <a:pt x="385501" y="854199"/>
                </a:cubicBezTo>
                <a:cubicBezTo>
                  <a:pt x="386185" y="852229"/>
                  <a:pt x="386398" y="850210"/>
                  <a:pt x="386139" y="848141"/>
                </a:cubicBezTo>
                <a:cubicBezTo>
                  <a:pt x="385880" y="846072"/>
                  <a:pt x="385176" y="844167"/>
                  <a:pt x="384028" y="842427"/>
                </a:cubicBezTo>
                <a:lnTo>
                  <a:pt x="360409" y="770714"/>
                </a:lnTo>
                <a:lnTo>
                  <a:pt x="423984" y="749776"/>
                </a:lnTo>
                <a:lnTo>
                  <a:pt x="447603" y="821489"/>
                </a:lnTo>
                <a:cubicBezTo>
                  <a:pt x="447675" y="823594"/>
                  <a:pt x="448215" y="825573"/>
                  <a:pt x="449221" y="827423"/>
                </a:cubicBezTo>
                <a:cubicBezTo>
                  <a:pt x="450228" y="829274"/>
                  <a:pt x="451594" y="830802"/>
                  <a:pt x="453322" y="832008"/>
                </a:cubicBezTo>
                <a:cubicBezTo>
                  <a:pt x="455051" y="833213"/>
                  <a:pt x="456957" y="833969"/>
                  <a:pt x="459041" y="834274"/>
                </a:cubicBezTo>
                <a:cubicBezTo>
                  <a:pt x="461125" y="834580"/>
                  <a:pt x="463169" y="834403"/>
                  <a:pt x="465169" y="833744"/>
                </a:cubicBezTo>
                <a:cubicBezTo>
                  <a:pt x="467171" y="833085"/>
                  <a:pt x="468919" y="832013"/>
                  <a:pt x="470414" y="830529"/>
                </a:cubicBezTo>
                <a:cubicBezTo>
                  <a:pt x="471909" y="829044"/>
                  <a:pt x="472993" y="827304"/>
                  <a:pt x="473666" y="825308"/>
                </a:cubicBezTo>
                <a:cubicBezTo>
                  <a:pt x="474340" y="823311"/>
                  <a:pt x="474532" y="821270"/>
                  <a:pt x="474241" y="819183"/>
                </a:cubicBezTo>
                <a:cubicBezTo>
                  <a:pt x="473950" y="817096"/>
                  <a:pt x="473208" y="815185"/>
                  <a:pt x="472015" y="813448"/>
                </a:cubicBezTo>
                <a:lnTo>
                  <a:pt x="448397" y="741735"/>
                </a:lnTo>
                <a:lnTo>
                  <a:pt x="511972" y="720797"/>
                </a:lnTo>
                <a:lnTo>
                  <a:pt x="535591" y="792510"/>
                </a:lnTo>
                <a:cubicBezTo>
                  <a:pt x="536146" y="794196"/>
                  <a:pt x="537003" y="795712"/>
                  <a:pt x="538161" y="797057"/>
                </a:cubicBezTo>
                <a:cubicBezTo>
                  <a:pt x="539320" y="798402"/>
                  <a:pt x="540691" y="799474"/>
                  <a:pt x="542276" y="800274"/>
                </a:cubicBezTo>
                <a:cubicBezTo>
                  <a:pt x="543861" y="801074"/>
                  <a:pt x="545539" y="801540"/>
                  <a:pt x="547309" y="801672"/>
                </a:cubicBezTo>
                <a:cubicBezTo>
                  <a:pt x="549080" y="801804"/>
                  <a:pt x="550807" y="801592"/>
                  <a:pt x="552493" y="801037"/>
                </a:cubicBezTo>
                <a:cubicBezTo>
                  <a:pt x="554180" y="800482"/>
                  <a:pt x="555696" y="799625"/>
                  <a:pt x="557040" y="798467"/>
                </a:cubicBezTo>
                <a:cubicBezTo>
                  <a:pt x="558386" y="797308"/>
                  <a:pt x="559458" y="795937"/>
                  <a:pt x="560258" y="794352"/>
                </a:cubicBezTo>
                <a:cubicBezTo>
                  <a:pt x="561057" y="792767"/>
                  <a:pt x="561524" y="791089"/>
                  <a:pt x="561656" y="789319"/>
                </a:cubicBezTo>
                <a:cubicBezTo>
                  <a:pt x="561788" y="787549"/>
                  <a:pt x="561577" y="785820"/>
                  <a:pt x="561021" y="784134"/>
                </a:cubicBezTo>
                <a:lnTo>
                  <a:pt x="537402" y="712421"/>
                </a:lnTo>
                <a:lnTo>
                  <a:pt x="600977" y="691483"/>
                </a:lnTo>
                <a:lnTo>
                  <a:pt x="624596" y="763196"/>
                </a:lnTo>
                <a:cubicBezTo>
                  <a:pt x="624706" y="765278"/>
                  <a:pt x="625272" y="767228"/>
                  <a:pt x="626294" y="769046"/>
                </a:cubicBezTo>
                <a:cubicBezTo>
                  <a:pt x="627314" y="770864"/>
                  <a:pt x="628686" y="772361"/>
                  <a:pt x="630406" y="773539"/>
                </a:cubicBezTo>
                <a:cubicBezTo>
                  <a:pt x="632128" y="774716"/>
                  <a:pt x="634020" y="775451"/>
                  <a:pt x="636085" y="775743"/>
                </a:cubicBezTo>
                <a:cubicBezTo>
                  <a:pt x="638149" y="776036"/>
                  <a:pt x="640172" y="775856"/>
                  <a:pt x="642152" y="775204"/>
                </a:cubicBezTo>
                <a:cubicBezTo>
                  <a:pt x="644133" y="774552"/>
                  <a:pt x="645866" y="773495"/>
                  <a:pt x="647353" y="772032"/>
                </a:cubicBezTo>
                <a:cubicBezTo>
                  <a:pt x="648839" y="770570"/>
                  <a:pt x="649925" y="768854"/>
                  <a:pt x="650609" y="766885"/>
                </a:cubicBezTo>
                <a:cubicBezTo>
                  <a:pt x="651294" y="764915"/>
                  <a:pt x="651507" y="762896"/>
                  <a:pt x="651248" y="760827"/>
                </a:cubicBezTo>
                <a:cubicBezTo>
                  <a:pt x="650989" y="758758"/>
                  <a:pt x="650285" y="756854"/>
                  <a:pt x="649136" y="755113"/>
                </a:cubicBezTo>
                <a:lnTo>
                  <a:pt x="625518" y="683401"/>
                </a:lnTo>
                <a:lnTo>
                  <a:pt x="689093" y="662462"/>
                </a:lnTo>
                <a:lnTo>
                  <a:pt x="712712" y="734175"/>
                </a:lnTo>
                <a:cubicBezTo>
                  <a:pt x="712822" y="736257"/>
                  <a:pt x="713387" y="738207"/>
                  <a:pt x="714408" y="740025"/>
                </a:cubicBezTo>
                <a:cubicBezTo>
                  <a:pt x="715430" y="741843"/>
                  <a:pt x="716801" y="743340"/>
                  <a:pt x="718522" y="744518"/>
                </a:cubicBezTo>
                <a:cubicBezTo>
                  <a:pt x="720243" y="745695"/>
                  <a:pt x="722136" y="746430"/>
                  <a:pt x="724200" y="746723"/>
                </a:cubicBezTo>
                <a:cubicBezTo>
                  <a:pt x="726265" y="747015"/>
                  <a:pt x="728287" y="746836"/>
                  <a:pt x="730268" y="746183"/>
                </a:cubicBezTo>
                <a:cubicBezTo>
                  <a:pt x="732248" y="745531"/>
                  <a:pt x="733982" y="744474"/>
                  <a:pt x="735468" y="743011"/>
                </a:cubicBezTo>
                <a:cubicBezTo>
                  <a:pt x="736954" y="741549"/>
                  <a:pt x="738040" y="739833"/>
                  <a:pt x="738725" y="737864"/>
                </a:cubicBezTo>
                <a:cubicBezTo>
                  <a:pt x="739409" y="735894"/>
                  <a:pt x="739622" y="733875"/>
                  <a:pt x="739363" y="731806"/>
                </a:cubicBezTo>
                <a:cubicBezTo>
                  <a:pt x="739104" y="729737"/>
                  <a:pt x="738401" y="727833"/>
                  <a:pt x="737252" y="726093"/>
                </a:cubicBezTo>
                <a:lnTo>
                  <a:pt x="713633" y="654380"/>
                </a:lnTo>
                <a:lnTo>
                  <a:pt x="796408" y="627118"/>
                </a:lnTo>
                <a:cubicBezTo>
                  <a:pt x="798094" y="626562"/>
                  <a:pt x="799610" y="625705"/>
                  <a:pt x="800955" y="624547"/>
                </a:cubicBezTo>
                <a:cubicBezTo>
                  <a:pt x="802301" y="623389"/>
                  <a:pt x="803373" y="622017"/>
                  <a:pt x="804173" y="620432"/>
                </a:cubicBezTo>
                <a:cubicBezTo>
                  <a:pt x="804972" y="618847"/>
                  <a:pt x="805438" y="617170"/>
                  <a:pt x="805570" y="615399"/>
                </a:cubicBezTo>
                <a:cubicBezTo>
                  <a:pt x="805702" y="613629"/>
                  <a:pt x="805490" y="611901"/>
                  <a:pt x="804935" y="610215"/>
                </a:cubicBezTo>
                <a:lnTo>
                  <a:pt x="777799" y="527821"/>
                </a:lnTo>
                <a:lnTo>
                  <a:pt x="849385" y="504244"/>
                </a:lnTo>
                <a:cubicBezTo>
                  <a:pt x="851567" y="504310"/>
                  <a:pt x="853640" y="503868"/>
                  <a:pt x="855606" y="502919"/>
                </a:cubicBezTo>
                <a:cubicBezTo>
                  <a:pt x="857572" y="501970"/>
                  <a:pt x="859207" y="500621"/>
                  <a:pt x="860513" y="498872"/>
                </a:cubicBezTo>
                <a:cubicBezTo>
                  <a:pt x="861819" y="497123"/>
                  <a:pt x="862648" y="495172"/>
                  <a:pt x="862999" y="493017"/>
                </a:cubicBezTo>
                <a:cubicBezTo>
                  <a:pt x="863350" y="490863"/>
                  <a:pt x="863185" y="488749"/>
                  <a:pt x="862502" y="486676"/>
                </a:cubicBezTo>
                <a:cubicBezTo>
                  <a:pt x="861819" y="484603"/>
                  <a:pt x="860696" y="482804"/>
                  <a:pt x="859134" y="481280"/>
                </a:cubicBezTo>
                <a:cubicBezTo>
                  <a:pt x="857571" y="479756"/>
                  <a:pt x="855745" y="478678"/>
                  <a:pt x="853655" y="478048"/>
                </a:cubicBezTo>
                <a:cubicBezTo>
                  <a:pt x="851565" y="477417"/>
                  <a:pt x="849448" y="477304"/>
                  <a:pt x="847303" y="477709"/>
                </a:cubicBezTo>
                <a:cubicBezTo>
                  <a:pt x="845158" y="478114"/>
                  <a:pt x="843228" y="478991"/>
                  <a:pt x="841512" y="480340"/>
                </a:cubicBezTo>
                <a:lnTo>
                  <a:pt x="769799" y="503959"/>
                </a:lnTo>
                <a:lnTo>
                  <a:pt x="748860" y="440383"/>
                </a:lnTo>
                <a:lnTo>
                  <a:pt x="820573" y="416765"/>
                </a:lnTo>
                <a:cubicBezTo>
                  <a:pt x="822259" y="416209"/>
                  <a:pt x="823775" y="415353"/>
                  <a:pt x="825120" y="414194"/>
                </a:cubicBezTo>
                <a:cubicBezTo>
                  <a:pt x="826466" y="413036"/>
                  <a:pt x="827538" y="411664"/>
                  <a:pt x="828338" y="410079"/>
                </a:cubicBezTo>
                <a:cubicBezTo>
                  <a:pt x="829137" y="408494"/>
                  <a:pt x="829603" y="406817"/>
                  <a:pt x="829735" y="405046"/>
                </a:cubicBezTo>
                <a:cubicBezTo>
                  <a:pt x="829867" y="403276"/>
                  <a:pt x="829656" y="401548"/>
                  <a:pt x="829101" y="399862"/>
                </a:cubicBezTo>
                <a:cubicBezTo>
                  <a:pt x="828546" y="398176"/>
                  <a:pt x="827688" y="396660"/>
                  <a:pt x="826530" y="395315"/>
                </a:cubicBezTo>
                <a:cubicBezTo>
                  <a:pt x="825372" y="393970"/>
                  <a:pt x="824000" y="392897"/>
                  <a:pt x="822415" y="392098"/>
                </a:cubicBezTo>
                <a:cubicBezTo>
                  <a:pt x="820831" y="391298"/>
                  <a:pt x="819152" y="390832"/>
                  <a:pt x="817383" y="390700"/>
                </a:cubicBezTo>
                <a:cubicBezTo>
                  <a:pt x="815612" y="390568"/>
                  <a:pt x="813884" y="390779"/>
                  <a:pt x="812198" y="391335"/>
                </a:cubicBezTo>
                <a:lnTo>
                  <a:pt x="740485" y="414953"/>
                </a:lnTo>
                <a:lnTo>
                  <a:pt x="719546" y="351378"/>
                </a:lnTo>
                <a:lnTo>
                  <a:pt x="791259" y="327759"/>
                </a:lnTo>
                <a:cubicBezTo>
                  <a:pt x="792945" y="327204"/>
                  <a:pt x="794461" y="326347"/>
                  <a:pt x="795806" y="325189"/>
                </a:cubicBezTo>
                <a:cubicBezTo>
                  <a:pt x="797151" y="324031"/>
                  <a:pt x="798224" y="322659"/>
                  <a:pt x="799023" y="321074"/>
                </a:cubicBezTo>
                <a:cubicBezTo>
                  <a:pt x="799823" y="319489"/>
                  <a:pt x="800289" y="317811"/>
                  <a:pt x="800421" y="316041"/>
                </a:cubicBezTo>
                <a:cubicBezTo>
                  <a:pt x="800553" y="314271"/>
                  <a:pt x="800342" y="312543"/>
                  <a:pt x="799787" y="310857"/>
                </a:cubicBezTo>
                <a:cubicBezTo>
                  <a:pt x="799231" y="309170"/>
                  <a:pt x="798375" y="307655"/>
                  <a:pt x="797216" y="306309"/>
                </a:cubicBezTo>
                <a:cubicBezTo>
                  <a:pt x="796058" y="304964"/>
                  <a:pt x="794686" y="303892"/>
                  <a:pt x="793101" y="303092"/>
                </a:cubicBezTo>
                <a:cubicBezTo>
                  <a:pt x="791516" y="302293"/>
                  <a:pt x="789839" y="301827"/>
                  <a:pt x="788068" y="301694"/>
                </a:cubicBezTo>
                <a:cubicBezTo>
                  <a:pt x="786299" y="301562"/>
                  <a:pt x="784570" y="301774"/>
                  <a:pt x="782884" y="302329"/>
                </a:cubicBezTo>
                <a:lnTo>
                  <a:pt x="711171" y="325948"/>
                </a:lnTo>
                <a:lnTo>
                  <a:pt x="690232" y="262373"/>
                </a:lnTo>
                <a:lnTo>
                  <a:pt x="761945" y="238754"/>
                </a:lnTo>
                <a:cubicBezTo>
                  <a:pt x="764028" y="238644"/>
                  <a:pt x="765977" y="238078"/>
                  <a:pt x="767796" y="237057"/>
                </a:cubicBezTo>
                <a:cubicBezTo>
                  <a:pt x="769613" y="236036"/>
                  <a:pt x="771111" y="234665"/>
                  <a:pt x="772288" y="232943"/>
                </a:cubicBezTo>
                <a:cubicBezTo>
                  <a:pt x="773465" y="231222"/>
                  <a:pt x="774200" y="229330"/>
                  <a:pt x="774493" y="227265"/>
                </a:cubicBezTo>
                <a:cubicBezTo>
                  <a:pt x="774786" y="225201"/>
                  <a:pt x="774606" y="223178"/>
                  <a:pt x="773954" y="221198"/>
                </a:cubicBezTo>
                <a:cubicBezTo>
                  <a:pt x="773302" y="219217"/>
                  <a:pt x="772244" y="217484"/>
                  <a:pt x="770782" y="215998"/>
                </a:cubicBezTo>
                <a:cubicBezTo>
                  <a:pt x="769320" y="214511"/>
                  <a:pt x="767604" y="213426"/>
                  <a:pt x="765634" y="212741"/>
                </a:cubicBezTo>
                <a:cubicBezTo>
                  <a:pt x="763665" y="212056"/>
                  <a:pt x="761646" y="211843"/>
                  <a:pt x="759577" y="212102"/>
                </a:cubicBezTo>
                <a:cubicBezTo>
                  <a:pt x="757508" y="212361"/>
                  <a:pt x="755603" y="213065"/>
                  <a:pt x="753863" y="214214"/>
                </a:cubicBezTo>
                <a:lnTo>
                  <a:pt x="682150" y="237833"/>
                </a:lnTo>
                <a:lnTo>
                  <a:pt x="661212" y="174257"/>
                </a:lnTo>
                <a:lnTo>
                  <a:pt x="732841" y="150384"/>
                </a:lnTo>
                <a:close/>
                <a:moveTo>
                  <a:pt x="776205" y="606429"/>
                </a:moveTo>
                <a:lnTo>
                  <a:pt x="256922" y="777455"/>
                </a:lnTo>
                <a:lnTo>
                  <a:pt x="85895" y="258172"/>
                </a:lnTo>
                <a:lnTo>
                  <a:pt x="605179" y="87146"/>
                </a:lnTo>
                <a:lnTo>
                  <a:pt x="776205" y="606429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12809297" y="548356"/>
            <a:ext cx="961734" cy="961734"/>
          </a:xfrm>
          <a:custGeom>
            <a:avLst/>
            <a:gdLst/>
            <a:rect l="0" t="0" r="961734" b="961734"/>
            <a:pathLst>
              <a:path w="961734" h="961734" fill="norm" stroke="0">
                <a:moveTo>
                  <a:pt x="559197" y="328664"/>
                </a:moveTo>
                <a:lnTo>
                  <a:pt x="538578" y="349283"/>
                </a:lnTo>
                <a:cubicBezTo>
                  <a:pt x="519161" y="340001"/>
                  <a:pt x="495199" y="343397"/>
                  <a:pt x="479107" y="359488"/>
                </a:cubicBezTo>
                <a:lnTo>
                  <a:pt x="468973" y="369623"/>
                </a:lnTo>
                <a:lnTo>
                  <a:pt x="443652" y="344320"/>
                </a:lnTo>
                <a:lnTo>
                  <a:pt x="444069" y="343901"/>
                </a:lnTo>
                <a:cubicBezTo>
                  <a:pt x="464480" y="323492"/>
                  <a:pt x="464480" y="290422"/>
                  <a:pt x="444069" y="270012"/>
                </a:cubicBezTo>
                <a:lnTo>
                  <a:pt x="194467" y="20410"/>
                </a:lnTo>
                <a:cubicBezTo>
                  <a:pt x="174058" y="0"/>
                  <a:pt x="140988" y="0"/>
                  <a:pt x="120578" y="20410"/>
                </a:cubicBezTo>
                <a:lnTo>
                  <a:pt x="20410" y="120578"/>
                </a:lnTo>
                <a:cubicBezTo>
                  <a:pt x="0" y="140988"/>
                  <a:pt x="0" y="174058"/>
                  <a:pt x="20410" y="194468"/>
                </a:cubicBezTo>
                <a:cubicBezTo>
                  <a:pt x="76606" y="250665"/>
                  <a:pt x="213798" y="387873"/>
                  <a:pt x="270011" y="444070"/>
                </a:cubicBezTo>
                <a:cubicBezTo>
                  <a:pt x="290421" y="464480"/>
                  <a:pt x="323492" y="464480"/>
                  <a:pt x="343901" y="444070"/>
                </a:cubicBezTo>
                <a:lnTo>
                  <a:pt x="344320" y="443652"/>
                </a:lnTo>
                <a:lnTo>
                  <a:pt x="369622" y="468973"/>
                </a:lnTo>
                <a:lnTo>
                  <a:pt x="350258" y="488338"/>
                </a:lnTo>
                <a:cubicBezTo>
                  <a:pt x="343466" y="495129"/>
                  <a:pt x="343466" y="506170"/>
                  <a:pt x="350258" y="512962"/>
                </a:cubicBezTo>
                <a:cubicBezTo>
                  <a:pt x="357050" y="519771"/>
                  <a:pt x="368091" y="519771"/>
                  <a:pt x="374883" y="512962"/>
                </a:cubicBezTo>
                <a:lnTo>
                  <a:pt x="394247" y="493597"/>
                </a:lnTo>
                <a:lnTo>
                  <a:pt x="467909" y="567260"/>
                </a:lnTo>
                <a:lnTo>
                  <a:pt x="395274" y="639897"/>
                </a:lnTo>
                <a:lnTo>
                  <a:pt x="321611" y="566233"/>
                </a:lnTo>
                <a:cubicBezTo>
                  <a:pt x="321611" y="566233"/>
                  <a:pt x="334288" y="553555"/>
                  <a:pt x="334288" y="553555"/>
                </a:cubicBezTo>
                <a:cubicBezTo>
                  <a:pt x="341099" y="546764"/>
                  <a:pt x="341099" y="535722"/>
                  <a:pt x="334288" y="528931"/>
                </a:cubicBezTo>
                <a:cubicBezTo>
                  <a:pt x="327496" y="522139"/>
                  <a:pt x="316457" y="522139"/>
                  <a:pt x="309665" y="528931"/>
                </a:cubicBezTo>
                <a:lnTo>
                  <a:pt x="296987" y="541609"/>
                </a:lnTo>
                <a:lnTo>
                  <a:pt x="280826" y="525431"/>
                </a:lnTo>
                <a:cubicBezTo>
                  <a:pt x="271022" y="515644"/>
                  <a:pt x="257735" y="510123"/>
                  <a:pt x="243872" y="510123"/>
                </a:cubicBezTo>
                <a:cubicBezTo>
                  <a:pt x="230028" y="510123"/>
                  <a:pt x="216723" y="515627"/>
                  <a:pt x="206936" y="525431"/>
                </a:cubicBezTo>
                <a:lnTo>
                  <a:pt x="182312" y="550055"/>
                </a:lnTo>
                <a:cubicBezTo>
                  <a:pt x="172508" y="559859"/>
                  <a:pt x="167005" y="573146"/>
                  <a:pt x="167005" y="587008"/>
                </a:cubicBezTo>
                <a:cubicBezTo>
                  <a:pt x="167005" y="599877"/>
                  <a:pt x="171759" y="612260"/>
                  <a:pt x="180292" y="621820"/>
                </a:cubicBezTo>
                <a:cubicBezTo>
                  <a:pt x="142085" y="666262"/>
                  <a:pt x="144035" y="733447"/>
                  <a:pt x="186161" y="775573"/>
                </a:cubicBezTo>
                <a:cubicBezTo>
                  <a:pt x="228460" y="817873"/>
                  <a:pt x="296028" y="819666"/>
                  <a:pt x="340488" y="780954"/>
                </a:cubicBezTo>
                <a:cubicBezTo>
                  <a:pt x="349179" y="786962"/>
                  <a:pt x="359539" y="790253"/>
                  <a:pt x="370267" y="790253"/>
                </a:cubicBezTo>
                <a:cubicBezTo>
                  <a:pt x="384111" y="790253"/>
                  <a:pt x="397399" y="784750"/>
                  <a:pt x="407203" y="774964"/>
                </a:cubicBezTo>
                <a:lnTo>
                  <a:pt x="431828" y="750322"/>
                </a:lnTo>
                <a:cubicBezTo>
                  <a:pt x="441632" y="740535"/>
                  <a:pt x="447135" y="727247"/>
                  <a:pt x="447135" y="713386"/>
                </a:cubicBezTo>
                <a:cubicBezTo>
                  <a:pt x="447135" y="699523"/>
                  <a:pt x="441632" y="686236"/>
                  <a:pt x="431828" y="676449"/>
                </a:cubicBezTo>
                <a:lnTo>
                  <a:pt x="419898" y="664521"/>
                </a:lnTo>
                <a:lnTo>
                  <a:pt x="492534" y="591885"/>
                </a:lnTo>
                <a:lnTo>
                  <a:pt x="518082" y="617431"/>
                </a:lnTo>
                <a:lnTo>
                  <a:pt x="517663" y="617850"/>
                </a:lnTo>
                <a:cubicBezTo>
                  <a:pt x="497253" y="638242"/>
                  <a:pt x="497253" y="671330"/>
                  <a:pt x="517663" y="691722"/>
                </a:cubicBezTo>
                <a:cubicBezTo>
                  <a:pt x="573860" y="747936"/>
                  <a:pt x="711068" y="885127"/>
                  <a:pt x="767266" y="941341"/>
                </a:cubicBezTo>
                <a:cubicBezTo>
                  <a:pt x="787676" y="961734"/>
                  <a:pt x="820745" y="961734"/>
                  <a:pt x="841155" y="941341"/>
                </a:cubicBezTo>
                <a:lnTo>
                  <a:pt x="941324" y="841156"/>
                </a:lnTo>
                <a:cubicBezTo>
                  <a:pt x="961734" y="820746"/>
                  <a:pt x="961734" y="787676"/>
                  <a:pt x="941324" y="767266"/>
                </a:cubicBezTo>
                <a:lnTo>
                  <a:pt x="691722" y="517664"/>
                </a:lnTo>
                <a:cubicBezTo>
                  <a:pt x="671311" y="497254"/>
                  <a:pt x="638242" y="497254"/>
                  <a:pt x="617832" y="517664"/>
                </a:cubicBezTo>
                <a:lnTo>
                  <a:pt x="617413" y="518082"/>
                </a:lnTo>
                <a:lnTo>
                  <a:pt x="591885" y="492552"/>
                </a:lnTo>
                <a:lnTo>
                  <a:pt x="602019" y="482399"/>
                </a:lnTo>
                <a:cubicBezTo>
                  <a:pt x="618215" y="466221"/>
                  <a:pt x="621559" y="442050"/>
                  <a:pt x="612049" y="422563"/>
                </a:cubicBezTo>
                <a:lnTo>
                  <a:pt x="633034" y="401596"/>
                </a:lnTo>
                <a:lnTo>
                  <a:pt x="640541" y="406176"/>
                </a:lnTo>
                <a:cubicBezTo>
                  <a:pt x="730574" y="461154"/>
                  <a:pt x="846415" y="457514"/>
                  <a:pt x="933244" y="395553"/>
                </a:cubicBezTo>
                <a:cubicBezTo>
                  <a:pt x="933295" y="395518"/>
                  <a:pt x="933348" y="395501"/>
                  <a:pt x="933383" y="395467"/>
                </a:cubicBezTo>
                <a:cubicBezTo>
                  <a:pt x="945730" y="386463"/>
                  <a:pt x="953531" y="372532"/>
                  <a:pt x="954715" y="357294"/>
                </a:cubicBezTo>
                <a:cubicBezTo>
                  <a:pt x="955917" y="342056"/>
                  <a:pt x="950379" y="327079"/>
                  <a:pt x="939564" y="316265"/>
                </a:cubicBezTo>
                <a:cubicBezTo>
                  <a:pt x="909351" y="286069"/>
                  <a:pt x="857055" y="233755"/>
                  <a:pt x="803174" y="179927"/>
                </a:cubicBezTo>
                <a:lnTo>
                  <a:pt x="820014" y="163087"/>
                </a:lnTo>
                <a:cubicBezTo>
                  <a:pt x="841225" y="173937"/>
                  <a:pt x="867904" y="170471"/>
                  <a:pt x="885667" y="152726"/>
                </a:cubicBezTo>
                <a:cubicBezTo>
                  <a:pt x="907714" y="130661"/>
                  <a:pt x="907714" y="94874"/>
                  <a:pt x="885667" y="72810"/>
                </a:cubicBezTo>
                <a:cubicBezTo>
                  <a:pt x="863603" y="50764"/>
                  <a:pt x="827799" y="50764"/>
                  <a:pt x="805752" y="72810"/>
                </a:cubicBezTo>
                <a:cubicBezTo>
                  <a:pt x="788006" y="90573"/>
                  <a:pt x="784541" y="117235"/>
                  <a:pt x="795373" y="138463"/>
                </a:cubicBezTo>
                <a:lnTo>
                  <a:pt x="778532" y="155320"/>
                </a:lnTo>
                <a:cubicBezTo>
                  <a:pt x="724601" y="101457"/>
                  <a:pt x="672218" y="49196"/>
                  <a:pt x="641899" y="19104"/>
                </a:cubicBezTo>
                <a:cubicBezTo>
                  <a:pt x="631223" y="8429"/>
                  <a:pt x="616334" y="2926"/>
                  <a:pt x="601219" y="4110"/>
                </a:cubicBezTo>
                <a:cubicBezTo>
                  <a:pt x="586102" y="5276"/>
                  <a:pt x="572258" y="13009"/>
                  <a:pt x="563324" y="25269"/>
                </a:cubicBezTo>
                <a:cubicBezTo>
                  <a:pt x="563307" y="25286"/>
                  <a:pt x="563273" y="25321"/>
                  <a:pt x="563254" y="25356"/>
                </a:cubicBezTo>
                <a:cubicBezTo>
                  <a:pt x="498890" y="114867"/>
                  <a:pt x="497132" y="235601"/>
                  <a:pt x="557978" y="326818"/>
                </a:cubicBezTo>
                <a:lnTo>
                  <a:pt x="559197" y="328664"/>
                </a:lnTo>
                <a:lnTo>
                  <a:pt x="559197" y="328664"/>
                </a:lnTo>
                <a:close/>
                <a:moveTo>
                  <a:pt x="854303" y="878928"/>
                </a:moveTo>
                <a:lnTo>
                  <a:pt x="816532" y="916700"/>
                </a:lnTo>
                <a:cubicBezTo>
                  <a:pt x="809723" y="923509"/>
                  <a:pt x="798699" y="923509"/>
                  <a:pt x="791907" y="916700"/>
                </a:cubicBezTo>
                <a:lnTo>
                  <a:pt x="746472" y="871265"/>
                </a:lnTo>
                <a:lnTo>
                  <a:pt x="796556" y="821181"/>
                </a:lnTo>
                <a:lnTo>
                  <a:pt x="854303" y="878928"/>
                </a:lnTo>
                <a:close/>
                <a:moveTo>
                  <a:pt x="871265" y="746473"/>
                </a:moveTo>
                <a:lnTo>
                  <a:pt x="916699" y="791907"/>
                </a:lnTo>
                <a:cubicBezTo>
                  <a:pt x="923508" y="798699"/>
                  <a:pt x="923508" y="809723"/>
                  <a:pt x="916699" y="816532"/>
                </a:cubicBezTo>
                <a:lnTo>
                  <a:pt x="878928" y="854304"/>
                </a:lnTo>
                <a:lnTo>
                  <a:pt x="821181" y="796557"/>
                </a:lnTo>
                <a:lnTo>
                  <a:pt x="871265" y="746473"/>
                </a:lnTo>
                <a:lnTo>
                  <a:pt x="871265" y="746473"/>
                </a:lnTo>
                <a:close/>
                <a:moveTo>
                  <a:pt x="610570" y="735362"/>
                </a:moveTo>
                <a:lnTo>
                  <a:pt x="721830" y="846641"/>
                </a:lnTo>
                <a:lnTo>
                  <a:pt x="771933" y="796557"/>
                </a:lnTo>
                <a:lnTo>
                  <a:pt x="660654" y="685278"/>
                </a:lnTo>
                <a:lnTo>
                  <a:pt x="610570" y="735362"/>
                </a:lnTo>
                <a:close/>
                <a:moveTo>
                  <a:pt x="204969" y="646618"/>
                </a:moveTo>
                <a:cubicBezTo>
                  <a:pt x="180344" y="677372"/>
                  <a:pt x="182295" y="722441"/>
                  <a:pt x="210786" y="750949"/>
                </a:cubicBezTo>
                <a:cubicBezTo>
                  <a:pt x="239292" y="779438"/>
                  <a:pt x="284361" y="781389"/>
                  <a:pt x="315116" y="756765"/>
                </a:cubicBezTo>
                <a:lnTo>
                  <a:pt x="204969" y="646618"/>
                </a:lnTo>
                <a:close/>
                <a:moveTo>
                  <a:pt x="685278" y="660654"/>
                </a:moveTo>
                <a:lnTo>
                  <a:pt x="796556" y="771933"/>
                </a:lnTo>
                <a:lnTo>
                  <a:pt x="846641" y="721849"/>
                </a:lnTo>
                <a:lnTo>
                  <a:pt x="735363" y="610570"/>
                </a:lnTo>
                <a:lnTo>
                  <a:pt x="685278" y="660654"/>
                </a:lnTo>
                <a:close/>
                <a:moveTo>
                  <a:pt x="407203" y="701073"/>
                </a:moveTo>
                <a:lnTo>
                  <a:pt x="256184" y="550055"/>
                </a:lnTo>
                <a:cubicBezTo>
                  <a:pt x="252929" y="546798"/>
                  <a:pt x="248487" y="544952"/>
                  <a:pt x="243872" y="544952"/>
                </a:cubicBezTo>
                <a:cubicBezTo>
                  <a:pt x="239258" y="544952"/>
                  <a:pt x="234834" y="546798"/>
                  <a:pt x="231561" y="550055"/>
                </a:cubicBezTo>
                <a:cubicBezTo>
                  <a:pt x="231561" y="550055"/>
                  <a:pt x="206936" y="574696"/>
                  <a:pt x="206936" y="574696"/>
                </a:cubicBezTo>
                <a:cubicBezTo>
                  <a:pt x="203662" y="577953"/>
                  <a:pt x="201834" y="582376"/>
                  <a:pt x="201834" y="587008"/>
                </a:cubicBezTo>
                <a:cubicBezTo>
                  <a:pt x="201834" y="591623"/>
                  <a:pt x="203662" y="596047"/>
                  <a:pt x="206936" y="599320"/>
                </a:cubicBezTo>
                <a:lnTo>
                  <a:pt x="357938" y="750322"/>
                </a:lnTo>
                <a:cubicBezTo>
                  <a:pt x="361212" y="753595"/>
                  <a:pt x="365635" y="755424"/>
                  <a:pt x="370267" y="755424"/>
                </a:cubicBezTo>
                <a:cubicBezTo>
                  <a:pt x="374883" y="755424"/>
                  <a:pt x="379306" y="753595"/>
                  <a:pt x="382580" y="750322"/>
                </a:cubicBezTo>
                <a:lnTo>
                  <a:pt x="407203" y="725698"/>
                </a:lnTo>
                <a:cubicBezTo>
                  <a:pt x="410460" y="722441"/>
                  <a:pt x="412305" y="718000"/>
                  <a:pt x="412305" y="713385"/>
                </a:cubicBezTo>
                <a:cubicBezTo>
                  <a:pt x="412305" y="708771"/>
                  <a:pt x="410460" y="704330"/>
                  <a:pt x="407203" y="701073"/>
                </a:cubicBezTo>
                <a:lnTo>
                  <a:pt x="407203" y="701073"/>
                </a:lnTo>
                <a:close/>
                <a:moveTo>
                  <a:pt x="580059" y="604701"/>
                </a:moveTo>
                <a:lnTo>
                  <a:pt x="636029" y="660654"/>
                </a:lnTo>
                <a:lnTo>
                  <a:pt x="585929" y="710738"/>
                </a:lnTo>
                <a:lnTo>
                  <a:pt x="542288" y="667097"/>
                </a:lnTo>
                <a:cubicBezTo>
                  <a:pt x="535496" y="660288"/>
                  <a:pt x="535496" y="649265"/>
                  <a:pt x="542288" y="642473"/>
                </a:cubicBezTo>
                <a:lnTo>
                  <a:pt x="580059" y="604701"/>
                </a:lnTo>
                <a:close/>
                <a:moveTo>
                  <a:pt x="710738" y="585946"/>
                </a:moveTo>
                <a:lnTo>
                  <a:pt x="660654" y="636030"/>
                </a:lnTo>
                <a:lnTo>
                  <a:pt x="604684" y="580060"/>
                </a:lnTo>
                <a:lnTo>
                  <a:pt x="642472" y="542288"/>
                </a:lnTo>
                <a:cubicBezTo>
                  <a:pt x="649264" y="535496"/>
                  <a:pt x="660288" y="535496"/>
                  <a:pt x="667097" y="542288"/>
                </a:cubicBezTo>
                <a:lnTo>
                  <a:pt x="710738" y="585946"/>
                </a:lnTo>
                <a:close/>
                <a:moveTo>
                  <a:pt x="542705" y="592790"/>
                </a:moveTo>
                <a:lnTo>
                  <a:pt x="592790" y="542706"/>
                </a:lnTo>
                <a:lnTo>
                  <a:pt x="567260" y="517176"/>
                </a:lnTo>
                <a:lnTo>
                  <a:pt x="517176" y="567260"/>
                </a:lnTo>
                <a:lnTo>
                  <a:pt x="542705" y="592790"/>
                </a:lnTo>
                <a:close/>
                <a:moveTo>
                  <a:pt x="492534" y="542636"/>
                </a:moveTo>
                <a:lnTo>
                  <a:pt x="577396" y="457775"/>
                </a:lnTo>
                <a:cubicBezTo>
                  <a:pt x="584205" y="450983"/>
                  <a:pt x="584205" y="439943"/>
                  <a:pt x="577396" y="433151"/>
                </a:cubicBezTo>
                <a:cubicBezTo>
                  <a:pt x="562418" y="418174"/>
                  <a:pt x="543350" y="399106"/>
                  <a:pt x="528355" y="384112"/>
                </a:cubicBezTo>
                <a:cubicBezTo>
                  <a:pt x="521565" y="377320"/>
                  <a:pt x="510541" y="377320"/>
                  <a:pt x="503732" y="384112"/>
                </a:cubicBezTo>
                <a:lnTo>
                  <a:pt x="418888" y="468973"/>
                </a:lnTo>
                <a:lnTo>
                  <a:pt x="492534" y="542636"/>
                </a:lnTo>
                <a:lnTo>
                  <a:pt x="492534" y="542636"/>
                </a:lnTo>
                <a:close/>
                <a:moveTo>
                  <a:pt x="419027" y="368944"/>
                </a:moveTo>
                <a:lnTo>
                  <a:pt x="368943" y="419028"/>
                </a:lnTo>
                <a:lnTo>
                  <a:pt x="394247" y="444349"/>
                </a:lnTo>
                <a:lnTo>
                  <a:pt x="444348" y="394247"/>
                </a:lnTo>
                <a:lnTo>
                  <a:pt x="419027" y="368944"/>
                </a:lnTo>
                <a:close/>
                <a:moveTo>
                  <a:pt x="357050" y="381674"/>
                </a:moveTo>
                <a:lnTo>
                  <a:pt x="319260" y="419446"/>
                </a:lnTo>
                <a:cubicBezTo>
                  <a:pt x="312468" y="426255"/>
                  <a:pt x="301445" y="426238"/>
                  <a:pt x="294636" y="419446"/>
                </a:cubicBezTo>
                <a:lnTo>
                  <a:pt x="244413" y="369222"/>
                </a:lnTo>
                <a:lnTo>
                  <a:pt x="294497" y="319139"/>
                </a:lnTo>
                <a:lnTo>
                  <a:pt x="357050" y="381674"/>
                </a:lnTo>
                <a:lnTo>
                  <a:pt x="357050" y="381674"/>
                </a:lnTo>
                <a:close/>
                <a:moveTo>
                  <a:pt x="658372" y="376258"/>
                </a:moveTo>
                <a:lnTo>
                  <a:pt x="658704" y="376449"/>
                </a:lnTo>
                <a:cubicBezTo>
                  <a:pt x="736895" y="424200"/>
                  <a:pt x="837498" y="421048"/>
                  <a:pt x="912991" y="367219"/>
                </a:cubicBezTo>
                <a:cubicBezTo>
                  <a:pt x="917048" y="364224"/>
                  <a:pt x="919607" y="359610"/>
                  <a:pt x="919990" y="354577"/>
                </a:cubicBezTo>
                <a:cubicBezTo>
                  <a:pt x="920392" y="349509"/>
                  <a:pt x="918545" y="344512"/>
                  <a:pt x="914941" y="340906"/>
                </a:cubicBezTo>
                <a:cubicBezTo>
                  <a:pt x="849933" y="275898"/>
                  <a:pt x="682614" y="108579"/>
                  <a:pt x="617361" y="43815"/>
                </a:cubicBezTo>
                <a:cubicBezTo>
                  <a:pt x="617344" y="43815"/>
                  <a:pt x="617327" y="43797"/>
                  <a:pt x="617310" y="43780"/>
                </a:cubicBezTo>
                <a:cubicBezTo>
                  <a:pt x="613792" y="40245"/>
                  <a:pt x="608898" y="38451"/>
                  <a:pt x="603918" y="38835"/>
                </a:cubicBezTo>
                <a:cubicBezTo>
                  <a:pt x="598971" y="39218"/>
                  <a:pt x="594427" y="41742"/>
                  <a:pt x="591483" y="45748"/>
                </a:cubicBezTo>
                <a:cubicBezTo>
                  <a:pt x="536575" y="122180"/>
                  <a:pt x="534189" y="224804"/>
                  <a:pt x="584344" y="303500"/>
                </a:cubicBezTo>
                <a:lnTo>
                  <a:pt x="632947" y="254914"/>
                </a:lnTo>
                <a:cubicBezTo>
                  <a:pt x="639477" y="248383"/>
                  <a:pt x="648342" y="244709"/>
                  <a:pt x="657572" y="244709"/>
                </a:cubicBezTo>
                <a:cubicBezTo>
                  <a:pt x="666801" y="244709"/>
                  <a:pt x="675666" y="248383"/>
                  <a:pt x="682196" y="254914"/>
                </a:cubicBezTo>
                <a:lnTo>
                  <a:pt x="706332" y="279033"/>
                </a:lnTo>
                <a:cubicBezTo>
                  <a:pt x="712863" y="285563"/>
                  <a:pt x="716538" y="294427"/>
                  <a:pt x="716538" y="303657"/>
                </a:cubicBezTo>
                <a:cubicBezTo>
                  <a:pt x="716538" y="312904"/>
                  <a:pt x="712863" y="321750"/>
                  <a:pt x="706332" y="328299"/>
                </a:cubicBezTo>
                <a:lnTo>
                  <a:pt x="658372" y="376258"/>
                </a:lnTo>
                <a:lnTo>
                  <a:pt x="658372" y="376258"/>
                </a:lnTo>
                <a:close/>
                <a:moveTo>
                  <a:pt x="657572" y="279538"/>
                </a:moveTo>
                <a:cubicBezTo>
                  <a:pt x="657572" y="279538"/>
                  <a:pt x="681709" y="303657"/>
                  <a:pt x="681709" y="303657"/>
                </a:cubicBezTo>
                <a:cubicBezTo>
                  <a:pt x="681709" y="303657"/>
                  <a:pt x="590578" y="394787"/>
                  <a:pt x="590578" y="394787"/>
                </a:cubicBezTo>
                <a:cubicBezTo>
                  <a:pt x="590578" y="394787"/>
                  <a:pt x="566441" y="370668"/>
                  <a:pt x="566441" y="370668"/>
                </a:cubicBezTo>
                <a:lnTo>
                  <a:pt x="657572" y="279538"/>
                </a:lnTo>
                <a:lnTo>
                  <a:pt x="657572" y="279538"/>
                </a:lnTo>
                <a:close/>
                <a:moveTo>
                  <a:pt x="369222" y="244413"/>
                </a:moveTo>
                <a:lnTo>
                  <a:pt x="419446" y="294636"/>
                </a:lnTo>
                <a:cubicBezTo>
                  <a:pt x="426238" y="301445"/>
                  <a:pt x="426238" y="312469"/>
                  <a:pt x="419446" y="319260"/>
                </a:cubicBezTo>
                <a:lnTo>
                  <a:pt x="381673" y="357050"/>
                </a:lnTo>
                <a:lnTo>
                  <a:pt x="319120" y="294497"/>
                </a:lnTo>
                <a:lnTo>
                  <a:pt x="369222" y="244413"/>
                </a:lnTo>
                <a:lnTo>
                  <a:pt x="369222" y="244413"/>
                </a:lnTo>
                <a:close/>
                <a:moveTo>
                  <a:pt x="131253" y="256063"/>
                </a:moveTo>
                <a:lnTo>
                  <a:pt x="219788" y="344598"/>
                </a:lnTo>
                <a:lnTo>
                  <a:pt x="269872" y="294497"/>
                </a:lnTo>
                <a:lnTo>
                  <a:pt x="181354" y="205979"/>
                </a:lnTo>
                <a:lnTo>
                  <a:pt x="131253" y="256063"/>
                </a:lnTo>
                <a:lnTo>
                  <a:pt x="131253" y="256063"/>
                </a:lnTo>
                <a:close/>
                <a:moveTo>
                  <a:pt x="205978" y="181355"/>
                </a:moveTo>
                <a:lnTo>
                  <a:pt x="294497" y="269873"/>
                </a:lnTo>
                <a:lnTo>
                  <a:pt x="344581" y="219789"/>
                </a:lnTo>
                <a:lnTo>
                  <a:pt x="256062" y="131271"/>
                </a:lnTo>
                <a:lnTo>
                  <a:pt x="205978" y="181355"/>
                </a:lnTo>
                <a:lnTo>
                  <a:pt x="205978" y="181355"/>
                </a:lnTo>
                <a:close/>
                <a:moveTo>
                  <a:pt x="82806" y="107430"/>
                </a:moveTo>
                <a:lnTo>
                  <a:pt x="156713" y="181355"/>
                </a:lnTo>
                <a:lnTo>
                  <a:pt x="106629" y="231439"/>
                </a:lnTo>
                <a:lnTo>
                  <a:pt x="45034" y="169844"/>
                </a:lnTo>
                <a:cubicBezTo>
                  <a:pt x="38225" y="163035"/>
                  <a:pt x="38225" y="152012"/>
                  <a:pt x="45034" y="145202"/>
                </a:cubicBezTo>
                <a:lnTo>
                  <a:pt x="82806" y="107430"/>
                </a:lnTo>
                <a:lnTo>
                  <a:pt x="82806" y="107430"/>
                </a:lnTo>
                <a:close/>
                <a:moveTo>
                  <a:pt x="231439" y="106629"/>
                </a:moveTo>
                <a:lnTo>
                  <a:pt x="181354" y="156731"/>
                </a:lnTo>
                <a:lnTo>
                  <a:pt x="107430" y="82806"/>
                </a:lnTo>
                <a:lnTo>
                  <a:pt x="145202" y="45034"/>
                </a:lnTo>
                <a:cubicBezTo>
                  <a:pt x="152011" y="38225"/>
                  <a:pt x="163034" y="38225"/>
                  <a:pt x="169826" y="45034"/>
                </a:cubicBezTo>
                <a:lnTo>
                  <a:pt x="231439" y="106629"/>
                </a:lnTo>
                <a:close/>
                <a:moveTo>
                  <a:pt x="861025" y="97451"/>
                </a:moveTo>
                <a:cubicBezTo>
                  <a:pt x="869488" y="105897"/>
                  <a:pt x="869488" y="119638"/>
                  <a:pt x="861025" y="128084"/>
                </a:cubicBezTo>
                <a:cubicBezTo>
                  <a:pt x="852579" y="136547"/>
                  <a:pt x="838839" y="136547"/>
                  <a:pt x="830393" y="128084"/>
                </a:cubicBezTo>
                <a:cubicBezTo>
                  <a:pt x="821930" y="119638"/>
                  <a:pt x="821930" y="105897"/>
                  <a:pt x="830393" y="97451"/>
                </a:cubicBezTo>
                <a:cubicBezTo>
                  <a:pt x="838839" y="88988"/>
                  <a:pt x="852579" y="88988"/>
                  <a:pt x="861025" y="97451"/>
                </a:cubicBez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-1177077" y="5862504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14037886" y="-1002692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pic>
        <p:nvPicPr>
          <p:cNvPr id="29" name="Imag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290" y="2165049"/>
            <a:ext cx="16068677" cy="603885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3207936" y="9127146"/>
            <a:ext cx="698473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10"/>
                <a:cs typeface="Space Mono 10"/>
              </a:rPr>
              <a:t>13</a:t>
            </a:r>
          </a:p>
        </p:txBody>
      </p:sp>
      <p:sp>
        <p:nvSpPr>
          <p:cNvPr id="31" name="Shape 31"/>
          <p:cNvSpPr/>
          <p:nvPr/>
        </p:nvSpPr>
        <p:spPr>
          <a:xfrm>
            <a:off x="14037887" y="-1002693"/>
            <a:ext cx="5427188" cy="542718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2" name="Shape 32"/>
          <p:cNvSpPr/>
          <p:nvPr/>
        </p:nvSpPr>
        <p:spPr>
          <a:xfrm>
            <a:off x="106781" y="106781"/>
            <a:ext cx="1843838" cy="184383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12809524" y="548007"/>
            <a:ext cx="961386" cy="96138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4" name="Shape 34"/>
          <p:cNvSpPr/>
          <p:nvPr/>
        </p:nvSpPr>
        <p:spPr>
          <a:xfrm>
            <a:off x="-1177077" y="5862504"/>
            <a:ext cx="5427188" cy="542718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5" name="Shape 35"/>
          <p:cNvSpPr/>
          <p:nvPr/>
        </p:nvSpPr>
        <p:spPr>
          <a:xfrm>
            <a:off x="16096480" y="8204958"/>
            <a:ext cx="1963755" cy="208204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6" name="Shape 36"/>
          <p:cNvSpPr/>
          <p:nvPr/>
        </p:nvSpPr>
        <p:spPr>
          <a:xfrm>
            <a:off x="7605719" y="8576098"/>
            <a:ext cx="992322" cy="99232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EFEFE"/>
          </a:solidFill>
        </p:spPr>
        <p:txBody>
          <a:bodyPr/>
          <a:lstStyle/>
          <a:p/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52500"/>
            <a:ext cx="18288002" cy="1219200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16732346" y="8127729"/>
            <a:ext cx="603438" cy="505725"/>
          </a:xfrm>
          <a:custGeom>
            <a:avLst/>
            <a:gdLst/>
            <a:rect l="0" t="0" r="603438" b="505725"/>
            <a:pathLst>
              <a:path w="603438" h="505725" fill="norm" stroke="0">
                <a:moveTo>
                  <a:pt x="29950" y="505429"/>
                </a:moveTo>
                <a:cubicBezTo>
                  <a:pt x="25598" y="504990"/>
                  <a:pt x="21496" y="503737"/>
                  <a:pt x="17644" y="501666"/>
                </a:cubicBezTo>
                <a:cubicBezTo>
                  <a:pt x="13791" y="499596"/>
                  <a:pt x="10482" y="496868"/>
                  <a:pt x="7714" y="493481"/>
                </a:cubicBezTo>
                <a:cubicBezTo>
                  <a:pt x="4947" y="490094"/>
                  <a:pt x="2933" y="486307"/>
                  <a:pt x="1671" y="482119"/>
                </a:cubicBezTo>
                <a:cubicBezTo>
                  <a:pt x="411" y="477931"/>
                  <a:pt x="0" y="473661"/>
                  <a:pt x="437" y="469309"/>
                </a:cubicBezTo>
                <a:cubicBezTo>
                  <a:pt x="5065" y="434119"/>
                  <a:pt x="13040" y="399704"/>
                  <a:pt x="24363" y="366065"/>
                </a:cubicBezTo>
                <a:cubicBezTo>
                  <a:pt x="35686" y="332426"/>
                  <a:pt x="50147" y="300195"/>
                  <a:pt x="67743" y="269370"/>
                </a:cubicBezTo>
                <a:cubicBezTo>
                  <a:pt x="85339" y="238545"/>
                  <a:pt x="105741" y="209705"/>
                  <a:pt x="128950" y="182851"/>
                </a:cubicBezTo>
                <a:cubicBezTo>
                  <a:pt x="152158" y="155996"/>
                  <a:pt x="177736" y="131631"/>
                  <a:pt x="205687" y="109754"/>
                </a:cubicBezTo>
                <a:cubicBezTo>
                  <a:pt x="231817" y="90055"/>
                  <a:pt x="259510" y="72872"/>
                  <a:pt x="288762" y="58204"/>
                </a:cubicBezTo>
                <a:cubicBezTo>
                  <a:pt x="318015" y="43537"/>
                  <a:pt x="348351" y="31626"/>
                  <a:pt x="379768" y="22471"/>
                </a:cubicBezTo>
                <a:cubicBezTo>
                  <a:pt x="411186" y="13316"/>
                  <a:pt x="443170" y="7067"/>
                  <a:pt x="475723" y="3724"/>
                </a:cubicBezTo>
                <a:cubicBezTo>
                  <a:pt x="508276" y="382"/>
                  <a:pt x="540863" y="0"/>
                  <a:pt x="573486" y="2579"/>
                </a:cubicBezTo>
                <a:cubicBezTo>
                  <a:pt x="577838" y="3017"/>
                  <a:pt x="581940" y="4271"/>
                  <a:pt x="585792" y="6341"/>
                </a:cubicBezTo>
                <a:cubicBezTo>
                  <a:pt x="589646" y="8411"/>
                  <a:pt x="592956" y="11140"/>
                  <a:pt x="595723" y="14526"/>
                </a:cubicBezTo>
                <a:cubicBezTo>
                  <a:pt x="598491" y="17913"/>
                  <a:pt x="600504" y="21701"/>
                  <a:pt x="601765" y="25889"/>
                </a:cubicBezTo>
                <a:cubicBezTo>
                  <a:pt x="603025" y="30077"/>
                  <a:pt x="603438" y="34347"/>
                  <a:pt x="602999" y="38698"/>
                </a:cubicBezTo>
                <a:cubicBezTo>
                  <a:pt x="602580" y="42912"/>
                  <a:pt x="601394" y="46898"/>
                  <a:pt x="599439" y="50654"/>
                </a:cubicBezTo>
                <a:cubicBezTo>
                  <a:pt x="597486" y="54411"/>
                  <a:pt x="594905" y="57671"/>
                  <a:pt x="591696" y="60433"/>
                </a:cubicBezTo>
                <a:cubicBezTo>
                  <a:pt x="588487" y="63196"/>
                  <a:pt x="584879" y="65263"/>
                  <a:pt x="580873" y="66636"/>
                </a:cubicBezTo>
                <a:cubicBezTo>
                  <a:pt x="576867" y="68009"/>
                  <a:pt x="572750" y="68589"/>
                  <a:pt x="568520" y="68376"/>
                </a:cubicBezTo>
                <a:cubicBezTo>
                  <a:pt x="553614" y="67055"/>
                  <a:pt x="538677" y="66453"/>
                  <a:pt x="523712" y="66571"/>
                </a:cubicBezTo>
                <a:cubicBezTo>
                  <a:pt x="508747" y="66689"/>
                  <a:pt x="493824" y="67527"/>
                  <a:pt x="478940" y="69084"/>
                </a:cubicBezTo>
                <a:cubicBezTo>
                  <a:pt x="464055" y="70641"/>
                  <a:pt x="449280" y="72910"/>
                  <a:pt x="434615" y="75891"/>
                </a:cubicBezTo>
                <a:cubicBezTo>
                  <a:pt x="419950" y="78873"/>
                  <a:pt x="405462" y="82552"/>
                  <a:pt x="391151" y="86930"/>
                </a:cubicBezTo>
                <a:cubicBezTo>
                  <a:pt x="376841" y="91308"/>
                  <a:pt x="362773" y="96364"/>
                  <a:pt x="348951" y="102098"/>
                </a:cubicBezTo>
                <a:cubicBezTo>
                  <a:pt x="335127" y="107832"/>
                  <a:pt x="321611" y="114218"/>
                  <a:pt x="308404" y="121255"/>
                </a:cubicBezTo>
                <a:cubicBezTo>
                  <a:pt x="295196" y="128292"/>
                  <a:pt x="282358" y="135948"/>
                  <a:pt x="269889" y="144223"/>
                </a:cubicBezTo>
                <a:cubicBezTo>
                  <a:pt x="257418" y="152497"/>
                  <a:pt x="245376" y="161353"/>
                  <a:pt x="233759" y="170788"/>
                </a:cubicBezTo>
                <a:cubicBezTo>
                  <a:pt x="222145" y="180224"/>
                  <a:pt x="211009" y="190197"/>
                  <a:pt x="200355" y="200706"/>
                </a:cubicBezTo>
                <a:cubicBezTo>
                  <a:pt x="189700" y="211215"/>
                  <a:pt x="179575" y="222212"/>
                  <a:pt x="169982" y="233698"/>
                </a:cubicBezTo>
                <a:cubicBezTo>
                  <a:pt x="160387" y="245183"/>
                  <a:pt x="151368" y="257103"/>
                  <a:pt x="142922" y="269457"/>
                </a:cubicBezTo>
                <a:cubicBezTo>
                  <a:pt x="134477" y="281812"/>
                  <a:pt x="126645" y="294545"/>
                  <a:pt x="119428" y="307654"/>
                </a:cubicBezTo>
                <a:cubicBezTo>
                  <a:pt x="112210" y="320764"/>
                  <a:pt x="105640" y="334190"/>
                  <a:pt x="99716" y="347934"/>
                </a:cubicBezTo>
                <a:cubicBezTo>
                  <a:pt x="93793" y="361677"/>
                  <a:pt x="88543" y="375673"/>
                  <a:pt x="83970" y="389922"/>
                </a:cubicBezTo>
                <a:cubicBezTo>
                  <a:pt x="79397" y="404171"/>
                  <a:pt x="75518" y="418608"/>
                  <a:pt x="72335" y="433231"/>
                </a:cubicBezTo>
                <a:cubicBezTo>
                  <a:pt x="69154" y="447854"/>
                  <a:pt x="66681" y="462596"/>
                  <a:pt x="64920" y="477457"/>
                </a:cubicBezTo>
                <a:cubicBezTo>
                  <a:pt x="64300" y="481561"/>
                  <a:pt x="62954" y="485410"/>
                  <a:pt x="60882" y="489006"/>
                </a:cubicBezTo>
                <a:cubicBezTo>
                  <a:pt x="58807" y="492601"/>
                  <a:pt x="56152" y="495695"/>
                  <a:pt x="52910" y="498287"/>
                </a:cubicBezTo>
                <a:cubicBezTo>
                  <a:pt x="49668" y="500880"/>
                  <a:pt x="46067" y="502792"/>
                  <a:pt x="42104" y="504025"/>
                </a:cubicBezTo>
                <a:cubicBezTo>
                  <a:pt x="38142" y="505257"/>
                  <a:pt x="34091" y="505725"/>
                  <a:pt x="29950" y="505429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6934680" y="8324704"/>
            <a:ext cx="344568" cy="294507"/>
          </a:xfrm>
          <a:custGeom>
            <a:avLst/>
            <a:gdLst/>
            <a:rect l="0" t="0" r="344568" b="294507"/>
            <a:pathLst>
              <a:path w="344568" h="294507" fill="norm" stroke="0">
                <a:moveTo>
                  <a:pt x="65872" y="266470"/>
                </a:moveTo>
                <a:cubicBezTo>
                  <a:pt x="65842" y="268566"/>
                  <a:pt x="65633" y="270645"/>
                  <a:pt x="65246" y="272705"/>
                </a:cubicBezTo>
                <a:cubicBezTo>
                  <a:pt x="63951" y="276222"/>
                  <a:pt x="62112" y="279425"/>
                  <a:pt x="59727" y="282314"/>
                </a:cubicBezTo>
                <a:cubicBezTo>
                  <a:pt x="57342" y="285204"/>
                  <a:pt x="54546" y="287617"/>
                  <a:pt x="51338" y="289554"/>
                </a:cubicBezTo>
                <a:cubicBezTo>
                  <a:pt x="48130" y="291490"/>
                  <a:pt x="44692" y="292841"/>
                  <a:pt x="41024" y="293606"/>
                </a:cubicBezTo>
                <a:cubicBezTo>
                  <a:pt x="37357" y="294371"/>
                  <a:pt x="33666" y="294507"/>
                  <a:pt x="29952" y="294014"/>
                </a:cubicBezTo>
                <a:cubicBezTo>
                  <a:pt x="25600" y="293576"/>
                  <a:pt x="21498" y="292322"/>
                  <a:pt x="17645" y="290252"/>
                </a:cubicBezTo>
                <a:cubicBezTo>
                  <a:pt x="13791" y="288182"/>
                  <a:pt x="10482" y="285454"/>
                  <a:pt x="7714" y="282067"/>
                </a:cubicBezTo>
                <a:cubicBezTo>
                  <a:pt x="4947" y="278680"/>
                  <a:pt x="2933" y="274892"/>
                  <a:pt x="1673" y="270704"/>
                </a:cubicBezTo>
                <a:cubicBezTo>
                  <a:pt x="412" y="266516"/>
                  <a:pt x="0" y="262246"/>
                  <a:pt x="439" y="257895"/>
                </a:cubicBezTo>
                <a:cubicBezTo>
                  <a:pt x="1522" y="248600"/>
                  <a:pt x="3049" y="239379"/>
                  <a:pt x="5020" y="230231"/>
                </a:cubicBezTo>
                <a:cubicBezTo>
                  <a:pt x="6992" y="221084"/>
                  <a:pt x="9398" y="212052"/>
                  <a:pt x="12238" y="203136"/>
                </a:cubicBezTo>
                <a:cubicBezTo>
                  <a:pt x="15080" y="194220"/>
                  <a:pt x="18342" y="185461"/>
                  <a:pt x="22027" y="176859"/>
                </a:cubicBezTo>
                <a:cubicBezTo>
                  <a:pt x="25710" y="168257"/>
                  <a:pt x="29798" y="159852"/>
                  <a:pt x="34292" y="151644"/>
                </a:cubicBezTo>
                <a:cubicBezTo>
                  <a:pt x="38785" y="143436"/>
                  <a:pt x="43662" y="135463"/>
                  <a:pt x="48924" y="127724"/>
                </a:cubicBezTo>
                <a:cubicBezTo>
                  <a:pt x="54186" y="119986"/>
                  <a:pt x="59806" y="112518"/>
                  <a:pt x="65787" y="105320"/>
                </a:cubicBezTo>
                <a:cubicBezTo>
                  <a:pt x="71766" y="98123"/>
                  <a:pt x="78079" y="91229"/>
                  <a:pt x="84724" y="84640"/>
                </a:cubicBezTo>
                <a:cubicBezTo>
                  <a:pt x="91367" y="78050"/>
                  <a:pt x="98312" y="71795"/>
                  <a:pt x="105558" y="65874"/>
                </a:cubicBezTo>
                <a:cubicBezTo>
                  <a:pt x="112804" y="59953"/>
                  <a:pt x="120318" y="54394"/>
                  <a:pt x="128099" y="49197"/>
                </a:cubicBezTo>
                <a:cubicBezTo>
                  <a:pt x="135882" y="43999"/>
                  <a:pt x="143894" y="39188"/>
                  <a:pt x="152140" y="34762"/>
                </a:cubicBezTo>
                <a:cubicBezTo>
                  <a:pt x="160384" y="30336"/>
                  <a:pt x="168822" y="26316"/>
                  <a:pt x="177454" y="22703"/>
                </a:cubicBezTo>
                <a:cubicBezTo>
                  <a:pt x="186086" y="19090"/>
                  <a:pt x="194872" y="15899"/>
                  <a:pt x="203811" y="13132"/>
                </a:cubicBezTo>
                <a:cubicBezTo>
                  <a:pt x="212750" y="10364"/>
                  <a:pt x="221800" y="8032"/>
                  <a:pt x="230964" y="6136"/>
                </a:cubicBezTo>
                <a:cubicBezTo>
                  <a:pt x="240128" y="4240"/>
                  <a:pt x="249362" y="2789"/>
                  <a:pt x="258665" y="1782"/>
                </a:cubicBezTo>
                <a:cubicBezTo>
                  <a:pt x="267968" y="775"/>
                  <a:pt x="277298" y="217"/>
                  <a:pt x="286655" y="109"/>
                </a:cubicBezTo>
                <a:cubicBezTo>
                  <a:pt x="296011" y="0"/>
                  <a:pt x="305352" y="341"/>
                  <a:pt x="314677" y="1132"/>
                </a:cubicBezTo>
                <a:cubicBezTo>
                  <a:pt x="318891" y="1550"/>
                  <a:pt x="322875" y="2737"/>
                  <a:pt x="326633" y="4691"/>
                </a:cubicBezTo>
                <a:cubicBezTo>
                  <a:pt x="330389" y="6645"/>
                  <a:pt x="333649" y="9226"/>
                  <a:pt x="336410" y="12435"/>
                </a:cubicBezTo>
                <a:cubicBezTo>
                  <a:pt x="339173" y="15645"/>
                  <a:pt x="341241" y="19252"/>
                  <a:pt x="342615" y="23258"/>
                </a:cubicBezTo>
                <a:cubicBezTo>
                  <a:pt x="343987" y="27264"/>
                  <a:pt x="344568" y="31381"/>
                  <a:pt x="344354" y="35610"/>
                </a:cubicBezTo>
                <a:cubicBezTo>
                  <a:pt x="344086" y="39369"/>
                  <a:pt x="343201" y="42977"/>
                  <a:pt x="341695" y="46432"/>
                </a:cubicBezTo>
                <a:cubicBezTo>
                  <a:pt x="340190" y="49887"/>
                  <a:pt x="338155" y="52993"/>
                  <a:pt x="335584" y="55751"/>
                </a:cubicBezTo>
                <a:cubicBezTo>
                  <a:pt x="333015" y="58508"/>
                  <a:pt x="330060" y="60758"/>
                  <a:pt x="326720" y="62502"/>
                </a:cubicBezTo>
                <a:cubicBezTo>
                  <a:pt x="323379" y="64246"/>
                  <a:pt x="319842" y="65384"/>
                  <a:pt x="316111" y="65916"/>
                </a:cubicBezTo>
                <a:lnTo>
                  <a:pt x="309876" y="65288"/>
                </a:lnTo>
                <a:cubicBezTo>
                  <a:pt x="302578" y="64650"/>
                  <a:pt x="295266" y="64364"/>
                  <a:pt x="287939" y="64433"/>
                </a:cubicBezTo>
                <a:cubicBezTo>
                  <a:pt x="280614" y="64501"/>
                  <a:pt x="273309" y="64922"/>
                  <a:pt x="266023" y="65697"/>
                </a:cubicBezTo>
                <a:cubicBezTo>
                  <a:pt x="258738" y="66472"/>
                  <a:pt x="251507" y="67596"/>
                  <a:pt x="244331" y="69071"/>
                </a:cubicBezTo>
                <a:cubicBezTo>
                  <a:pt x="237155" y="70545"/>
                  <a:pt x="230067" y="72362"/>
                  <a:pt x="223065" y="74522"/>
                </a:cubicBezTo>
                <a:cubicBezTo>
                  <a:pt x="216064" y="76681"/>
                  <a:pt x="209186" y="79174"/>
                  <a:pt x="202425" y="81999"/>
                </a:cubicBezTo>
                <a:cubicBezTo>
                  <a:pt x="195666" y="84824"/>
                  <a:pt x="189058" y="87969"/>
                  <a:pt x="182603" y="91433"/>
                </a:cubicBezTo>
                <a:cubicBezTo>
                  <a:pt x="176147" y="94898"/>
                  <a:pt x="169873" y="98665"/>
                  <a:pt x="163784" y="102736"/>
                </a:cubicBezTo>
                <a:cubicBezTo>
                  <a:pt x="157693" y="106807"/>
                  <a:pt x="151812" y="111162"/>
                  <a:pt x="146141" y="115802"/>
                </a:cubicBezTo>
                <a:cubicBezTo>
                  <a:pt x="140472" y="120442"/>
                  <a:pt x="135040" y="125344"/>
                  <a:pt x="129845" y="130509"/>
                </a:cubicBezTo>
                <a:cubicBezTo>
                  <a:pt x="124648" y="135674"/>
                  <a:pt x="119714" y="141078"/>
                  <a:pt x="115041" y="146721"/>
                </a:cubicBezTo>
                <a:cubicBezTo>
                  <a:pt x="110368" y="152363"/>
                  <a:pt x="105978" y="158218"/>
                  <a:pt x="101871" y="164285"/>
                </a:cubicBezTo>
                <a:cubicBezTo>
                  <a:pt x="97765" y="170352"/>
                  <a:pt x="93960" y="176602"/>
                  <a:pt x="90458" y="183037"/>
                </a:cubicBezTo>
                <a:cubicBezTo>
                  <a:pt x="86956" y="189472"/>
                  <a:pt x="83773" y="196061"/>
                  <a:pt x="80908" y="202804"/>
                </a:cubicBezTo>
                <a:cubicBezTo>
                  <a:pt x="78043" y="209547"/>
                  <a:pt x="75510" y="216412"/>
                  <a:pt x="73309" y="223400"/>
                </a:cubicBezTo>
                <a:cubicBezTo>
                  <a:pt x="71107" y="230388"/>
                  <a:pt x="69250" y="237465"/>
                  <a:pt x="67732" y="244633"/>
                </a:cubicBezTo>
                <a:cubicBezTo>
                  <a:pt x="66216" y="251800"/>
                  <a:pt x="65049" y="259024"/>
                  <a:pt x="64232" y="266305"/>
                </a:cubicBezTo>
                <a:lnTo>
                  <a:pt x="65872" y="266470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7094797" y="8483355"/>
            <a:ext cx="183322" cy="160471"/>
          </a:xfrm>
          <a:custGeom>
            <a:avLst/>
            <a:gdLst/>
            <a:rect l="0" t="0" r="183322" b="160471"/>
            <a:pathLst>
              <a:path w="183322" h="160471" fill="norm" stroke="0">
                <a:moveTo>
                  <a:pt x="142115" y="2330"/>
                </a:moveTo>
                <a:cubicBezTo>
                  <a:pt x="146789" y="620"/>
                  <a:pt x="151603" y="0"/>
                  <a:pt x="156556" y="469"/>
                </a:cubicBezTo>
                <a:cubicBezTo>
                  <a:pt x="163362" y="1915"/>
                  <a:pt x="169132" y="5187"/>
                  <a:pt x="173867" y="10284"/>
                </a:cubicBezTo>
                <a:cubicBezTo>
                  <a:pt x="178603" y="15382"/>
                  <a:pt x="181440" y="21377"/>
                  <a:pt x="182381" y="28271"/>
                </a:cubicBezTo>
                <a:cubicBezTo>
                  <a:pt x="183322" y="35164"/>
                  <a:pt x="182195" y="41701"/>
                  <a:pt x="178998" y="47881"/>
                </a:cubicBezTo>
                <a:cubicBezTo>
                  <a:pt x="175803" y="54061"/>
                  <a:pt x="171120" y="58759"/>
                  <a:pt x="164951" y="61976"/>
                </a:cubicBezTo>
                <a:cubicBezTo>
                  <a:pt x="144396" y="69543"/>
                  <a:pt x="125442" y="80011"/>
                  <a:pt x="108090" y="93379"/>
                </a:cubicBezTo>
                <a:cubicBezTo>
                  <a:pt x="88863" y="108359"/>
                  <a:pt x="72399" y="125928"/>
                  <a:pt x="58696" y="146086"/>
                </a:cubicBezTo>
                <a:cubicBezTo>
                  <a:pt x="55345" y="150859"/>
                  <a:pt x="51031" y="154488"/>
                  <a:pt x="45754" y="156973"/>
                </a:cubicBezTo>
                <a:cubicBezTo>
                  <a:pt x="40478" y="159458"/>
                  <a:pt x="34933" y="160471"/>
                  <a:pt x="29118" y="160014"/>
                </a:cubicBezTo>
                <a:cubicBezTo>
                  <a:pt x="23791" y="159500"/>
                  <a:pt x="18881" y="157790"/>
                  <a:pt x="14387" y="154885"/>
                </a:cubicBezTo>
                <a:cubicBezTo>
                  <a:pt x="9613" y="151534"/>
                  <a:pt x="5984" y="147220"/>
                  <a:pt x="3499" y="141943"/>
                </a:cubicBezTo>
                <a:cubicBezTo>
                  <a:pt x="1014" y="136666"/>
                  <a:pt x="0" y="131121"/>
                  <a:pt x="457" y="125307"/>
                </a:cubicBezTo>
                <a:cubicBezTo>
                  <a:pt x="1077" y="119962"/>
                  <a:pt x="2896" y="115062"/>
                  <a:pt x="5914" y="110608"/>
                </a:cubicBezTo>
                <a:cubicBezTo>
                  <a:pt x="23275" y="84524"/>
                  <a:pt x="44436" y="62014"/>
                  <a:pt x="69396" y="43076"/>
                </a:cubicBezTo>
                <a:cubicBezTo>
                  <a:pt x="91658" y="25965"/>
                  <a:pt x="115898" y="12383"/>
                  <a:pt x="142115" y="233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7400163" y="8194715"/>
            <a:ext cx="601788" cy="505845"/>
          </a:xfrm>
          <a:custGeom>
            <a:avLst/>
            <a:gdLst/>
            <a:rect l="0" t="0" r="601788" b="505845"/>
            <a:pathLst>
              <a:path w="601788" h="505845" fill="norm" stroke="0">
                <a:moveTo>
                  <a:pt x="28302" y="505496"/>
                </a:moveTo>
                <a:cubicBezTo>
                  <a:pt x="24115" y="504862"/>
                  <a:pt x="20196" y="503473"/>
                  <a:pt x="16545" y="501329"/>
                </a:cubicBezTo>
                <a:cubicBezTo>
                  <a:pt x="12892" y="499186"/>
                  <a:pt x="9770" y="496440"/>
                  <a:pt x="7175" y="493094"/>
                </a:cubicBezTo>
                <a:cubicBezTo>
                  <a:pt x="4581" y="489747"/>
                  <a:pt x="2701" y="486038"/>
                  <a:pt x="1535" y="481967"/>
                </a:cubicBezTo>
                <a:cubicBezTo>
                  <a:pt x="369" y="477897"/>
                  <a:pt x="0" y="473755"/>
                  <a:pt x="429" y="469542"/>
                </a:cubicBezTo>
                <a:cubicBezTo>
                  <a:pt x="4876" y="434426"/>
                  <a:pt x="12655" y="400064"/>
                  <a:pt x="23771" y="366458"/>
                </a:cubicBezTo>
                <a:cubicBezTo>
                  <a:pt x="34885" y="332851"/>
                  <a:pt x="49126" y="300627"/>
                  <a:pt x="66495" y="269784"/>
                </a:cubicBezTo>
                <a:cubicBezTo>
                  <a:pt x="83863" y="238941"/>
                  <a:pt x="104034" y="210056"/>
                  <a:pt x="127008" y="183128"/>
                </a:cubicBezTo>
                <a:cubicBezTo>
                  <a:pt x="149983" y="156200"/>
                  <a:pt x="175330" y="131731"/>
                  <a:pt x="203054" y="109723"/>
                </a:cubicBezTo>
                <a:cubicBezTo>
                  <a:pt x="229251" y="89975"/>
                  <a:pt x="257017" y="72757"/>
                  <a:pt x="286352" y="58068"/>
                </a:cubicBezTo>
                <a:cubicBezTo>
                  <a:pt x="315685" y="43378"/>
                  <a:pt x="346104" y="31460"/>
                  <a:pt x="377611" y="22312"/>
                </a:cubicBezTo>
                <a:cubicBezTo>
                  <a:pt x="409116" y="13165"/>
                  <a:pt x="441189" y="6938"/>
                  <a:pt x="473828" y="3633"/>
                </a:cubicBezTo>
                <a:cubicBezTo>
                  <a:pt x="506468" y="329"/>
                  <a:pt x="539138" y="0"/>
                  <a:pt x="571836" y="2647"/>
                </a:cubicBezTo>
                <a:cubicBezTo>
                  <a:pt x="576188" y="3085"/>
                  <a:pt x="580290" y="4339"/>
                  <a:pt x="584144" y="6409"/>
                </a:cubicBezTo>
                <a:cubicBezTo>
                  <a:pt x="587997" y="8479"/>
                  <a:pt x="591307" y="11207"/>
                  <a:pt x="594074" y="14594"/>
                </a:cubicBezTo>
                <a:cubicBezTo>
                  <a:pt x="596841" y="17981"/>
                  <a:pt x="598855" y="21768"/>
                  <a:pt x="600115" y="25957"/>
                </a:cubicBezTo>
                <a:cubicBezTo>
                  <a:pt x="601377" y="30144"/>
                  <a:pt x="601788" y="34414"/>
                  <a:pt x="601349" y="38766"/>
                </a:cubicBezTo>
                <a:cubicBezTo>
                  <a:pt x="600931" y="42980"/>
                  <a:pt x="599745" y="46965"/>
                  <a:pt x="597791" y="50722"/>
                </a:cubicBezTo>
                <a:cubicBezTo>
                  <a:pt x="595836" y="54479"/>
                  <a:pt x="593255" y="57738"/>
                  <a:pt x="590046" y="60501"/>
                </a:cubicBezTo>
                <a:cubicBezTo>
                  <a:pt x="586837" y="63263"/>
                  <a:pt x="583230" y="65331"/>
                  <a:pt x="579224" y="66704"/>
                </a:cubicBezTo>
                <a:cubicBezTo>
                  <a:pt x="575218" y="68077"/>
                  <a:pt x="571100" y="68657"/>
                  <a:pt x="566871" y="68444"/>
                </a:cubicBezTo>
                <a:cubicBezTo>
                  <a:pt x="538158" y="66208"/>
                  <a:pt x="509476" y="66570"/>
                  <a:pt x="480826" y="69530"/>
                </a:cubicBezTo>
                <a:cubicBezTo>
                  <a:pt x="452179" y="72491"/>
                  <a:pt x="424028" y="78001"/>
                  <a:pt x="396377" y="86061"/>
                </a:cubicBezTo>
                <a:cubicBezTo>
                  <a:pt x="368728" y="94121"/>
                  <a:pt x="342026" y="104600"/>
                  <a:pt x="316274" y="117497"/>
                </a:cubicBezTo>
                <a:cubicBezTo>
                  <a:pt x="290522" y="130395"/>
                  <a:pt x="266139" y="145501"/>
                  <a:pt x="243123" y="162816"/>
                </a:cubicBezTo>
                <a:cubicBezTo>
                  <a:pt x="218579" y="182149"/>
                  <a:pt x="196128" y="203666"/>
                  <a:pt x="175769" y="227367"/>
                </a:cubicBezTo>
                <a:cubicBezTo>
                  <a:pt x="155411" y="251067"/>
                  <a:pt x="137526" y="276507"/>
                  <a:pt x="122117" y="303686"/>
                </a:cubicBezTo>
                <a:cubicBezTo>
                  <a:pt x="106707" y="330865"/>
                  <a:pt x="94059" y="359274"/>
                  <a:pt x="84175" y="388914"/>
                </a:cubicBezTo>
                <a:cubicBezTo>
                  <a:pt x="74292" y="418553"/>
                  <a:pt x="67356" y="448867"/>
                  <a:pt x="63368" y="479855"/>
                </a:cubicBezTo>
                <a:cubicBezTo>
                  <a:pt x="62494" y="483753"/>
                  <a:pt x="60962" y="487373"/>
                  <a:pt x="58773" y="490715"/>
                </a:cubicBezTo>
                <a:cubicBezTo>
                  <a:pt x="56584" y="494057"/>
                  <a:pt x="53877" y="496906"/>
                  <a:pt x="50653" y="499264"/>
                </a:cubicBezTo>
                <a:cubicBezTo>
                  <a:pt x="47428" y="501622"/>
                  <a:pt x="43892" y="503338"/>
                  <a:pt x="40043" y="504411"/>
                </a:cubicBezTo>
                <a:cubicBezTo>
                  <a:pt x="36195" y="505484"/>
                  <a:pt x="32282" y="505845"/>
                  <a:pt x="28302" y="505496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17602825" y="8390326"/>
            <a:ext cx="341055" cy="295908"/>
          </a:xfrm>
          <a:custGeom>
            <a:avLst/>
            <a:gdLst/>
            <a:rect l="0" t="0" r="341055" b="295908"/>
            <a:pathLst>
              <a:path w="341055" h="295908" fill="norm" stroke="0">
                <a:moveTo>
                  <a:pt x="64751" y="262684"/>
                </a:moveTo>
                <a:cubicBezTo>
                  <a:pt x="64443" y="264311"/>
                  <a:pt x="64278" y="265952"/>
                  <a:pt x="64257" y="267607"/>
                </a:cubicBezTo>
                <a:cubicBezTo>
                  <a:pt x="63622" y="271793"/>
                  <a:pt x="62233" y="275713"/>
                  <a:pt x="60089" y="279365"/>
                </a:cubicBezTo>
                <a:cubicBezTo>
                  <a:pt x="57945" y="283016"/>
                  <a:pt x="55200" y="286139"/>
                  <a:pt x="51854" y="288734"/>
                </a:cubicBezTo>
                <a:cubicBezTo>
                  <a:pt x="48507" y="291328"/>
                  <a:pt x="44799" y="293208"/>
                  <a:pt x="40728" y="294374"/>
                </a:cubicBezTo>
                <a:cubicBezTo>
                  <a:pt x="36657" y="295540"/>
                  <a:pt x="32514" y="295908"/>
                  <a:pt x="28302" y="295479"/>
                </a:cubicBezTo>
                <a:cubicBezTo>
                  <a:pt x="24115" y="294845"/>
                  <a:pt x="20196" y="293456"/>
                  <a:pt x="16545" y="291312"/>
                </a:cubicBezTo>
                <a:cubicBezTo>
                  <a:pt x="12892" y="289168"/>
                  <a:pt x="9770" y="286423"/>
                  <a:pt x="7175" y="283076"/>
                </a:cubicBezTo>
                <a:cubicBezTo>
                  <a:pt x="4581" y="279730"/>
                  <a:pt x="2701" y="276021"/>
                  <a:pt x="1535" y="271950"/>
                </a:cubicBezTo>
                <a:cubicBezTo>
                  <a:pt x="369" y="267879"/>
                  <a:pt x="0" y="263738"/>
                  <a:pt x="429" y="259525"/>
                </a:cubicBezTo>
                <a:cubicBezTo>
                  <a:pt x="2919" y="240190"/>
                  <a:pt x="7246" y="221275"/>
                  <a:pt x="13410" y="202781"/>
                </a:cubicBezTo>
                <a:cubicBezTo>
                  <a:pt x="19574" y="184286"/>
                  <a:pt x="27459" y="166558"/>
                  <a:pt x="37066" y="149595"/>
                </a:cubicBezTo>
                <a:cubicBezTo>
                  <a:pt x="46673" y="132632"/>
                  <a:pt x="57823" y="116751"/>
                  <a:pt x="70514" y="101954"/>
                </a:cubicBezTo>
                <a:cubicBezTo>
                  <a:pt x="83204" y="87156"/>
                  <a:pt x="97200" y="73717"/>
                  <a:pt x="112502" y="61638"/>
                </a:cubicBezTo>
                <a:cubicBezTo>
                  <a:pt x="141515" y="39899"/>
                  <a:pt x="173425" y="23961"/>
                  <a:pt x="208234" y="13824"/>
                </a:cubicBezTo>
                <a:cubicBezTo>
                  <a:pt x="243041" y="3687"/>
                  <a:pt x="278519" y="0"/>
                  <a:pt x="314668" y="2762"/>
                </a:cubicBezTo>
                <a:cubicBezTo>
                  <a:pt x="318303" y="3515"/>
                  <a:pt x="321714" y="4843"/>
                  <a:pt x="324901" y="6748"/>
                </a:cubicBezTo>
                <a:cubicBezTo>
                  <a:pt x="328089" y="8652"/>
                  <a:pt x="330874" y="11027"/>
                  <a:pt x="333259" y="13873"/>
                </a:cubicBezTo>
                <a:cubicBezTo>
                  <a:pt x="335643" y="16718"/>
                  <a:pt x="337496" y="19876"/>
                  <a:pt x="338813" y="23347"/>
                </a:cubicBezTo>
                <a:cubicBezTo>
                  <a:pt x="340133" y="26817"/>
                  <a:pt x="340844" y="30408"/>
                  <a:pt x="340950" y="34119"/>
                </a:cubicBezTo>
                <a:cubicBezTo>
                  <a:pt x="341055" y="37830"/>
                  <a:pt x="340550" y="41456"/>
                  <a:pt x="339430" y="44996"/>
                </a:cubicBezTo>
                <a:cubicBezTo>
                  <a:pt x="338313" y="48536"/>
                  <a:pt x="336643" y="51795"/>
                  <a:pt x="334425" y="54771"/>
                </a:cubicBezTo>
                <a:cubicBezTo>
                  <a:pt x="332206" y="57748"/>
                  <a:pt x="329560" y="60278"/>
                  <a:pt x="326487" y="62361"/>
                </a:cubicBezTo>
                <a:cubicBezTo>
                  <a:pt x="323413" y="64444"/>
                  <a:pt x="320083" y="65964"/>
                  <a:pt x="316497" y="66923"/>
                </a:cubicBezTo>
                <a:lnTo>
                  <a:pt x="310262" y="66295"/>
                </a:lnTo>
                <a:cubicBezTo>
                  <a:pt x="295813" y="65023"/>
                  <a:pt x="281374" y="65131"/>
                  <a:pt x="266945" y="66620"/>
                </a:cubicBezTo>
                <a:cubicBezTo>
                  <a:pt x="252518" y="68108"/>
                  <a:pt x="238361" y="70950"/>
                  <a:pt x="224476" y="75145"/>
                </a:cubicBezTo>
                <a:cubicBezTo>
                  <a:pt x="210590" y="79341"/>
                  <a:pt x="197230" y="84814"/>
                  <a:pt x="184390" y="91564"/>
                </a:cubicBezTo>
                <a:cubicBezTo>
                  <a:pt x="171552" y="98314"/>
                  <a:pt x="159469" y="106220"/>
                  <a:pt x="148143" y="115280"/>
                </a:cubicBezTo>
                <a:cubicBezTo>
                  <a:pt x="136816" y="124341"/>
                  <a:pt x="126450" y="134393"/>
                  <a:pt x="117046" y="145435"/>
                </a:cubicBezTo>
                <a:cubicBezTo>
                  <a:pt x="107640" y="156478"/>
                  <a:pt x="99366" y="168311"/>
                  <a:pt x="92224" y="180936"/>
                </a:cubicBezTo>
                <a:cubicBezTo>
                  <a:pt x="85083" y="193561"/>
                  <a:pt x="79201" y="206748"/>
                  <a:pt x="74580" y="220497"/>
                </a:cubicBezTo>
                <a:cubicBezTo>
                  <a:pt x="69960" y="234246"/>
                  <a:pt x="66683" y="248309"/>
                  <a:pt x="64751" y="262684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17759567" y="8550409"/>
            <a:ext cx="186694" cy="159946"/>
          </a:xfrm>
          <a:custGeom>
            <a:avLst/>
            <a:gdLst/>
            <a:rect l="0" t="0" r="186694" b="159946"/>
            <a:pathLst>
              <a:path w="186694" h="159946" fill="norm" stroke="0">
                <a:moveTo>
                  <a:pt x="70794" y="43076"/>
                </a:moveTo>
                <a:cubicBezTo>
                  <a:pt x="93008" y="25881"/>
                  <a:pt x="117249" y="12298"/>
                  <a:pt x="143512" y="2330"/>
                </a:cubicBezTo>
                <a:cubicBezTo>
                  <a:pt x="148186" y="621"/>
                  <a:pt x="153000" y="0"/>
                  <a:pt x="157955" y="469"/>
                </a:cubicBezTo>
                <a:cubicBezTo>
                  <a:pt x="163936" y="1148"/>
                  <a:pt x="169326" y="3303"/>
                  <a:pt x="174127" y="6934"/>
                </a:cubicBezTo>
                <a:cubicBezTo>
                  <a:pt x="178929" y="10565"/>
                  <a:pt x="182471" y="15165"/>
                  <a:pt x="184753" y="20735"/>
                </a:cubicBezTo>
                <a:cubicBezTo>
                  <a:pt x="186116" y="24716"/>
                  <a:pt x="186694" y="28808"/>
                  <a:pt x="186489" y="33011"/>
                </a:cubicBezTo>
                <a:cubicBezTo>
                  <a:pt x="186286" y="37213"/>
                  <a:pt x="185313" y="41230"/>
                  <a:pt x="183572" y="45060"/>
                </a:cubicBezTo>
                <a:cubicBezTo>
                  <a:pt x="181831" y="48890"/>
                  <a:pt x="179443" y="52264"/>
                  <a:pt x="176411" y="55181"/>
                </a:cubicBezTo>
                <a:cubicBezTo>
                  <a:pt x="173379" y="58098"/>
                  <a:pt x="169915" y="60352"/>
                  <a:pt x="166021" y="61943"/>
                </a:cubicBezTo>
                <a:cubicBezTo>
                  <a:pt x="145039" y="69409"/>
                  <a:pt x="125647" y="79832"/>
                  <a:pt x="107846" y="93214"/>
                </a:cubicBezTo>
                <a:cubicBezTo>
                  <a:pt x="88523" y="108104"/>
                  <a:pt x="72059" y="125673"/>
                  <a:pt x="58452" y="145921"/>
                </a:cubicBezTo>
                <a:cubicBezTo>
                  <a:pt x="56014" y="149335"/>
                  <a:pt x="53031" y="152181"/>
                  <a:pt x="49504" y="154457"/>
                </a:cubicBezTo>
                <a:cubicBezTo>
                  <a:pt x="45979" y="156733"/>
                  <a:pt x="42157" y="158280"/>
                  <a:pt x="38041" y="159098"/>
                </a:cubicBezTo>
                <a:cubicBezTo>
                  <a:pt x="33925" y="159915"/>
                  <a:pt x="29801" y="159946"/>
                  <a:pt x="25674" y="159190"/>
                </a:cubicBezTo>
                <a:cubicBezTo>
                  <a:pt x="21546" y="158433"/>
                  <a:pt x="17701" y="156944"/>
                  <a:pt x="14142" y="154720"/>
                </a:cubicBezTo>
                <a:cubicBezTo>
                  <a:pt x="11229" y="152691"/>
                  <a:pt x="8708" y="150255"/>
                  <a:pt x="6581" y="147412"/>
                </a:cubicBezTo>
                <a:cubicBezTo>
                  <a:pt x="4454" y="144569"/>
                  <a:pt x="2828" y="141463"/>
                  <a:pt x="1704" y="138095"/>
                </a:cubicBezTo>
                <a:cubicBezTo>
                  <a:pt x="580" y="134727"/>
                  <a:pt x="14" y="131268"/>
                  <a:pt x="6" y="127717"/>
                </a:cubicBezTo>
                <a:cubicBezTo>
                  <a:pt x="0" y="124166"/>
                  <a:pt x="552" y="120704"/>
                  <a:pt x="1663" y="117332"/>
                </a:cubicBezTo>
                <a:cubicBezTo>
                  <a:pt x="2614" y="114877"/>
                  <a:pt x="3840" y="112570"/>
                  <a:pt x="5344" y="110410"/>
                </a:cubicBezTo>
                <a:cubicBezTo>
                  <a:pt x="23433" y="84342"/>
                  <a:pt x="45250" y="61898"/>
                  <a:pt x="70794" y="43076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16298833" y="8716280"/>
            <a:ext cx="1811052" cy="1394865"/>
          </a:xfrm>
          <a:custGeom>
            <a:avLst/>
            <a:gdLst/>
            <a:rect l="0" t="0" r="1811052" b="1394865"/>
            <a:pathLst>
              <a:path w="1811052" h="1394865" fill="norm" stroke="0">
                <a:moveTo>
                  <a:pt x="1810925" y="812938"/>
                </a:moveTo>
                <a:lnTo>
                  <a:pt x="1772411" y="1195574"/>
                </a:lnTo>
                <a:cubicBezTo>
                  <a:pt x="1771972" y="1199926"/>
                  <a:pt x="1770718" y="1204028"/>
                  <a:pt x="1768649" y="1207881"/>
                </a:cubicBezTo>
                <a:cubicBezTo>
                  <a:pt x="1766579" y="1211734"/>
                  <a:pt x="1763850" y="1215044"/>
                  <a:pt x="1760463" y="1217811"/>
                </a:cubicBezTo>
                <a:cubicBezTo>
                  <a:pt x="1757076" y="1220579"/>
                  <a:pt x="1753288" y="1222592"/>
                  <a:pt x="1749101" y="1223853"/>
                </a:cubicBezTo>
                <a:cubicBezTo>
                  <a:pt x="1744912" y="1225114"/>
                  <a:pt x="1740643" y="1225525"/>
                  <a:pt x="1736291" y="1225087"/>
                </a:cubicBezTo>
                <a:lnTo>
                  <a:pt x="1632265" y="1214616"/>
                </a:lnTo>
                <a:lnTo>
                  <a:pt x="1617135" y="1364914"/>
                </a:lnTo>
                <a:cubicBezTo>
                  <a:pt x="1616698" y="1369266"/>
                  <a:pt x="1615444" y="1373368"/>
                  <a:pt x="1613373" y="1377221"/>
                </a:cubicBezTo>
                <a:cubicBezTo>
                  <a:pt x="1611303" y="1381074"/>
                  <a:pt x="1608575" y="1384384"/>
                  <a:pt x="1605189" y="1387151"/>
                </a:cubicBezTo>
                <a:cubicBezTo>
                  <a:pt x="1601801" y="1389919"/>
                  <a:pt x="1598014" y="1391933"/>
                  <a:pt x="1593825" y="1393193"/>
                </a:cubicBezTo>
                <a:cubicBezTo>
                  <a:pt x="1589638" y="1394454"/>
                  <a:pt x="1585368" y="1394865"/>
                  <a:pt x="1581017" y="1394427"/>
                </a:cubicBezTo>
                <a:lnTo>
                  <a:pt x="1291250" y="1365260"/>
                </a:lnTo>
                <a:cubicBezTo>
                  <a:pt x="1286898" y="1364822"/>
                  <a:pt x="1282796" y="1363568"/>
                  <a:pt x="1278944" y="1361498"/>
                </a:cubicBezTo>
                <a:cubicBezTo>
                  <a:pt x="1275090" y="1359428"/>
                  <a:pt x="1271780" y="1356700"/>
                  <a:pt x="1269012" y="1353313"/>
                </a:cubicBezTo>
                <a:cubicBezTo>
                  <a:pt x="1266245" y="1349926"/>
                  <a:pt x="1264231" y="1346139"/>
                  <a:pt x="1262971" y="1341950"/>
                </a:cubicBezTo>
                <a:cubicBezTo>
                  <a:pt x="1261711" y="1337763"/>
                  <a:pt x="1261298" y="1333493"/>
                  <a:pt x="1261737" y="1329141"/>
                </a:cubicBezTo>
                <a:lnTo>
                  <a:pt x="1276964" y="1177859"/>
                </a:lnTo>
                <a:lnTo>
                  <a:pt x="489376" y="1098583"/>
                </a:lnTo>
                <a:lnTo>
                  <a:pt x="474149" y="1249865"/>
                </a:lnTo>
                <a:cubicBezTo>
                  <a:pt x="473712" y="1254217"/>
                  <a:pt x="472458" y="1258319"/>
                  <a:pt x="470387" y="1262172"/>
                </a:cubicBezTo>
                <a:cubicBezTo>
                  <a:pt x="468317" y="1266025"/>
                  <a:pt x="465589" y="1269335"/>
                  <a:pt x="462203" y="1272102"/>
                </a:cubicBezTo>
                <a:cubicBezTo>
                  <a:pt x="458815" y="1274870"/>
                  <a:pt x="455028" y="1276884"/>
                  <a:pt x="450839" y="1278144"/>
                </a:cubicBezTo>
                <a:cubicBezTo>
                  <a:pt x="446652" y="1279405"/>
                  <a:pt x="442382" y="1279816"/>
                  <a:pt x="438031" y="1279378"/>
                </a:cubicBezTo>
                <a:lnTo>
                  <a:pt x="146622" y="1250046"/>
                </a:lnTo>
                <a:cubicBezTo>
                  <a:pt x="142272" y="1249608"/>
                  <a:pt x="138168" y="1248354"/>
                  <a:pt x="134316" y="1246284"/>
                </a:cubicBezTo>
                <a:cubicBezTo>
                  <a:pt x="130463" y="1244214"/>
                  <a:pt x="127153" y="1241486"/>
                  <a:pt x="124386" y="1238099"/>
                </a:cubicBezTo>
                <a:cubicBezTo>
                  <a:pt x="121619" y="1234712"/>
                  <a:pt x="119605" y="1230924"/>
                  <a:pt x="118343" y="1226736"/>
                </a:cubicBezTo>
                <a:cubicBezTo>
                  <a:pt x="117083" y="1222548"/>
                  <a:pt x="116672" y="1218279"/>
                  <a:pt x="117109" y="1213927"/>
                </a:cubicBezTo>
                <a:lnTo>
                  <a:pt x="132338" y="1062644"/>
                </a:lnTo>
                <a:lnTo>
                  <a:pt x="29952" y="1052339"/>
                </a:lnTo>
                <a:cubicBezTo>
                  <a:pt x="25600" y="1051900"/>
                  <a:pt x="21498" y="1050646"/>
                  <a:pt x="17644" y="1048576"/>
                </a:cubicBezTo>
                <a:cubicBezTo>
                  <a:pt x="13791" y="1046506"/>
                  <a:pt x="10482" y="1043778"/>
                  <a:pt x="7714" y="1040391"/>
                </a:cubicBezTo>
                <a:cubicBezTo>
                  <a:pt x="4947" y="1037004"/>
                  <a:pt x="2933" y="1033217"/>
                  <a:pt x="1673" y="1029029"/>
                </a:cubicBezTo>
                <a:cubicBezTo>
                  <a:pt x="411" y="1024841"/>
                  <a:pt x="0" y="1020571"/>
                  <a:pt x="437" y="1016219"/>
                </a:cubicBezTo>
                <a:lnTo>
                  <a:pt x="38853" y="634568"/>
                </a:lnTo>
                <a:cubicBezTo>
                  <a:pt x="39292" y="630216"/>
                  <a:pt x="40546" y="626113"/>
                  <a:pt x="42616" y="622261"/>
                </a:cubicBezTo>
                <a:cubicBezTo>
                  <a:pt x="44686" y="618408"/>
                  <a:pt x="47414" y="615098"/>
                  <a:pt x="50802" y="612330"/>
                </a:cubicBezTo>
                <a:cubicBezTo>
                  <a:pt x="54187" y="609563"/>
                  <a:pt x="57975" y="607549"/>
                  <a:pt x="62164" y="606288"/>
                </a:cubicBezTo>
                <a:cubicBezTo>
                  <a:pt x="66351" y="605028"/>
                  <a:pt x="70622" y="604617"/>
                  <a:pt x="74974" y="605055"/>
                </a:cubicBezTo>
                <a:lnTo>
                  <a:pt x="698480" y="667815"/>
                </a:lnTo>
                <a:cubicBezTo>
                  <a:pt x="697237" y="656765"/>
                  <a:pt x="697244" y="645716"/>
                  <a:pt x="698502" y="634668"/>
                </a:cubicBezTo>
                <a:cubicBezTo>
                  <a:pt x="699350" y="626226"/>
                  <a:pt x="700906" y="617916"/>
                  <a:pt x="703169" y="609739"/>
                </a:cubicBezTo>
                <a:cubicBezTo>
                  <a:pt x="705434" y="601562"/>
                  <a:pt x="708374" y="593635"/>
                  <a:pt x="711988" y="585958"/>
                </a:cubicBezTo>
                <a:cubicBezTo>
                  <a:pt x="715603" y="578282"/>
                  <a:pt x="719840" y="570967"/>
                  <a:pt x="724702" y="564012"/>
                </a:cubicBezTo>
                <a:cubicBezTo>
                  <a:pt x="729563" y="557057"/>
                  <a:pt x="734977" y="550564"/>
                  <a:pt x="740944" y="544532"/>
                </a:cubicBezTo>
                <a:cubicBezTo>
                  <a:pt x="746911" y="538500"/>
                  <a:pt x="753345" y="533016"/>
                  <a:pt x="760247" y="528080"/>
                </a:cubicBezTo>
                <a:cubicBezTo>
                  <a:pt x="767149" y="523145"/>
                  <a:pt x="774418" y="518828"/>
                  <a:pt x="782055" y="515131"/>
                </a:cubicBezTo>
                <a:cubicBezTo>
                  <a:pt x="789691" y="511433"/>
                  <a:pt x="797587" y="508408"/>
                  <a:pt x="805738" y="506056"/>
                </a:cubicBezTo>
                <a:cubicBezTo>
                  <a:pt x="813891" y="503704"/>
                  <a:pt x="822184" y="502058"/>
                  <a:pt x="830616" y="501118"/>
                </a:cubicBezTo>
                <a:lnTo>
                  <a:pt x="878842" y="22002"/>
                </a:lnTo>
                <a:cubicBezTo>
                  <a:pt x="880089" y="18544"/>
                  <a:pt x="881864" y="15382"/>
                  <a:pt x="884168" y="12517"/>
                </a:cubicBezTo>
                <a:cubicBezTo>
                  <a:pt x="886470" y="9653"/>
                  <a:pt x="889177" y="7240"/>
                  <a:pt x="892287" y="5280"/>
                </a:cubicBezTo>
                <a:cubicBezTo>
                  <a:pt x="895398" y="3321"/>
                  <a:pt x="898742" y="1920"/>
                  <a:pt x="902320" y="1078"/>
                </a:cubicBezTo>
                <a:cubicBezTo>
                  <a:pt x="905898" y="237"/>
                  <a:pt x="909517" y="0"/>
                  <a:pt x="913174" y="368"/>
                </a:cubicBezTo>
                <a:cubicBezTo>
                  <a:pt x="916832" y="736"/>
                  <a:pt x="920330" y="1689"/>
                  <a:pt x="923669" y="3227"/>
                </a:cubicBezTo>
                <a:cubicBezTo>
                  <a:pt x="927009" y="4765"/>
                  <a:pt x="930005" y="6804"/>
                  <a:pt x="932662" y="9344"/>
                </a:cubicBezTo>
                <a:cubicBezTo>
                  <a:pt x="935320" y="11885"/>
                  <a:pt x="937492" y="14788"/>
                  <a:pt x="939178" y="18055"/>
                </a:cubicBezTo>
                <a:cubicBezTo>
                  <a:pt x="940865" y="21321"/>
                  <a:pt x="941974" y="24773"/>
                  <a:pt x="942505" y="28410"/>
                </a:cubicBezTo>
                <a:lnTo>
                  <a:pt x="894048" y="509823"/>
                </a:lnTo>
                <a:cubicBezTo>
                  <a:pt x="902125" y="512425"/>
                  <a:pt x="909923" y="515690"/>
                  <a:pt x="917443" y="519620"/>
                </a:cubicBezTo>
                <a:cubicBezTo>
                  <a:pt x="924962" y="523550"/>
                  <a:pt x="932097" y="528087"/>
                  <a:pt x="938843" y="533233"/>
                </a:cubicBezTo>
                <a:cubicBezTo>
                  <a:pt x="945590" y="538378"/>
                  <a:pt x="951852" y="544057"/>
                  <a:pt x="957631" y="550269"/>
                </a:cubicBezTo>
                <a:cubicBezTo>
                  <a:pt x="963411" y="556481"/>
                  <a:pt x="968625" y="563137"/>
                  <a:pt x="973269" y="570238"/>
                </a:cubicBezTo>
                <a:cubicBezTo>
                  <a:pt x="977914" y="577338"/>
                  <a:pt x="981926" y="584780"/>
                  <a:pt x="985303" y="592564"/>
                </a:cubicBezTo>
                <a:cubicBezTo>
                  <a:pt x="988681" y="600347"/>
                  <a:pt x="991375" y="608361"/>
                  <a:pt x="993387" y="616603"/>
                </a:cubicBezTo>
                <a:cubicBezTo>
                  <a:pt x="995400" y="624846"/>
                  <a:pt x="996700" y="633200"/>
                  <a:pt x="997290" y="641664"/>
                </a:cubicBezTo>
                <a:cubicBezTo>
                  <a:pt x="997879" y="650129"/>
                  <a:pt x="997748" y="658582"/>
                  <a:pt x="996897" y="667024"/>
                </a:cubicBezTo>
                <a:cubicBezTo>
                  <a:pt x="995927" y="678101"/>
                  <a:pt x="993732" y="688930"/>
                  <a:pt x="990312" y="699510"/>
                </a:cubicBezTo>
                <a:lnTo>
                  <a:pt x="1368682" y="737595"/>
                </a:lnTo>
                <a:cubicBezTo>
                  <a:pt x="1367439" y="726546"/>
                  <a:pt x="1367447" y="715497"/>
                  <a:pt x="1368704" y="704449"/>
                </a:cubicBezTo>
                <a:cubicBezTo>
                  <a:pt x="1369572" y="696001"/>
                  <a:pt x="1371147" y="687687"/>
                  <a:pt x="1373431" y="679507"/>
                </a:cubicBezTo>
                <a:cubicBezTo>
                  <a:pt x="1375713" y="671327"/>
                  <a:pt x="1378671" y="663399"/>
                  <a:pt x="1382302" y="655722"/>
                </a:cubicBezTo>
                <a:cubicBezTo>
                  <a:pt x="1385934" y="648046"/>
                  <a:pt x="1390188" y="640731"/>
                  <a:pt x="1395064" y="633778"/>
                </a:cubicBezTo>
                <a:cubicBezTo>
                  <a:pt x="1399941" y="626825"/>
                  <a:pt x="1405368" y="620334"/>
                  <a:pt x="1411350" y="614305"/>
                </a:cubicBezTo>
                <a:cubicBezTo>
                  <a:pt x="1417331" y="608275"/>
                  <a:pt x="1423777" y="602795"/>
                  <a:pt x="1430691" y="597862"/>
                </a:cubicBezTo>
                <a:cubicBezTo>
                  <a:pt x="1437604" y="592930"/>
                  <a:pt x="1444884" y="588617"/>
                  <a:pt x="1452531" y="584923"/>
                </a:cubicBezTo>
                <a:cubicBezTo>
                  <a:pt x="1460179" y="581230"/>
                  <a:pt x="1468082" y="578208"/>
                  <a:pt x="1476243" y="575860"/>
                </a:cubicBezTo>
                <a:cubicBezTo>
                  <a:pt x="1484406" y="573511"/>
                  <a:pt x="1492706" y="571868"/>
                  <a:pt x="1501147" y="570932"/>
                </a:cubicBezTo>
                <a:lnTo>
                  <a:pt x="1549605" y="89519"/>
                </a:lnTo>
                <a:cubicBezTo>
                  <a:pt x="1550899" y="86138"/>
                  <a:pt x="1552701" y="83054"/>
                  <a:pt x="1555011" y="80267"/>
                </a:cubicBezTo>
                <a:cubicBezTo>
                  <a:pt x="1557320" y="77479"/>
                  <a:pt x="1560016" y="75136"/>
                  <a:pt x="1563098" y="73236"/>
                </a:cubicBezTo>
                <a:cubicBezTo>
                  <a:pt x="1566180" y="71336"/>
                  <a:pt x="1569486" y="69981"/>
                  <a:pt x="1573014" y="69170"/>
                </a:cubicBezTo>
                <a:cubicBezTo>
                  <a:pt x="1576541" y="68358"/>
                  <a:pt x="1580107" y="68134"/>
                  <a:pt x="1583708" y="68496"/>
                </a:cubicBezTo>
                <a:cubicBezTo>
                  <a:pt x="1587311" y="68859"/>
                  <a:pt x="1590759" y="69789"/>
                  <a:pt x="1594055" y="71288"/>
                </a:cubicBezTo>
                <a:cubicBezTo>
                  <a:pt x="1597351" y="72786"/>
                  <a:pt x="1600319" y="74773"/>
                  <a:pt x="1602961" y="77248"/>
                </a:cubicBezTo>
                <a:cubicBezTo>
                  <a:pt x="1605601" y="79724"/>
                  <a:pt x="1607776" y="82558"/>
                  <a:pt x="1609485" y="85750"/>
                </a:cubicBezTo>
                <a:cubicBezTo>
                  <a:pt x="1611193" y="88942"/>
                  <a:pt x="1612345" y="92323"/>
                  <a:pt x="1612939" y="95894"/>
                </a:cubicBezTo>
                <a:lnTo>
                  <a:pt x="1564515" y="576979"/>
                </a:lnTo>
                <a:cubicBezTo>
                  <a:pt x="1572588" y="579611"/>
                  <a:pt x="1580383" y="582904"/>
                  <a:pt x="1587895" y="586859"/>
                </a:cubicBezTo>
                <a:cubicBezTo>
                  <a:pt x="1595410" y="590814"/>
                  <a:pt x="1602538" y="595374"/>
                  <a:pt x="1609277" y="600539"/>
                </a:cubicBezTo>
                <a:cubicBezTo>
                  <a:pt x="1616018" y="605704"/>
                  <a:pt x="1622275" y="611400"/>
                  <a:pt x="1628048" y="617627"/>
                </a:cubicBezTo>
                <a:cubicBezTo>
                  <a:pt x="1633821" y="623854"/>
                  <a:pt x="1639027" y="630523"/>
                  <a:pt x="1643669" y="637634"/>
                </a:cubicBezTo>
                <a:cubicBezTo>
                  <a:pt x="1648310" y="644745"/>
                  <a:pt x="1652319" y="652196"/>
                  <a:pt x="1655696" y="659987"/>
                </a:cubicBezTo>
                <a:cubicBezTo>
                  <a:pt x="1659071" y="667778"/>
                  <a:pt x="1661767" y="675799"/>
                  <a:pt x="1663782" y="684048"/>
                </a:cubicBezTo>
                <a:cubicBezTo>
                  <a:pt x="1665796" y="692297"/>
                  <a:pt x="1667101" y="700656"/>
                  <a:pt x="1667698" y="709127"/>
                </a:cubicBezTo>
                <a:cubicBezTo>
                  <a:pt x="1668294" y="717598"/>
                  <a:pt x="1668171" y="726058"/>
                  <a:pt x="1667331" y="734508"/>
                </a:cubicBezTo>
                <a:cubicBezTo>
                  <a:pt x="1666360" y="745585"/>
                  <a:pt x="1664165" y="756413"/>
                  <a:pt x="1660745" y="766993"/>
                </a:cubicBezTo>
                <a:lnTo>
                  <a:pt x="1781181" y="779116"/>
                </a:lnTo>
                <a:cubicBezTo>
                  <a:pt x="1785342" y="779524"/>
                  <a:pt x="1789283" y="780682"/>
                  <a:pt x="1793004" y="782589"/>
                </a:cubicBezTo>
                <a:cubicBezTo>
                  <a:pt x="1796724" y="784496"/>
                  <a:pt x="1799965" y="787020"/>
                  <a:pt x="1802726" y="790159"/>
                </a:cubicBezTo>
                <a:cubicBezTo>
                  <a:pt x="1805487" y="793299"/>
                  <a:pt x="1807575" y="796835"/>
                  <a:pt x="1808990" y="800769"/>
                </a:cubicBezTo>
                <a:cubicBezTo>
                  <a:pt x="1810407" y="804703"/>
                  <a:pt x="1811052" y="808759"/>
                  <a:pt x="1810925" y="812938"/>
                </a:cubicBezTo>
                <a:close/>
                <a:moveTo>
                  <a:pt x="1517904" y="944546"/>
                </a:moveTo>
                <a:lnTo>
                  <a:pt x="810388" y="873330"/>
                </a:lnTo>
                <a:cubicBezTo>
                  <a:pt x="808030" y="872480"/>
                  <a:pt x="805605" y="871906"/>
                  <a:pt x="803117" y="871609"/>
                </a:cubicBezTo>
                <a:cubicBezTo>
                  <a:pt x="800627" y="871312"/>
                  <a:pt x="798136" y="871299"/>
                  <a:pt x="795644" y="871569"/>
                </a:cubicBezTo>
                <a:cubicBezTo>
                  <a:pt x="793152" y="871840"/>
                  <a:pt x="790722" y="872388"/>
                  <a:pt x="788355" y="873212"/>
                </a:cubicBezTo>
                <a:cubicBezTo>
                  <a:pt x="785988" y="874037"/>
                  <a:pt x="783743" y="875118"/>
                  <a:pt x="781622" y="876454"/>
                </a:cubicBezTo>
                <a:cubicBezTo>
                  <a:pt x="779501" y="877791"/>
                  <a:pt x="777557" y="879349"/>
                  <a:pt x="775793" y="881129"/>
                </a:cubicBezTo>
                <a:cubicBezTo>
                  <a:pt x="774027" y="882908"/>
                  <a:pt x="772485" y="884864"/>
                  <a:pt x="771164" y="886995"/>
                </a:cubicBezTo>
                <a:cubicBezTo>
                  <a:pt x="769844" y="889127"/>
                  <a:pt x="768781" y="891379"/>
                  <a:pt x="767975" y="893753"/>
                </a:cubicBezTo>
                <a:cubicBezTo>
                  <a:pt x="767169" y="896127"/>
                  <a:pt x="766640" y="898561"/>
                  <a:pt x="766390" y="901055"/>
                </a:cubicBezTo>
                <a:cubicBezTo>
                  <a:pt x="766139" y="903549"/>
                  <a:pt x="766172" y="906040"/>
                  <a:pt x="766488" y="908527"/>
                </a:cubicBezTo>
                <a:cubicBezTo>
                  <a:pt x="766804" y="911014"/>
                  <a:pt x="767398" y="913433"/>
                  <a:pt x="768266" y="915785"/>
                </a:cubicBezTo>
                <a:cubicBezTo>
                  <a:pt x="769134" y="918136"/>
                  <a:pt x="770257" y="920360"/>
                  <a:pt x="771632" y="922456"/>
                </a:cubicBezTo>
                <a:cubicBezTo>
                  <a:pt x="773009" y="924551"/>
                  <a:pt x="774602" y="926466"/>
                  <a:pt x="776413" y="928198"/>
                </a:cubicBezTo>
                <a:cubicBezTo>
                  <a:pt x="778225" y="929930"/>
                  <a:pt x="780210" y="931437"/>
                  <a:pt x="782365" y="932717"/>
                </a:cubicBezTo>
                <a:cubicBezTo>
                  <a:pt x="784521" y="933997"/>
                  <a:pt x="786792" y="935018"/>
                  <a:pt x="789181" y="935780"/>
                </a:cubicBezTo>
                <a:cubicBezTo>
                  <a:pt x="791569" y="936542"/>
                  <a:pt x="794012" y="937025"/>
                  <a:pt x="796511" y="937230"/>
                </a:cubicBezTo>
                <a:cubicBezTo>
                  <a:pt x="799010" y="937435"/>
                  <a:pt x="801500" y="937356"/>
                  <a:pt x="803980" y="936993"/>
                </a:cubicBezTo>
                <a:lnTo>
                  <a:pt x="1510182" y="1008077"/>
                </a:lnTo>
                <a:cubicBezTo>
                  <a:pt x="1513821" y="1007545"/>
                  <a:pt x="1517272" y="1006436"/>
                  <a:pt x="1520538" y="1004750"/>
                </a:cubicBezTo>
                <a:cubicBezTo>
                  <a:pt x="1523805" y="1003063"/>
                  <a:pt x="1526708" y="1000892"/>
                  <a:pt x="1529249" y="998235"/>
                </a:cubicBezTo>
                <a:cubicBezTo>
                  <a:pt x="1531789" y="995577"/>
                  <a:pt x="1533829" y="992579"/>
                  <a:pt x="1535367" y="989240"/>
                </a:cubicBezTo>
                <a:cubicBezTo>
                  <a:pt x="1536905" y="985901"/>
                  <a:pt x="1537857" y="982403"/>
                  <a:pt x="1538225" y="978746"/>
                </a:cubicBezTo>
                <a:cubicBezTo>
                  <a:pt x="1538593" y="975088"/>
                  <a:pt x="1538357" y="971470"/>
                  <a:pt x="1537515" y="967892"/>
                </a:cubicBezTo>
                <a:cubicBezTo>
                  <a:pt x="1536674" y="964313"/>
                  <a:pt x="1535272" y="960969"/>
                  <a:pt x="1533313" y="957859"/>
                </a:cubicBezTo>
                <a:cubicBezTo>
                  <a:pt x="1531353" y="954749"/>
                  <a:pt x="1528941" y="952042"/>
                  <a:pt x="1526076" y="949738"/>
                </a:cubicBezTo>
                <a:cubicBezTo>
                  <a:pt x="1523211" y="947435"/>
                  <a:pt x="1520050" y="945660"/>
                  <a:pt x="1516591" y="944414"/>
                </a:cubicBezTo>
                <a:lnTo>
                  <a:pt x="1517904" y="944546"/>
                </a:lnTo>
                <a:close/>
                <a:moveTo>
                  <a:pt x="628565" y="888177"/>
                </a:moveTo>
                <a:cubicBezTo>
                  <a:pt x="629003" y="883825"/>
                  <a:pt x="628591" y="879555"/>
                  <a:pt x="627331" y="875367"/>
                </a:cubicBezTo>
                <a:cubicBezTo>
                  <a:pt x="626070" y="871179"/>
                  <a:pt x="624056" y="867392"/>
                  <a:pt x="621289" y="864005"/>
                </a:cubicBezTo>
                <a:cubicBezTo>
                  <a:pt x="618522" y="860618"/>
                  <a:pt x="615212" y="857890"/>
                  <a:pt x="611358" y="855819"/>
                </a:cubicBezTo>
                <a:cubicBezTo>
                  <a:pt x="607506" y="853750"/>
                  <a:pt x="603403" y="852496"/>
                  <a:pt x="599052" y="852057"/>
                </a:cubicBezTo>
                <a:lnTo>
                  <a:pt x="557047" y="847829"/>
                </a:lnTo>
                <a:cubicBezTo>
                  <a:pt x="553410" y="848361"/>
                  <a:pt x="549959" y="849471"/>
                  <a:pt x="546692" y="851157"/>
                </a:cubicBezTo>
                <a:cubicBezTo>
                  <a:pt x="543424" y="852843"/>
                  <a:pt x="540522" y="855015"/>
                  <a:pt x="537981" y="857672"/>
                </a:cubicBezTo>
                <a:cubicBezTo>
                  <a:pt x="535440" y="860329"/>
                  <a:pt x="533402" y="863327"/>
                  <a:pt x="531864" y="866666"/>
                </a:cubicBezTo>
                <a:cubicBezTo>
                  <a:pt x="530326" y="870005"/>
                  <a:pt x="529374" y="873503"/>
                  <a:pt x="529005" y="877161"/>
                </a:cubicBezTo>
                <a:cubicBezTo>
                  <a:pt x="528638" y="880818"/>
                  <a:pt x="528873" y="884436"/>
                  <a:pt x="529715" y="888015"/>
                </a:cubicBezTo>
                <a:cubicBezTo>
                  <a:pt x="530557" y="891593"/>
                  <a:pt x="531957" y="894938"/>
                  <a:pt x="533918" y="898048"/>
                </a:cubicBezTo>
                <a:cubicBezTo>
                  <a:pt x="535877" y="901158"/>
                  <a:pt x="538290" y="903865"/>
                  <a:pt x="541155" y="906168"/>
                </a:cubicBezTo>
                <a:cubicBezTo>
                  <a:pt x="544020" y="908471"/>
                  <a:pt x="547181" y="910246"/>
                  <a:pt x="550639" y="911493"/>
                </a:cubicBezTo>
                <a:lnTo>
                  <a:pt x="591658" y="915622"/>
                </a:lnTo>
                <a:cubicBezTo>
                  <a:pt x="595854" y="915919"/>
                  <a:pt x="599954" y="915432"/>
                  <a:pt x="603963" y="914160"/>
                </a:cubicBezTo>
                <a:cubicBezTo>
                  <a:pt x="607971" y="912889"/>
                  <a:pt x="611603" y="910923"/>
                  <a:pt x="614860" y="908262"/>
                </a:cubicBezTo>
                <a:cubicBezTo>
                  <a:pt x="618116" y="905602"/>
                  <a:pt x="620767" y="902434"/>
                  <a:pt x="622812" y="898760"/>
                </a:cubicBezTo>
                <a:cubicBezTo>
                  <a:pt x="624856" y="895086"/>
                  <a:pt x="626151" y="891164"/>
                  <a:pt x="626695" y="886994"/>
                </a:cubicBezTo>
                <a:lnTo>
                  <a:pt x="628565" y="888177"/>
                </a:lnTo>
                <a:close/>
                <a:moveTo>
                  <a:pt x="373255" y="862478"/>
                </a:moveTo>
                <a:cubicBezTo>
                  <a:pt x="373693" y="858126"/>
                  <a:pt x="373283" y="853857"/>
                  <a:pt x="372021" y="849669"/>
                </a:cubicBezTo>
                <a:cubicBezTo>
                  <a:pt x="370760" y="845480"/>
                  <a:pt x="368746" y="841693"/>
                  <a:pt x="365979" y="838306"/>
                </a:cubicBezTo>
                <a:cubicBezTo>
                  <a:pt x="363212" y="834919"/>
                  <a:pt x="359902" y="832191"/>
                  <a:pt x="356050" y="830121"/>
                </a:cubicBezTo>
                <a:cubicBezTo>
                  <a:pt x="352196" y="828051"/>
                  <a:pt x="348093" y="826797"/>
                  <a:pt x="343742" y="826359"/>
                </a:cubicBezTo>
                <a:lnTo>
                  <a:pt x="301738" y="822131"/>
                </a:lnTo>
                <a:cubicBezTo>
                  <a:pt x="299379" y="821281"/>
                  <a:pt x="296956" y="820707"/>
                  <a:pt x="294466" y="820410"/>
                </a:cubicBezTo>
                <a:cubicBezTo>
                  <a:pt x="291978" y="820113"/>
                  <a:pt x="289486" y="820100"/>
                  <a:pt x="286993" y="820370"/>
                </a:cubicBezTo>
                <a:cubicBezTo>
                  <a:pt x="284502" y="820641"/>
                  <a:pt x="282073" y="821189"/>
                  <a:pt x="279705" y="822013"/>
                </a:cubicBezTo>
                <a:cubicBezTo>
                  <a:pt x="277338" y="822838"/>
                  <a:pt x="275093" y="823919"/>
                  <a:pt x="272972" y="825255"/>
                </a:cubicBezTo>
                <a:cubicBezTo>
                  <a:pt x="270852" y="826592"/>
                  <a:pt x="268908" y="828150"/>
                  <a:pt x="267142" y="829930"/>
                </a:cubicBezTo>
                <a:cubicBezTo>
                  <a:pt x="265376" y="831709"/>
                  <a:pt x="263834" y="833665"/>
                  <a:pt x="262514" y="835796"/>
                </a:cubicBezTo>
                <a:cubicBezTo>
                  <a:pt x="261195" y="837928"/>
                  <a:pt x="260131" y="840180"/>
                  <a:pt x="259325" y="842554"/>
                </a:cubicBezTo>
                <a:cubicBezTo>
                  <a:pt x="258519" y="844928"/>
                  <a:pt x="257990" y="847362"/>
                  <a:pt x="257739" y="849856"/>
                </a:cubicBezTo>
                <a:cubicBezTo>
                  <a:pt x="257488" y="852351"/>
                  <a:pt x="257522" y="854841"/>
                  <a:pt x="257839" y="857328"/>
                </a:cubicBezTo>
                <a:cubicBezTo>
                  <a:pt x="258155" y="859815"/>
                  <a:pt x="258749" y="862234"/>
                  <a:pt x="259617" y="864586"/>
                </a:cubicBezTo>
                <a:cubicBezTo>
                  <a:pt x="260485" y="866937"/>
                  <a:pt x="261607" y="869161"/>
                  <a:pt x="262982" y="871257"/>
                </a:cubicBezTo>
                <a:cubicBezTo>
                  <a:pt x="264358" y="873352"/>
                  <a:pt x="265951" y="875267"/>
                  <a:pt x="267764" y="876999"/>
                </a:cubicBezTo>
                <a:cubicBezTo>
                  <a:pt x="269576" y="878731"/>
                  <a:pt x="271560" y="880238"/>
                  <a:pt x="273715" y="881518"/>
                </a:cubicBezTo>
                <a:cubicBezTo>
                  <a:pt x="275870" y="882798"/>
                  <a:pt x="278143" y="883819"/>
                  <a:pt x="280530" y="884581"/>
                </a:cubicBezTo>
                <a:cubicBezTo>
                  <a:pt x="282919" y="885343"/>
                  <a:pt x="285362" y="885826"/>
                  <a:pt x="287861" y="886031"/>
                </a:cubicBezTo>
                <a:cubicBezTo>
                  <a:pt x="290359" y="886236"/>
                  <a:pt x="292849" y="886157"/>
                  <a:pt x="295329" y="885794"/>
                </a:cubicBezTo>
                <a:lnTo>
                  <a:pt x="336677" y="889956"/>
                </a:lnTo>
                <a:cubicBezTo>
                  <a:pt x="340847" y="890210"/>
                  <a:pt x="344918" y="889690"/>
                  <a:pt x="348890" y="888397"/>
                </a:cubicBezTo>
                <a:cubicBezTo>
                  <a:pt x="352862" y="887103"/>
                  <a:pt x="356459" y="885127"/>
                  <a:pt x="359680" y="882467"/>
                </a:cubicBezTo>
                <a:cubicBezTo>
                  <a:pt x="362902" y="879807"/>
                  <a:pt x="365523" y="876649"/>
                  <a:pt x="367543" y="872993"/>
                </a:cubicBezTo>
                <a:cubicBezTo>
                  <a:pt x="369565" y="869337"/>
                  <a:pt x="370846" y="865438"/>
                  <a:pt x="371385" y="861296"/>
                </a:cubicBezTo>
                <a:lnTo>
                  <a:pt x="373255" y="862478"/>
                </a:lnTo>
                <a:close/>
                <a:moveTo>
                  <a:pt x="1330441" y="1305228"/>
                </a:moveTo>
                <a:lnTo>
                  <a:pt x="1556872" y="1328020"/>
                </a:lnTo>
                <a:lnTo>
                  <a:pt x="1569028" y="1207257"/>
                </a:lnTo>
                <a:lnTo>
                  <a:pt x="1342597" y="1184465"/>
                </a:lnTo>
                <a:lnTo>
                  <a:pt x="1330441" y="1305228"/>
                </a:lnTo>
                <a:close/>
                <a:moveTo>
                  <a:pt x="186142" y="1190047"/>
                </a:moveTo>
                <a:lnTo>
                  <a:pt x="411589" y="1212740"/>
                </a:lnTo>
                <a:lnTo>
                  <a:pt x="423745" y="1091977"/>
                </a:lnTo>
                <a:lnTo>
                  <a:pt x="197314" y="1069185"/>
                </a:lnTo>
                <a:lnTo>
                  <a:pt x="186142" y="1190047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878409" y="1378336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2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2"/>
                  <a:pt x="43101" y="37837"/>
                </a:cubicBezTo>
                <a:cubicBezTo>
                  <a:pt x="44948" y="35292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1785933" y="1721915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4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1785048" y="1536561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4" y="38991"/>
                  <a:pt x="7439" y="41254"/>
                  <a:pt x="9984" y="43101"/>
                </a:cubicBezTo>
                <a:cubicBezTo>
                  <a:pt x="12528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2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1760192" y="1234273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1603488" y="1678216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5" y="47702"/>
                  <a:pt x="24527" y="47821"/>
                  <a:pt x="27632" y="47328"/>
                </a:cubicBezTo>
                <a:cubicBezTo>
                  <a:pt x="30738" y="46834"/>
                  <a:pt x="33630" y="45765"/>
                  <a:pt x="36310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4" y="17083"/>
                  <a:pt x="45766" y="14191"/>
                  <a:pt x="44121" y="11511"/>
                </a:cubicBezTo>
                <a:cubicBezTo>
                  <a:pt x="42477" y="8830"/>
                  <a:pt x="40382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4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4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1549874" y="1183898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1409056" y="1706935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6" y="47702"/>
                  <a:pt x="24527" y="47821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2"/>
                  <a:pt x="46238" y="32491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4"/>
                  <a:pt x="6568" y="7439"/>
                  <a:pt x="4721" y="9983"/>
                </a:cubicBezTo>
                <a:cubicBezTo>
                  <a:pt x="2874" y="12529"/>
                  <a:pt x="1584" y="15329"/>
                  <a:pt x="852" y="18387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1355502" y="1212364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1270723" y="1451768"/>
            <a:ext cx="48400" cy="48353"/>
          </a:xfrm>
          <a:custGeom>
            <a:avLst/>
            <a:gdLst/>
            <a:rect l="0" t="0" r="48400" b="48353"/>
            <a:pathLst>
              <a:path w="48400" h="48353" fill="norm" stroke="0">
                <a:moveTo>
                  <a:pt x="18388" y="47423"/>
                </a:moveTo>
                <a:cubicBezTo>
                  <a:pt x="21486" y="48200"/>
                  <a:pt x="24614" y="48353"/>
                  <a:pt x="27772" y="47880"/>
                </a:cubicBezTo>
                <a:cubicBezTo>
                  <a:pt x="30931" y="47406"/>
                  <a:pt x="33877" y="46345"/>
                  <a:pt x="36612" y="44695"/>
                </a:cubicBezTo>
                <a:cubicBezTo>
                  <a:pt x="39346" y="43044"/>
                  <a:pt x="41658" y="40932"/>
                  <a:pt x="43548" y="38357"/>
                </a:cubicBezTo>
                <a:cubicBezTo>
                  <a:pt x="45438" y="35782"/>
                  <a:pt x="46760" y="32943"/>
                  <a:pt x="47516" y="29840"/>
                </a:cubicBezTo>
                <a:cubicBezTo>
                  <a:pt x="48271" y="26736"/>
                  <a:pt x="48400" y="23607"/>
                  <a:pt x="47905" y="20452"/>
                </a:cubicBezTo>
                <a:cubicBezTo>
                  <a:pt x="47409" y="17297"/>
                  <a:pt x="46326" y="14358"/>
                  <a:pt x="44656" y="11636"/>
                </a:cubicBezTo>
                <a:cubicBezTo>
                  <a:pt x="42986" y="8913"/>
                  <a:pt x="40857" y="6617"/>
                  <a:pt x="38268" y="4745"/>
                </a:cubicBezTo>
                <a:cubicBezTo>
                  <a:pt x="35680" y="2874"/>
                  <a:pt x="32832" y="1573"/>
                  <a:pt x="29723" y="839"/>
                </a:cubicBezTo>
                <a:cubicBezTo>
                  <a:pt x="26614" y="107"/>
                  <a:pt x="23484" y="0"/>
                  <a:pt x="20333" y="518"/>
                </a:cubicBezTo>
                <a:cubicBezTo>
                  <a:pt x="17181" y="1036"/>
                  <a:pt x="14251" y="2140"/>
                  <a:pt x="11540" y="3830"/>
                </a:cubicBezTo>
                <a:cubicBezTo>
                  <a:pt x="8830" y="5520"/>
                  <a:pt x="6549" y="7665"/>
                  <a:pt x="4696" y="10268"/>
                </a:cubicBezTo>
                <a:cubicBezTo>
                  <a:pt x="2844" y="12869"/>
                  <a:pt x="1562" y="15727"/>
                  <a:pt x="852" y="18841"/>
                </a:cubicBezTo>
                <a:cubicBezTo>
                  <a:pt x="119" y="21899"/>
                  <a:pt x="0" y="24980"/>
                  <a:pt x="493" y="28085"/>
                </a:cubicBezTo>
                <a:cubicBezTo>
                  <a:pt x="987" y="31190"/>
                  <a:pt x="2056" y="34083"/>
                  <a:pt x="3700" y="36764"/>
                </a:cubicBezTo>
                <a:cubicBezTo>
                  <a:pt x="5345" y="39443"/>
                  <a:pt x="7439" y="41707"/>
                  <a:pt x="9984" y="43554"/>
                </a:cubicBezTo>
                <a:cubicBezTo>
                  <a:pt x="12529" y="45401"/>
                  <a:pt x="15330" y="46690"/>
                  <a:pt x="18388" y="4742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198798" y="1656305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3"/>
                </a:moveTo>
                <a:cubicBezTo>
                  <a:pt x="26376" y="120"/>
                  <a:pt x="23295" y="0"/>
                  <a:pt x="20189" y="494"/>
                </a:cubicBezTo>
                <a:cubicBezTo>
                  <a:pt x="17084" y="988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3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5"/>
                  <a:pt x="9984" y="43101"/>
                </a:cubicBezTo>
                <a:cubicBezTo>
                  <a:pt x="12529" y="44948"/>
                  <a:pt x="15330" y="46238"/>
                  <a:pt x="18388" y="46971"/>
                </a:cubicBezTo>
                <a:cubicBezTo>
                  <a:pt x="21446" y="47703"/>
                  <a:pt x="24527" y="47822"/>
                  <a:pt x="27632" y="47329"/>
                </a:cubicBezTo>
                <a:cubicBezTo>
                  <a:pt x="30738" y="46835"/>
                  <a:pt x="33631" y="45766"/>
                  <a:pt x="36311" y="44122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5"/>
                </a:cubicBezTo>
                <a:cubicBezTo>
                  <a:pt x="47702" y="26377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2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1170746" y="1235362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726186" y="662634"/>
            <a:ext cx="1653231" cy="1653109"/>
          </a:xfrm>
          <a:custGeom>
            <a:avLst/>
            <a:gdLst/>
            <a:rect l="0" t="0" r="1653231" b="1653109"/>
            <a:pathLst>
              <a:path w="1653231" h="1653109" fill="norm" stroke="0">
                <a:moveTo>
                  <a:pt x="1614661" y="668348"/>
                </a:moveTo>
                <a:cubicBezTo>
                  <a:pt x="1616418" y="669309"/>
                  <a:pt x="1618261" y="670057"/>
                  <a:pt x="1620190" y="670592"/>
                </a:cubicBezTo>
                <a:cubicBezTo>
                  <a:pt x="1622119" y="671128"/>
                  <a:pt x="1624084" y="671438"/>
                  <a:pt x="1626085" y="671520"/>
                </a:cubicBezTo>
                <a:cubicBezTo>
                  <a:pt x="1628086" y="671603"/>
                  <a:pt x="1630069" y="671457"/>
                  <a:pt x="1632036" y="671083"/>
                </a:cubicBezTo>
                <a:cubicBezTo>
                  <a:pt x="1634003" y="670709"/>
                  <a:pt x="1635902" y="670116"/>
                  <a:pt x="1637732" y="669303"/>
                </a:cubicBezTo>
                <a:cubicBezTo>
                  <a:pt x="1639562" y="668491"/>
                  <a:pt x="1641276" y="667482"/>
                  <a:pt x="1642873" y="666274"/>
                </a:cubicBezTo>
                <a:cubicBezTo>
                  <a:pt x="1644471" y="665067"/>
                  <a:pt x="1645910" y="663694"/>
                  <a:pt x="1647191" y="662155"/>
                </a:cubicBezTo>
                <a:cubicBezTo>
                  <a:pt x="1648472" y="660616"/>
                  <a:pt x="1649561" y="658952"/>
                  <a:pt x="1650458" y="657161"/>
                </a:cubicBezTo>
                <a:cubicBezTo>
                  <a:pt x="1651355" y="655372"/>
                  <a:pt x="1652037" y="653503"/>
                  <a:pt x="1652503" y="651556"/>
                </a:cubicBezTo>
                <a:cubicBezTo>
                  <a:pt x="1652970" y="649608"/>
                  <a:pt x="1653208" y="647634"/>
                  <a:pt x="1653219" y="645632"/>
                </a:cubicBezTo>
                <a:cubicBezTo>
                  <a:pt x="1653231" y="643630"/>
                  <a:pt x="1653014" y="641652"/>
                  <a:pt x="1652569" y="639700"/>
                </a:cubicBezTo>
                <a:cubicBezTo>
                  <a:pt x="1652125" y="637748"/>
                  <a:pt x="1651464" y="635872"/>
                  <a:pt x="1650586" y="634072"/>
                </a:cubicBezTo>
                <a:cubicBezTo>
                  <a:pt x="1649709" y="632272"/>
                  <a:pt x="1648639" y="630596"/>
                  <a:pt x="1647375" y="629042"/>
                </a:cubicBezTo>
                <a:cubicBezTo>
                  <a:pt x="1646112" y="627489"/>
                  <a:pt x="1644688" y="626100"/>
                  <a:pt x="1643104" y="624875"/>
                </a:cubicBezTo>
                <a:cubicBezTo>
                  <a:pt x="1641520" y="623650"/>
                  <a:pt x="1639818" y="622622"/>
                  <a:pt x="1637997" y="621789"/>
                </a:cubicBezTo>
                <a:cubicBezTo>
                  <a:pt x="1636176" y="620957"/>
                  <a:pt x="1634284" y="620342"/>
                  <a:pt x="1632321" y="619946"/>
                </a:cubicBezTo>
                <a:cubicBezTo>
                  <a:pt x="1630358" y="619550"/>
                  <a:pt x="1628376" y="619382"/>
                  <a:pt x="1626375" y="619442"/>
                </a:cubicBezTo>
                <a:lnTo>
                  <a:pt x="1483460" y="585212"/>
                </a:lnTo>
                <a:lnTo>
                  <a:pt x="1522971" y="420250"/>
                </a:lnTo>
                <a:cubicBezTo>
                  <a:pt x="1523776" y="416890"/>
                  <a:pt x="1523907" y="413503"/>
                  <a:pt x="1523365" y="410091"/>
                </a:cubicBezTo>
                <a:cubicBezTo>
                  <a:pt x="1522822" y="406679"/>
                  <a:pt x="1521648" y="403500"/>
                  <a:pt x="1519841" y="400555"/>
                </a:cubicBezTo>
                <a:cubicBezTo>
                  <a:pt x="1518034" y="397610"/>
                  <a:pt x="1515732" y="395122"/>
                  <a:pt x="1512936" y="393093"/>
                </a:cubicBezTo>
                <a:cubicBezTo>
                  <a:pt x="1510139" y="391064"/>
                  <a:pt x="1507061" y="389646"/>
                  <a:pt x="1503701" y="388841"/>
                </a:cubicBezTo>
                <a:lnTo>
                  <a:pt x="1339500" y="349512"/>
                </a:lnTo>
                <a:lnTo>
                  <a:pt x="1373549" y="207357"/>
                </a:lnTo>
                <a:cubicBezTo>
                  <a:pt x="1374702" y="205610"/>
                  <a:pt x="1375631" y="203750"/>
                  <a:pt x="1376336" y="201779"/>
                </a:cubicBezTo>
                <a:cubicBezTo>
                  <a:pt x="1377040" y="199808"/>
                  <a:pt x="1377501" y="197782"/>
                  <a:pt x="1377717" y="195699"/>
                </a:cubicBezTo>
                <a:cubicBezTo>
                  <a:pt x="1377934" y="193617"/>
                  <a:pt x="1377899" y="191539"/>
                  <a:pt x="1377615" y="189465"/>
                </a:cubicBezTo>
                <a:cubicBezTo>
                  <a:pt x="1377330" y="187391"/>
                  <a:pt x="1376803" y="185380"/>
                  <a:pt x="1376034" y="183433"/>
                </a:cubicBezTo>
                <a:cubicBezTo>
                  <a:pt x="1375265" y="181487"/>
                  <a:pt x="1374276" y="179659"/>
                  <a:pt x="1373066" y="177950"/>
                </a:cubicBezTo>
                <a:cubicBezTo>
                  <a:pt x="1371856" y="176241"/>
                  <a:pt x="1370461" y="174701"/>
                  <a:pt x="1368880" y="173329"/>
                </a:cubicBezTo>
                <a:cubicBezTo>
                  <a:pt x="1367299" y="171957"/>
                  <a:pt x="1365578" y="170792"/>
                  <a:pt x="1363716" y="169835"/>
                </a:cubicBezTo>
                <a:cubicBezTo>
                  <a:pt x="1361854" y="168877"/>
                  <a:pt x="1359906" y="168155"/>
                  <a:pt x="1357870" y="167667"/>
                </a:cubicBezTo>
                <a:cubicBezTo>
                  <a:pt x="1355834" y="167180"/>
                  <a:pt x="1353769" y="166941"/>
                  <a:pt x="1351676" y="166951"/>
                </a:cubicBezTo>
                <a:cubicBezTo>
                  <a:pt x="1349583" y="166961"/>
                  <a:pt x="1347520" y="167219"/>
                  <a:pt x="1345489" y="167726"/>
                </a:cubicBezTo>
                <a:cubicBezTo>
                  <a:pt x="1343458" y="168233"/>
                  <a:pt x="1341516" y="168974"/>
                  <a:pt x="1339664" y="169949"/>
                </a:cubicBezTo>
                <a:cubicBezTo>
                  <a:pt x="1337811" y="170924"/>
                  <a:pt x="1336101" y="172106"/>
                  <a:pt x="1334534" y="173493"/>
                </a:cubicBezTo>
                <a:cubicBezTo>
                  <a:pt x="1332966" y="174880"/>
                  <a:pt x="1331585" y="176434"/>
                  <a:pt x="1330392" y="178154"/>
                </a:cubicBezTo>
                <a:cubicBezTo>
                  <a:pt x="1329198" y="179874"/>
                  <a:pt x="1328227" y="181711"/>
                  <a:pt x="1327476" y="183666"/>
                </a:cubicBezTo>
                <a:cubicBezTo>
                  <a:pt x="1326726" y="185620"/>
                  <a:pt x="1326218" y="187635"/>
                  <a:pt x="1325953" y="189712"/>
                </a:cubicBezTo>
                <a:cubicBezTo>
                  <a:pt x="1325689" y="191788"/>
                  <a:pt x="1325674" y="193866"/>
                  <a:pt x="1325910" y="195947"/>
                </a:cubicBezTo>
                <a:lnTo>
                  <a:pt x="1291680" y="338862"/>
                </a:lnTo>
                <a:lnTo>
                  <a:pt x="1164981" y="308515"/>
                </a:lnTo>
                <a:lnTo>
                  <a:pt x="1199212" y="165600"/>
                </a:lnTo>
                <a:cubicBezTo>
                  <a:pt x="1200017" y="162240"/>
                  <a:pt x="1200148" y="158854"/>
                  <a:pt x="1199606" y="155441"/>
                </a:cubicBezTo>
                <a:cubicBezTo>
                  <a:pt x="1199064" y="152029"/>
                  <a:pt x="1197889" y="148850"/>
                  <a:pt x="1196082" y="145905"/>
                </a:cubicBezTo>
                <a:cubicBezTo>
                  <a:pt x="1194275" y="142959"/>
                  <a:pt x="1191974" y="140472"/>
                  <a:pt x="1189177" y="138443"/>
                </a:cubicBezTo>
                <a:cubicBezTo>
                  <a:pt x="1186381" y="136413"/>
                  <a:pt x="1183302" y="134996"/>
                  <a:pt x="1179942" y="134191"/>
                </a:cubicBezTo>
                <a:cubicBezTo>
                  <a:pt x="1176582" y="133386"/>
                  <a:pt x="1173195" y="133255"/>
                  <a:pt x="1169783" y="133797"/>
                </a:cubicBezTo>
                <a:cubicBezTo>
                  <a:pt x="1166371" y="134340"/>
                  <a:pt x="1163192" y="135514"/>
                  <a:pt x="1160246" y="137321"/>
                </a:cubicBezTo>
                <a:cubicBezTo>
                  <a:pt x="1157301" y="139128"/>
                  <a:pt x="1154814" y="141430"/>
                  <a:pt x="1152785" y="144227"/>
                </a:cubicBezTo>
                <a:cubicBezTo>
                  <a:pt x="1150755" y="147023"/>
                  <a:pt x="1149338" y="150102"/>
                  <a:pt x="1148533" y="153462"/>
                </a:cubicBezTo>
                <a:lnTo>
                  <a:pt x="1114302" y="296377"/>
                </a:lnTo>
                <a:lnTo>
                  <a:pt x="987604" y="266030"/>
                </a:lnTo>
                <a:lnTo>
                  <a:pt x="1021835" y="123115"/>
                </a:lnTo>
                <a:cubicBezTo>
                  <a:pt x="1022640" y="119755"/>
                  <a:pt x="1022771" y="116368"/>
                  <a:pt x="1022229" y="112956"/>
                </a:cubicBezTo>
                <a:cubicBezTo>
                  <a:pt x="1021687" y="109544"/>
                  <a:pt x="1020512" y="106365"/>
                  <a:pt x="1018705" y="103419"/>
                </a:cubicBezTo>
                <a:cubicBezTo>
                  <a:pt x="1016898" y="100474"/>
                  <a:pt x="1014596" y="97987"/>
                  <a:pt x="1011800" y="95958"/>
                </a:cubicBezTo>
                <a:cubicBezTo>
                  <a:pt x="1009003" y="93928"/>
                  <a:pt x="1005925" y="92511"/>
                  <a:pt x="1002565" y="91706"/>
                </a:cubicBezTo>
                <a:cubicBezTo>
                  <a:pt x="999205" y="90901"/>
                  <a:pt x="995818" y="90770"/>
                  <a:pt x="992406" y="91312"/>
                </a:cubicBezTo>
                <a:cubicBezTo>
                  <a:pt x="988993" y="91855"/>
                  <a:pt x="985814" y="93029"/>
                  <a:pt x="982869" y="94836"/>
                </a:cubicBezTo>
                <a:cubicBezTo>
                  <a:pt x="979924" y="96643"/>
                  <a:pt x="977437" y="98945"/>
                  <a:pt x="975407" y="101741"/>
                </a:cubicBezTo>
                <a:cubicBezTo>
                  <a:pt x="973378" y="104538"/>
                  <a:pt x="971961" y="107616"/>
                  <a:pt x="971156" y="110976"/>
                </a:cubicBezTo>
                <a:lnTo>
                  <a:pt x="936925" y="253891"/>
                </a:lnTo>
                <a:lnTo>
                  <a:pt x="810227" y="223545"/>
                </a:lnTo>
                <a:lnTo>
                  <a:pt x="844458" y="80630"/>
                </a:lnTo>
                <a:cubicBezTo>
                  <a:pt x="845419" y="78873"/>
                  <a:pt x="846167" y="77030"/>
                  <a:pt x="846703" y="75101"/>
                </a:cubicBezTo>
                <a:cubicBezTo>
                  <a:pt x="847238" y="73172"/>
                  <a:pt x="847548" y="71207"/>
                  <a:pt x="847631" y="69206"/>
                </a:cubicBezTo>
                <a:cubicBezTo>
                  <a:pt x="847714" y="67205"/>
                  <a:pt x="847568" y="65222"/>
                  <a:pt x="847193" y="63255"/>
                </a:cubicBezTo>
                <a:cubicBezTo>
                  <a:pt x="846819" y="61288"/>
                  <a:pt x="846226" y="59389"/>
                  <a:pt x="845414" y="57559"/>
                </a:cubicBezTo>
                <a:cubicBezTo>
                  <a:pt x="844601" y="55729"/>
                  <a:pt x="843592" y="54015"/>
                  <a:pt x="842385" y="52418"/>
                </a:cubicBezTo>
                <a:cubicBezTo>
                  <a:pt x="841177" y="50820"/>
                  <a:pt x="839804" y="49381"/>
                  <a:pt x="838265" y="48100"/>
                </a:cubicBezTo>
                <a:cubicBezTo>
                  <a:pt x="836726" y="46820"/>
                  <a:pt x="835062" y="45731"/>
                  <a:pt x="833272" y="44833"/>
                </a:cubicBezTo>
                <a:cubicBezTo>
                  <a:pt x="831482" y="43936"/>
                  <a:pt x="829613" y="43255"/>
                  <a:pt x="827666" y="42788"/>
                </a:cubicBezTo>
                <a:cubicBezTo>
                  <a:pt x="825719" y="42321"/>
                  <a:pt x="823744" y="42083"/>
                  <a:pt x="821742" y="42072"/>
                </a:cubicBezTo>
                <a:cubicBezTo>
                  <a:pt x="819740" y="42060"/>
                  <a:pt x="817762" y="42277"/>
                  <a:pt x="815810" y="42722"/>
                </a:cubicBezTo>
                <a:cubicBezTo>
                  <a:pt x="813858" y="43166"/>
                  <a:pt x="811982" y="43828"/>
                  <a:pt x="810182" y="44705"/>
                </a:cubicBezTo>
                <a:cubicBezTo>
                  <a:pt x="808382" y="45582"/>
                  <a:pt x="806705" y="46652"/>
                  <a:pt x="805152" y="47916"/>
                </a:cubicBezTo>
                <a:cubicBezTo>
                  <a:pt x="803599" y="49179"/>
                  <a:pt x="802210" y="50603"/>
                  <a:pt x="800985" y="52188"/>
                </a:cubicBezTo>
                <a:cubicBezTo>
                  <a:pt x="799760" y="53771"/>
                  <a:pt x="798732" y="55473"/>
                  <a:pt x="797899" y="57294"/>
                </a:cubicBezTo>
                <a:cubicBezTo>
                  <a:pt x="797067" y="59116"/>
                  <a:pt x="796452" y="61007"/>
                  <a:pt x="796056" y="62970"/>
                </a:cubicBezTo>
                <a:cubicBezTo>
                  <a:pt x="795660" y="64932"/>
                  <a:pt x="795492" y="66915"/>
                  <a:pt x="795552" y="68916"/>
                </a:cubicBezTo>
                <a:lnTo>
                  <a:pt x="761321" y="211831"/>
                </a:lnTo>
                <a:lnTo>
                  <a:pt x="634623" y="181485"/>
                </a:lnTo>
                <a:lnTo>
                  <a:pt x="668854" y="38570"/>
                </a:lnTo>
                <a:cubicBezTo>
                  <a:pt x="669815" y="36812"/>
                  <a:pt x="670563" y="34970"/>
                  <a:pt x="671099" y="33041"/>
                </a:cubicBezTo>
                <a:cubicBezTo>
                  <a:pt x="671635" y="31111"/>
                  <a:pt x="671944" y="29146"/>
                  <a:pt x="672027" y="27146"/>
                </a:cubicBezTo>
                <a:cubicBezTo>
                  <a:pt x="672110" y="25145"/>
                  <a:pt x="671964" y="23161"/>
                  <a:pt x="671590" y="21195"/>
                </a:cubicBezTo>
                <a:cubicBezTo>
                  <a:pt x="671215" y="19228"/>
                  <a:pt x="670622" y="17329"/>
                  <a:pt x="669810" y="15499"/>
                </a:cubicBezTo>
                <a:cubicBezTo>
                  <a:pt x="668998" y="13669"/>
                  <a:pt x="667988" y="11955"/>
                  <a:pt x="666781" y="10358"/>
                </a:cubicBezTo>
                <a:cubicBezTo>
                  <a:pt x="665574" y="8760"/>
                  <a:pt x="664201" y="7320"/>
                  <a:pt x="662662" y="6040"/>
                </a:cubicBezTo>
                <a:cubicBezTo>
                  <a:pt x="661123" y="4759"/>
                  <a:pt x="659458" y="3670"/>
                  <a:pt x="657668" y="2773"/>
                </a:cubicBezTo>
                <a:cubicBezTo>
                  <a:pt x="655878" y="1876"/>
                  <a:pt x="654010" y="1194"/>
                  <a:pt x="652063" y="728"/>
                </a:cubicBezTo>
                <a:cubicBezTo>
                  <a:pt x="650115" y="261"/>
                  <a:pt x="648141" y="22"/>
                  <a:pt x="646138" y="12"/>
                </a:cubicBezTo>
                <a:cubicBezTo>
                  <a:pt x="644136" y="0"/>
                  <a:pt x="642159" y="217"/>
                  <a:pt x="640207" y="661"/>
                </a:cubicBezTo>
                <a:cubicBezTo>
                  <a:pt x="638254" y="1106"/>
                  <a:pt x="636378" y="1767"/>
                  <a:pt x="634578" y="2644"/>
                </a:cubicBezTo>
                <a:cubicBezTo>
                  <a:pt x="632778" y="3521"/>
                  <a:pt x="631102" y="4592"/>
                  <a:pt x="629549" y="5855"/>
                </a:cubicBezTo>
                <a:cubicBezTo>
                  <a:pt x="627996" y="7119"/>
                  <a:pt x="626607" y="8543"/>
                  <a:pt x="625382" y="10127"/>
                </a:cubicBezTo>
                <a:cubicBezTo>
                  <a:pt x="624157" y="11711"/>
                  <a:pt x="623128" y="13413"/>
                  <a:pt x="622296" y="15234"/>
                </a:cubicBezTo>
                <a:cubicBezTo>
                  <a:pt x="621463" y="17055"/>
                  <a:pt x="620849" y="18947"/>
                  <a:pt x="620452" y="20910"/>
                </a:cubicBezTo>
                <a:cubicBezTo>
                  <a:pt x="620056" y="22872"/>
                  <a:pt x="619888" y="24854"/>
                  <a:pt x="619949" y="26856"/>
                </a:cubicBezTo>
                <a:lnTo>
                  <a:pt x="585718" y="169771"/>
                </a:lnTo>
                <a:lnTo>
                  <a:pt x="420250" y="130139"/>
                </a:lnTo>
                <a:cubicBezTo>
                  <a:pt x="416890" y="129333"/>
                  <a:pt x="413504" y="129202"/>
                  <a:pt x="410091" y="129745"/>
                </a:cubicBezTo>
                <a:cubicBezTo>
                  <a:pt x="406679" y="130287"/>
                  <a:pt x="403500" y="131462"/>
                  <a:pt x="400555" y="133269"/>
                </a:cubicBezTo>
                <a:cubicBezTo>
                  <a:pt x="397610" y="135075"/>
                  <a:pt x="395122" y="137377"/>
                  <a:pt x="393093" y="140174"/>
                </a:cubicBezTo>
                <a:cubicBezTo>
                  <a:pt x="391063" y="142970"/>
                  <a:pt x="389646" y="146048"/>
                  <a:pt x="388841" y="149409"/>
                </a:cubicBezTo>
                <a:lnTo>
                  <a:pt x="349330" y="314369"/>
                </a:lnTo>
                <a:lnTo>
                  <a:pt x="207175" y="280321"/>
                </a:lnTo>
                <a:cubicBezTo>
                  <a:pt x="205418" y="279360"/>
                  <a:pt x="203575" y="278612"/>
                  <a:pt x="201646" y="278076"/>
                </a:cubicBezTo>
                <a:cubicBezTo>
                  <a:pt x="199717" y="277540"/>
                  <a:pt x="197752" y="277230"/>
                  <a:pt x="195751" y="277147"/>
                </a:cubicBezTo>
                <a:cubicBezTo>
                  <a:pt x="193751" y="277064"/>
                  <a:pt x="191767" y="277210"/>
                  <a:pt x="189800" y="277585"/>
                </a:cubicBezTo>
                <a:cubicBezTo>
                  <a:pt x="187833" y="277960"/>
                  <a:pt x="185935" y="278553"/>
                  <a:pt x="184104" y="279365"/>
                </a:cubicBezTo>
                <a:cubicBezTo>
                  <a:pt x="182274" y="280177"/>
                  <a:pt x="180560" y="281187"/>
                  <a:pt x="178963" y="282394"/>
                </a:cubicBezTo>
                <a:cubicBezTo>
                  <a:pt x="177365" y="283601"/>
                  <a:pt x="175926" y="284974"/>
                  <a:pt x="174645" y="286513"/>
                </a:cubicBezTo>
                <a:cubicBezTo>
                  <a:pt x="173365" y="288052"/>
                  <a:pt x="172276" y="289716"/>
                  <a:pt x="171378" y="291506"/>
                </a:cubicBezTo>
                <a:cubicBezTo>
                  <a:pt x="170481" y="293297"/>
                  <a:pt x="169799" y="295165"/>
                  <a:pt x="169333" y="297112"/>
                </a:cubicBezTo>
                <a:cubicBezTo>
                  <a:pt x="168867" y="299059"/>
                  <a:pt x="168628" y="301034"/>
                  <a:pt x="168617" y="303037"/>
                </a:cubicBezTo>
                <a:cubicBezTo>
                  <a:pt x="168606" y="305039"/>
                  <a:pt x="168822" y="307016"/>
                  <a:pt x="169267" y="308968"/>
                </a:cubicBezTo>
                <a:cubicBezTo>
                  <a:pt x="169712" y="310921"/>
                  <a:pt x="170373" y="312796"/>
                  <a:pt x="171250" y="314596"/>
                </a:cubicBezTo>
                <a:cubicBezTo>
                  <a:pt x="172127" y="316396"/>
                  <a:pt x="173197" y="318073"/>
                  <a:pt x="174461" y="319626"/>
                </a:cubicBezTo>
                <a:cubicBezTo>
                  <a:pt x="175725" y="321179"/>
                  <a:pt x="177148" y="322568"/>
                  <a:pt x="178732" y="323793"/>
                </a:cubicBezTo>
                <a:cubicBezTo>
                  <a:pt x="180316" y="325018"/>
                  <a:pt x="182019" y="326047"/>
                  <a:pt x="183840" y="326879"/>
                </a:cubicBezTo>
                <a:cubicBezTo>
                  <a:pt x="185661" y="327712"/>
                  <a:pt x="187552" y="328326"/>
                  <a:pt x="189515" y="328723"/>
                </a:cubicBezTo>
                <a:cubicBezTo>
                  <a:pt x="191478" y="329119"/>
                  <a:pt x="193460" y="329287"/>
                  <a:pt x="195461" y="329226"/>
                </a:cubicBezTo>
                <a:lnTo>
                  <a:pt x="338376" y="363457"/>
                </a:lnTo>
                <a:lnTo>
                  <a:pt x="308030" y="490155"/>
                </a:lnTo>
                <a:lnTo>
                  <a:pt x="165114" y="455924"/>
                </a:lnTo>
                <a:cubicBezTo>
                  <a:pt x="163358" y="454921"/>
                  <a:pt x="161510" y="454134"/>
                  <a:pt x="159570" y="453561"/>
                </a:cubicBezTo>
                <a:cubicBezTo>
                  <a:pt x="157631" y="452988"/>
                  <a:pt x="155651" y="452646"/>
                  <a:pt x="153631" y="452534"/>
                </a:cubicBezTo>
                <a:cubicBezTo>
                  <a:pt x="151612" y="452423"/>
                  <a:pt x="149607" y="452544"/>
                  <a:pt x="147615" y="452899"/>
                </a:cubicBezTo>
                <a:cubicBezTo>
                  <a:pt x="145624" y="453255"/>
                  <a:pt x="143701" y="453834"/>
                  <a:pt x="141844" y="454637"/>
                </a:cubicBezTo>
                <a:cubicBezTo>
                  <a:pt x="139988" y="455440"/>
                  <a:pt x="138249" y="456447"/>
                  <a:pt x="136627" y="457655"/>
                </a:cubicBezTo>
                <a:cubicBezTo>
                  <a:pt x="135005" y="458863"/>
                  <a:pt x="133544" y="460242"/>
                  <a:pt x="132243" y="461790"/>
                </a:cubicBezTo>
                <a:cubicBezTo>
                  <a:pt x="130942" y="463338"/>
                  <a:pt x="129836" y="465016"/>
                  <a:pt x="128926" y="466822"/>
                </a:cubicBezTo>
                <a:cubicBezTo>
                  <a:pt x="128015" y="468628"/>
                  <a:pt x="127324" y="470515"/>
                  <a:pt x="126853" y="472481"/>
                </a:cubicBezTo>
                <a:cubicBezTo>
                  <a:pt x="126382" y="474449"/>
                  <a:pt x="126143" y="476443"/>
                  <a:pt x="126137" y="478465"/>
                </a:cubicBezTo>
                <a:cubicBezTo>
                  <a:pt x="126130" y="480489"/>
                  <a:pt x="126356" y="482485"/>
                  <a:pt x="126814" y="484454"/>
                </a:cubicBezTo>
                <a:cubicBezTo>
                  <a:pt x="127272" y="486425"/>
                  <a:pt x="127951" y="488315"/>
                  <a:pt x="128849" y="490127"/>
                </a:cubicBezTo>
                <a:cubicBezTo>
                  <a:pt x="129748" y="491939"/>
                  <a:pt x="130843" y="493623"/>
                  <a:pt x="132134" y="495181"/>
                </a:cubicBezTo>
                <a:cubicBezTo>
                  <a:pt x="133424" y="496738"/>
                  <a:pt x="134877" y="498125"/>
                  <a:pt x="136491" y="499345"/>
                </a:cubicBezTo>
                <a:cubicBezTo>
                  <a:pt x="138105" y="500563"/>
                  <a:pt x="139838" y="501580"/>
                  <a:pt x="141688" y="502396"/>
                </a:cubicBezTo>
                <a:cubicBezTo>
                  <a:pt x="143539" y="503211"/>
                  <a:pt x="145459" y="503803"/>
                  <a:pt x="147448" y="504172"/>
                </a:cubicBezTo>
                <a:cubicBezTo>
                  <a:pt x="149437" y="504540"/>
                  <a:pt x="151441" y="504675"/>
                  <a:pt x="153461" y="504576"/>
                </a:cubicBezTo>
                <a:lnTo>
                  <a:pt x="296377" y="538807"/>
                </a:lnTo>
                <a:lnTo>
                  <a:pt x="266030" y="665505"/>
                </a:lnTo>
                <a:lnTo>
                  <a:pt x="123115" y="631274"/>
                </a:lnTo>
                <a:cubicBezTo>
                  <a:pt x="119755" y="630469"/>
                  <a:pt x="116368" y="630338"/>
                  <a:pt x="112956" y="630880"/>
                </a:cubicBezTo>
                <a:cubicBezTo>
                  <a:pt x="109543" y="631423"/>
                  <a:pt x="106364" y="632597"/>
                  <a:pt x="103419" y="634405"/>
                </a:cubicBezTo>
                <a:cubicBezTo>
                  <a:pt x="100474" y="636212"/>
                  <a:pt x="97987" y="638513"/>
                  <a:pt x="95957" y="641310"/>
                </a:cubicBezTo>
                <a:cubicBezTo>
                  <a:pt x="93928" y="644106"/>
                  <a:pt x="92511" y="647185"/>
                  <a:pt x="91706" y="650545"/>
                </a:cubicBezTo>
                <a:cubicBezTo>
                  <a:pt x="90901" y="653905"/>
                  <a:pt x="90770" y="657291"/>
                  <a:pt x="91312" y="660703"/>
                </a:cubicBezTo>
                <a:cubicBezTo>
                  <a:pt x="91854" y="664116"/>
                  <a:pt x="93029" y="667295"/>
                  <a:pt x="94836" y="670240"/>
                </a:cubicBezTo>
                <a:cubicBezTo>
                  <a:pt x="96643" y="673185"/>
                  <a:pt x="98945" y="675673"/>
                  <a:pt x="101741" y="677702"/>
                </a:cubicBezTo>
                <a:cubicBezTo>
                  <a:pt x="104538" y="679731"/>
                  <a:pt x="107616" y="681148"/>
                  <a:pt x="110976" y="681954"/>
                </a:cubicBezTo>
                <a:lnTo>
                  <a:pt x="253892" y="716184"/>
                </a:lnTo>
                <a:lnTo>
                  <a:pt x="223545" y="842883"/>
                </a:lnTo>
                <a:lnTo>
                  <a:pt x="80630" y="808651"/>
                </a:lnTo>
                <a:cubicBezTo>
                  <a:pt x="78873" y="807691"/>
                  <a:pt x="77030" y="806942"/>
                  <a:pt x="75101" y="806407"/>
                </a:cubicBezTo>
                <a:cubicBezTo>
                  <a:pt x="73171" y="805871"/>
                  <a:pt x="71207" y="805562"/>
                  <a:pt x="69206" y="805479"/>
                </a:cubicBezTo>
                <a:cubicBezTo>
                  <a:pt x="67205" y="805396"/>
                  <a:pt x="65222" y="805542"/>
                  <a:pt x="63255" y="805916"/>
                </a:cubicBezTo>
                <a:cubicBezTo>
                  <a:pt x="61288" y="806290"/>
                  <a:pt x="59389" y="806883"/>
                  <a:pt x="57559" y="807696"/>
                </a:cubicBezTo>
                <a:cubicBezTo>
                  <a:pt x="55729" y="808508"/>
                  <a:pt x="54015" y="809517"/>
                  <a:pt x="52418" y="810725"/>
                </a:cubicBezTo>
                <a:cubicBezTo>
                  <a:pt x="50820" y="811932"/>
                  <a:pt x="49381" y="813305"/>
                  <a:pt x="48100" y="814844"/>
                </a:cubicBezTo>
                <a:cubicBezTo>
                  <a:pt x="46819" y="816383"/>
                  <a:pt x="45730" y="818048"/>
                  <a:pt x="44833" y="819838"/>
                </a:cubicBezTo>
                <a:cubicBezTo>
                  <a:pt x="43936" y="821627"/>
                  <a:pt x="43254" y="823496"/>
                  <a:pt x="42788" y="825443"/>
                </a:cubicBezTo>
                <a:cubicBezTo>
                  <a:pt x="42321" y="827391"/>
                  <a:pt x="42083" y="829365"/>
                  <a:pt x="42071" y="831367"/>
                </a:cubicBezTo>
                <a:cubicBezTo>
                  <a:pt x="42060" y="833369"/>
                  <a:pt x="42277" y="835347"/>
                  <a:pt x="42722" y="837299"/>
                </a:cubicBezTo>
                <a:cubicBezTo>
                  <a:pt x="43166" y="839251"/>
                  <a:pt x="43827" y="841128"/>
                  <a:pt x="44704" y="842928"/>
                </a:cubicBezTo>
                <a:cubicBezTo>
                  <a:pt x="45582" y="844728"/>
                  <a:pt x="46652" y="846404"/>
                  <a:pt x="47916" y="847957"/>
                </a:cubicBezTo>
                <a:cubicBezTo>
                  <a:pt x="49179" y="849510"/>
                  <a:pt x="50603" y="850899"/>
                  <a:pt x="52187" y="852124"/>
                </a:cubicBezTo>
                <a:cubicBezTo>
                  <a:pt x="53771" y="853349"/>
                  <a:pt x="55473" y="854377"/>
                  <a:pt x="57294" y="855210"/>
                </a:cubicBezTo>
                <a:cubicBezTo>
                  <a:pt x="59115" y="856042"/>
                  <a:pt x="61007" y="856657"/>
                  <a:pt x="62970" y="857053"/>
                </a:cubicBezTo>
                <a:cubicBezTo>
                  <a:pt x="64932" y="857450"/>
                  <a:pt x="66914" y="857617"/>
                  <a:pt x="68916" y="857557"/>
                </a:cubicBezTo>
                <a:lnTo>
                  <a:pt x="211831" y="891788"/>
                </a:lnTo>
                <a:lnTo>
                  <a:pt x="181485" y="1018486"/>
                </a:lnTo>
                <a:lnTo>
                  <a:pt x="38569" y="984255"/>
                </a:lnTo>
                <a:cubicBezTo>
                  <a:pt x="36812" y="983294"/>
                  <a:pt x="34970" y="982546"/>
                  <a:pt x="33040" y="982010"/>
                </a:cubicBezTo>
                <a:cubicBezTo>
                  <a:pt x="31111" y="981474"/>
                  <a:pt x="29146" y="981165"/>
                  <a:pt x="27146" y="981082"/>
                </a:cubicBezTo>
                <a:cubicBezTo>
                  <a:pt x="25145" y="980999"/>
                  <a:pt x="23161" y="981145"/>
                  <a:pt x="21194" y="981519"/>
                </a:cubicBezTo>
                <a:cubicBezTo>
                  <a:pt x="19227" y="981894"/>
                  <a:pt x="17329" y="982487"/>
                  <a:pt x="15499" y="983299"/>
                </a:cubicBezTo>
                <a:cubicBezTo>
                  <a:pt x="13668" y="984111"/>
                  <a:pt x="11955" y="985120"/>
                  <a:pt x="10357" y="986328"/>
                </a:cubicBezTo>
                <a:cubicBezTo>
                  <a:pt x="8760" y="987535"/>
                  <a:pt x="7321" y="988909"/>
                  <a:pt x="6040" y="990447"/>
                </a:cubicBezTo>
                <a:cubicBezTo>
                  <a:pt x="4759" y="991986"/>
                  <a:pt x="3670" y="993651"/>
                  <a:pt x="2773" y="995441"/>
                </a:cubicBezTo>
                <a:cubicBezTo>
                  <a:pt x="1876" y="997231"/>
                  <a:pt x="1194" y="999099"/>
                  <a:pt x="727" y="1001047"/>
                </a:cubicBezTo>
                <a:cubicBezTo>
                  <a:pt x="261" y="1002994"/>
                  <a:pt x="22" y="1004969"/>
                  <a:pt x="11" y="1006970"/>
                </a:cubicBezTo>
                <a:cubicBezTo>
                  <a:pt x="0" y="1008973"/>
                  <a:pt x="217" y="1010950"/>
                  <a:pt x="661" y="1012903"/>
                </a:cubicBezTo>
                <a:cubicBezTo>
                  <a:pt x="1106" y="1014854"/>
                  <a:pt x="1767" y="1016731"/>
                  <a:pt x="2644" y="1018531"/>
                </a:cubicBezTo>
                <a:cubicBezTo>
                  <a:pt x="3521" y="1020331"/>
                  <a:pt x="4592" y="1022007"/>
                  <a:pt x="5855" y="1023560"/>
                </a:cubicBezTo>
                <a:cubicBezTo>
                  <a:pt x="7119" y="1025113"/>
                  <a:pt x="8543" y="1026502"/>
                  <a:pt x="10127" y="1027727"/>
                </a:cubicBezTo>
                <a:cubicBezTo>
                  <a:pt x="11710" y="1028952"/>
                  <a:pt x="13413" y="1029981"/>
                  <a:pt x="15234" y="1030814"/>
                </a:cubicBezTo>
                <a:cubicBezTo>
                  <a:pt x="17055" y="1031646"/>
                  <a:pt x="18947" y="1032260"/>
                  <a:pt x="20909" y="1032656"/>
                </a:cubicBezTo>
                <a:cubicBezTo>
                  <a:pt x="22872" y="1033053"/>
                  <a:pt x="24854" y="1033221"/>
                  <a:pt x="26855" y="1033160"/>
                </a:cubicBezTo>
                <a:lnTo>
                  <a:pt x="169771" y="1067391"/>
                </a:lnTo>
                <a:lnTo>
                  <a:pt x="130260" y="1232353"/>
                </a:lnTo>
                <a:cubicBezTo>
                  <a:pt x="129455" y="1235712"/>
                  <a:pt x="129323" y="1239099"/>
                  <a:pt x="129866" y="1242511"/>
                </a:cubicBezTo>
                <a:cubicBezTo>
                  <a:pt x="130408" y="1245924"/>
                  <a:pt x="131583" y="1249103"/>
                  <a:pt x="133390" y="1252048"/>
                </a:cubicBezTo>
                <a:cubicBezTo>
                  <a:pt x="135197" y="1254993"/>
                  <a:pt x="137498" y="1257480"/>
                  <a:pt x="140295" y="1259509"/>
                </a:cubicBezTo>
                <a:cubicBezTo>
                  <a:pt x="143091" y="1261539"/>
                  <a:pt x="146170" y="1262956"/>
                  <a:pt x="149530" y="1263762"/>
                </a:cubicBezTo>
                <a:lnTo>
                  <a:pt x="314491" y="1303272"/>
                </a:lnTo>
                <a:lnTo>
                  <a:pt x="280321" y="1445934"/>
                </a:lnTo>
                <a:cubicBezTo>
                  <a:pt x="279360" y="1447691"/>
                  <a:pt x="278611" y="1449534"/>
                  <a:pt x="278076" y="1451463"/>
                </a:cubicBezTo>
                <a:cubicBezTo>
                  <a:pt x="277540" y="1453393"/>
                  <a:pt x="277230" y="1455358"/>
                  <a:pt x="277148" y="1457358"/>
                </a:cubicBezTo>
                <a:cubicBezTo>
                  <a:pt x="277065" y="1459359"/>
                  <a:pt x="277210" y="1461343"/>
                  <a:pt x="277585" y="1463309"/>
                </a:cubicBezTo>
                <a:cubicBezTo>
                  <a:pt x="277959" y="1465276"/>
                  <a:pt x="278553" y="1467175"/>
                  <a:pt x="279365" y="1469005"/>
                </a:cubicBezTo>
                <a:cubicBezTo>
                  <a:pt x="280177" y="1470835"/>
                  <a:pt x="281186" y="1472549"/>
                  <a:pt x="282394" y="1474146"/>
                </a:cubicBezTo>
                <a:cubicBezTo>
                  <a:pt x="283601" y="1475744"/>
                  <a:pt x="284974" y="1477183"/>
                  <a:pt x="286513" y="1478464"/>
                </a:cubicBezTo>
                <a:cubicBezTo>
                  <a:pt x="288052" y="1479745"/>
                  <a:pt x="289716" y="1480834"/>
                  <a:pt x="291506" y="1481730"/>
                </a:cubicBezTo>
                <a:cubicBezTo>
                  <a:pt x="293296" y="1482628"/>
                  <a:pt x="295165" y="1483309"/>
                  <a:pt x="297112" y="1483776"/>
                </a:cubicBezTo>
                <a:cubicBezTo>
                  <a:pt x="299059" y="1484243"/>
                  <a:pt x="301034" y="1484481"/>
                  <a:pt x="303036" y="1484492"/>
                </a:cubicBezTo>
                <a:cubicBezTo>
                  <a:pt x="305039" y="1484503"/>
                  <a:pt x="307016" y="1484287"/>
                  <a:pt x="308968" y="1483842"/>
                </a:cubicBezTo>
                <a:cubicBezTo>
                  <a:pt x="310920" y="1483398"/>
                  <a:pt x="312796" y="1482737"/>
                  <a:pt x="314596" y="1481859"/>
                </a:cubicBezTo>
                <a:cubicBezTo>
                  <a:pt x="316396" y="1480982"/>
                  <a:pt x="318073" y="1479912"/>
                  <a:pt x="319626" y="1478649"/>
                </a:cubicBezTo>
                <a:cubicBezTo>
                  <a:pt x="321179" y="1477385"/>
                  <a:pt x="322568" y="1475961"/>
                  <a:pt x="323793" y="1474377"/>
                </a:cubicBezTo>
                <a:cubicBezTo>
                  <a:pt x="325018" y="1472793"/>
                  <a:pt x="326047" y="1471091"/>
                  <a:pt x="326879" y="1469270"/>
                </a:cubicBezTo>
                <a:cubicBezTo>
                  <a:pt x="327712" y="1467448"/>
                  <a:pt x="328326" y="1465557"/>
                  <a:pt x="328722" y="1463594"/>
                </a:cubicBezTo>
                <a:cubicBezTo>
                  <a:pt x="329119" y="1461632"/>
                  <a:pt x="329287" y="1459650"/>
                  <a:pt x="329226" y="1457648"/>
                </a:cubicBezTo>
                <a:lnTo>
                  <a:pt x="363457" y="1314733"/>
                </a:lnTo>
                <a:lnTo>
                  <a:pt x="490155" y="1345079"/>
                </a:lnTo>
                <a:lnTo>
                  <a:pt x="455924" y="1487994"/>
                </a:lnTo>
                <a:cubicBezTo>
                  <a:pt x="454921" y="1489751"/>
                  <a:pt x="454133" y="1491599"/>
                  <a:pt x="453561" y="1493539"/>
                </a:cubicBezTo>
                <a:cubicBezTo>
                  <a:pt x="452988" y="1495478"/>
                  <a:pt x="452646" y="1497458"/>
                  <a:pt x="452534" y="1499477"/>
                </a:cubicBezTo>
                <a:cubicBezTo>
                  <a:pt x="452422" y="1501497"/>
                  <a:pt x="452544" y="1503503"/>
                  <a:pt x="452899" y="1505493"/>
                </a:cubicBezTo>
                <a:cubicBezTo>
                  <a:pt x="453255" y="1507485"/>
                  <a:pt x="453834" y="1509409"/>
                  <a:pt x="454637" y="1511264"/>
                </a:cubicBezTo>
                <a:cubicBezTo>
                  <a:pt x="455441" y="1513121"/>
                  <a:pt x="456446" y="1514860"/>
                  <a:pt x="457655" y="1516482"/>
                </a:cubicBezTo>
                <a:cubicBezTo>
                  <a:pt x="458863" y="1518104"/>
                  <a:pt x="460241" y="1519565"/>
                  <a:pt x="461790" y="1520867"/>
                </a:cubicBezTo>
                <a:cubicBezTo>
                  <a:pt x="463338" y="1522168"/>
                  <a:pt x="465016" y="1523273"/>
                  <a:pt x="466822" y="1524184"/>
                </a:cubicBezTo>
                <a:cubicBezTo>
                  <a:pt x="468628" y="1525095"/>
                  <a:pt x="470514" y="1525785"/>
                  <a:pt x="472481" y="1526256"/>
                </a:cubicBezTo>
                <a:cubicBezTo>
                  <a:pt x="474448" y="1526727"/>
                  <a:pt x="476443" y="1526966"/>
                  <a:pt x="478466" y="1526973"/>
                </a:cubicBezTo>
                <a:cubicBezTo>
                  <a:pt x="480488" y="1526979"/>
                  <a:pt x="482484" y="1526753"/>
                  <a:pt x="484454" y="1526295"/>
                </a:cubicBezTo>
                <a:cubicBezTo>
                  <a:pt x="486424" y="1525837"/>
                  <a:pt x="488315" y="1525159"/>
                  <a:pt x="490127" y="1524260"/>
                </a:cubicBezTo>
                <a:cubicBezTo>
                  <a:pt x="491939" y="1523361"/>
                  <a:pt x="493624" y="1522267"/>
                  <a:pt x="495181" y="1520975"/>
                </a:cubicBezTo>
                <a:cubicBezTo>
                  <a:pt x="496738" y="1519685"/>
                  <a:pt x="498126" y="1518232"/>
                  <a:pt x="499345" y="1516618"/>
                </a:cubicBezTo>
                <a:cubicBezTo>
                  <a:pt x="500563" y="1515004"/>
                  <a:pt x="501580" y="1513271"/>
                  <a:pt x="502396" y="1511421"/>
                </a:cubicBezTo>
                <a:cubicBezTo>
                  <a:pt x="503211" y="1509570"/>
                  <a:pt x="503803" y="1507650"/>
                  <a:pt x="504171" y="1505661"/>
                </a:cubicBezTo>
                <a:cubicBezTo>
                  <a:pt x="504540" y="1503673"/>
                  <a:pt x="504674" y="1501668"/>
                  <a:pt x="504576" y="1499648"/>
                </a:cubicBezTo>
                <a:lnTo>
                  <a:pt x="538807" y="1356733"/>
                </a:lnTo>
                <a:lnTo>
                  <a:pt x="665505" y="1387079"/>
                </a:lnTo>
                <a:lnTo>
                  <a:pt x="631274" y="1529994"/>
                </a:lnTo>
                <a:cubicBezTo>
                  <a:pt x="630469" y="1533354"/>
                  <a:pt x="630338" y="1536741"/>
                  <a:pt x="630880" y="1540153"/>
                </a:cubicBezTo>
                <a:cubicBezTo>
                  <a:pt x="631423" y="1543565"/>
                  <a:pt x="632597" y="1546744"/>
                  <a:pt x="634404" y="1549690"/>
                </a:cubicBezTo>
                <a:cubicBezTo>
                  <a:pt x="636211" y="1552635"/>
                  <a:pt x="638513" y="1555122"/>
                  <a:pt x="641309" y="1557151"/>
                </a:cubicBezTo>
                <a:cubicBezTo>
                  <a:pt x="644106" y="1559182"/>
                  <a:pt x="647184" y="1560599"/>
                  <a:pt x="650544" y="1561403"/>
                </a:cubicBezTo>
                <a:cubicBezTo>
                  <a:pt x="653905" y="1562209"/>
                  <a:pt x="657291" y="1562340"/>
                  <a:pt x="660703" y="1561797"/>
                </a:cubicBezTo>
                <a:cubicBezTo>
                  <a:pt x="664116" y="1561255"/>
                  <a:pt x="667295" y="1560080"/>
                  <a:pt x="670240" y="1558273"/>
                </a:cubicBezTo>
                <a:cubicBezTo>
                  <a:pt x="673185" y="1556466"/>
                  <a:pt x="675672" y="1554165"/>
                  <a:pt x="677702" y="1551368"/>
                </a:cubicBezTo>
                <a:cubicBezTo>
                  <a:pt x="679731" y="1548571"/>
                  <a:pt x="681148" y="1545493"/>
                  <a:pt x="681953" y="1542133"/>
                </a:cubicBezTo>
                <a:lnTo>
                  <a:pt x="716184" y="1399218"/>
                </a:lnTo>
                <a:lnTo>
                  <a:pt x="842882" y="1429565"/>
                </a:lnTo>
                <a:lnTo>
                  <a:pt x="808651" y="1572480"/>
                </a:lnTo>
                <a:cubicBezTo>
                  <a:pt x="807691" y="1574236"/>
                  <a:pt x="806942" y="1576080"/>
                  <a:pt x="806406" y="1578008"/>
                </a:cubicBezTo>
                <a:cubicBezTo>
                  <a:pt x="805871" y="1579938"/>
                  <a:pt x="805561" y="1581903"/>
                  <a:pt x="805478" y="1583903"/>
                </a:cubicBezTo>
                <a:cubicBezTo>
                  <a:pt x="805395" y="1585904"/>
                  <a:pt x="805541" y="1587888"/>
                  <a:pt x="805916" y="1589855"/>
                </a:cubicBezTo>
                <a:cubicBezTo>
                  <a:pt x="806290" y="1591821"/>
                  <a:pt x="806883" y="1593721"/>
                  <a:pt x="807696" y="1595551"/>
                </a:cubicBezTo>
                <a:cubicBezTo>
                  <a:pt x="808508" y="1597381"/>
                  <a:pt x="809517" y="1599095"/>
                  <a:pt x="810724" y="1600691"/>
                </a:cubicBezTo>
                <a:cubicBezTo>
                  <a:pt x="811932" y="1602289"/>
                  <a:pt x="813305" y="1603728"/>
                  <a:pt x="814844" y="1605009"/>
                </a:cubicBezTo>
                <a:cubicBezTo>
                  <a:pt x="816383" y="1606290"/>
                  <a:pt x="818047" y="1607379"/>
                  <a:pt x="819837" y="1608276"/>
                </a:cubicBezTo>
                <a:cubicBezTo>
                  <a:pt x="821627" y="1609173"/>
                  <a:pt x="823496" y="1609855"/>
                  <a:pt x="825443" y="1610322"/>
                </a:cubicBezTo>
                <a:cubicBezTo>
                  <a:pt x="827390" y="1610788"/>
                  <a:pt x="829365" y="1611026"/>
                  <a:pt x="831367" y="1611037"/>
                </a:cubicBezTo>
                <a:cubicBezTo>
                  <a:pt x="833369" y="1611049"/>
                  <a:pt x="835347" y="1610832"/>
                  <a:pt x="837299" y="1610388"/>
                </a:cubicBezTo>
                <a:cubicBezTo>
                  <a:pt x="839251" y="1609943"/>
                  <a:pt x="841127" y="1609282"/>
                  <a:pt x="842927" y="1608405"/>
                </a:cubicBezTo>
                <a:cubicBezTo>
                  <a:pt x="844727" y="1607527"/>
                  <a:pt x="846404" y="1606457"/>
                  <a:pt x="847957" y="1605193"/>
                </a:cubicBezTo>
                <a:cubicBezTo>
                  <a:pt x="849510" y="1603930"/>
                  <a:pt x="850899" y="1602506"/>
                  <a:pt x="852124" y="1600922"/>
                </a:cubicBezTo>
                <a:cubicBezTo>
                  <a:pt x="853349" y="1599338"/>
                  <a:pt x="854377" y="1597636"/>
                  <a:pt x="855210" y="1595815"/>
                </a:cubicBezTo>
                <a:cubicBezTo>
                  <a:pt x="856042" y="1593994"/>
                  <a:pt x="856657" y="1592102"/>
                  <a:pt x="857053" y="1590139"/>
                </a:cubicBezTo>
                <a:cubicBezTo>
                  <a:pt x="857449" y="1588177"/>
                  <a:pt x="857617" y="1586195"/>
                  <a:pt x="857557" y="1584193"/>
                </a:cubicBezTo>
                <a:lnTo>
                  <a:pt x="891788" y="1441278"/>
                </a:lnTo>
                <a:lnTo>
                  <a:pt x="1018486" y="1471625"/>
                </a:lnTo>
                <a:lnTo>
                  <a:pt x="984255" y="1614540"/>
                </a:lnTo>
                <a:cubicBezTo>
                  <a:pt x="983294" y="1616297"/>
                  <a:pt x="982546" y="1618140"/>
                  <a:pt x="982010" y="1620069"/>
                </a:cubicBezTo>
                <a:cubicBezTo>
                  <a:pt x="981474" y="1621998"/>
                  <a:pt x="981165" y="1623963"/>
                  <a:pt x="981082" y="1625964"/>
                </a:cubicBezTo>
                <a:cubicBezTo>
                  <a:pt x="980999" y="1627964"/>
                  <a:pt x="981145" y="1629948"/>
                  <a:pt x="981519" y="1631915"/>
                </a:cubicBezTo>
                <a:cubicBezTo>
                  <a:pt x="981894" y="1633882"/>
                  <a:pt x="982487" y="1635781"/>
                  <a:pt x="983299" y="1637611"/>
                </a:cubicBezTo>
                <a:cubicBezTo>
                  <a:pt x="984111" y="1639441"/>
                  <a:pt x="985121" y="1641155"/>
                  <a:pt x="986328" y="1642752"/>
                </a:cubicBezTo>
                <a:cubicBezTo>
                  <a:pt x="987535" y="1644349"/>
                  <a:pt x="988908" y="1645789"/>
                  <a:pt x="990447" y="1647069"/>
                </a:cubicBezTo>
                <a:cubicBezTo>
                  <a:pt x="991986" y="1648351"/>
                  <a:pt x="993651" y="1649440"/>
                  <a:pt x="995441" y="1650336"/>
                </a:cubicBezTo>
                <a:cubicBezTo>
                  <a:pt x="997231" y="1651233"/>
                  <a:pt x="999099" y="1651915"/>
                  <a:pt x="1001047" y="1652382"/>
                </a:cubicBezTo>
                <a:cubicBezTo>
                  <a:pt x="1002994" y="1652848"/>
                  <a:pt x="1004968" y="1653087"/>
                  <a:pt x="1006971" y="1653098"/>
                </a:cubicBezTo>
                <a:cubicBezTo>
                  <a:pt x="1008973" y="1653109"/>
                  <a:pt x="1010950" y="1652892"/>
                  <a:pt x="1012902" y="1652448"/>
                </a:cubicBezTo>
                <a:cubicBezTo>
                  <a:pt x="1014855" y="1652003"/>
                  <a:pt x="1016731" y="1651343"/>
                  <a:pt x="1018531" y="1650465"/>
                </a:cubicBezTo>
                <a:cubicBezTo>
                  <a:pt x="1020331" y="1649588"/>
                  <a:pt x="1022007" y="1648518"/>
                  <a:pt x="1023560" y="1647254"/>
                </a:cubicBezTo>
                <a:cubicBezTo>
                  <a:pt x="1025113" y="1645990"/>
                  <a:pt x="1026503" y="1644566"/>
                  <a:pt x="1027727" y="1642983"/>
                </a:cubicBezTo>
                <a:cubicBezTo>
                  <a:pt x="1028952" y="1641399"/>
                  <a:pt x="1029981" y="1639696"/>
                  <a:pt x="1030813" y="1637875"/>
                </a:cubicBezTo>
                <a:cubicBezTo>
                  <a:pt x="1031646" y="1636054"/>
                  <a:pt x="1032260" y="1634162"/>
                  <a:pt x="1032657" y="1632200"/>
                </a:cubicBezTo>
                <a:cubicBezTo>
                  <a:pt x="1033053" y="1630237"/>
                  <a:pt x="1033221" y="1628255"/>
                  <a:pt x="1033160" y="1626254"/>
                </a:cubicBezTo>
                <a:lnTo>
                  <a:pt x="1067391" y="1483338"/>
                </a:lnTo>
                <a:lnTo>
                  <a:pt x="1232352" y="1522850"/>
                </a:lnTo>
                <a:cubicBezTo>
                  <a:pt x="1235712" y="1523654"/>
                  <a:pt x="1239099" y="1523786"/>
                  <a:pt x="1242511" y="1523243"/>
                </a:cubicBezTo>
                <a:cubicBezTo>
                  <a:pt x="1245924" y="1522701"/>
                  <a:pt x="1249102" y="1521527"/>
                  <a:pt x="1252047" y="1519720"/>
                </a:cubicBezTo>
                <a:cubicBezTo>
                  <a:pt x="1254993" y="1517913"/>
                  <a:pt x="1257480" y="1515611"/>
                  <a:pt x="1259509" y="1512815"/>
                </a:cubicBezTo>
                <a:cubicBezTo>
                  <a:pt x="1261539" y="1510018"/>
                  <a:pt x="1262956" y="1506940"/>
                  <a:pt x="1263761" y="1503580"/>
                </a:cubicBezTo>
                <a:lnTo>
                  <a:pt x="1303090" y="1339379"/>
                </a:lnTo>
                <a:lnTo>
                  <a:pt x="1445752" y="1373549"/>
                </a:lnTo>
                <a:cubicBezTo>
                  <a:pt x="1447500" y="1374702"/>
                  <a:pt x="1449359" y="1375631"/>
                  <a:pt x="1451330" y="1376336"/>
                </a:cubicBezTo>
                <a:cubicBezTo>
                  <a:pt x="1453301" y="1377041"/>
                  <a:pt x="1455328" y="1377501"/>
                  <a:pt x="1457410" y="1377717"/>
                </a:cubicBezTo>
                <a:cubicBezTo>
                  <a:pt x="1459493" y="1377934"/>
                  <a:pt x="1461571" y="1377900"/>
                  <a:pt x="1463644" y="1377615"/>
                </a:cubicBezTo>
                <a:cubicBezTo>
                  <a:pt x="1465719" y="1377331"/>
                  <a:pt x="1467729" y="1376804"/>
                  <a:pt x="1469676" y="1376035"/>
                </a:cubicBezTo>
                <a:cubicBezTo>
                  <a:pt x="1471623" y="1375266"/>
                  <a:pt x="1473451" y="1374276"/>
                  <a:pt x="1475159" y="1373067"/>
                </a:cubicBezTo>
                <a:cubicBezTo>
                  <a:pt x="1476868" y="1371857"/>
                  <a:pt x="1478408" y="1370461"/>
                  <a:pt x="1479780" y="1368880"/>
                </a:cubicBezTo>
                <a:cubicBezTo>
                  <a:pt x="1481153" y="1367299"/>
                  <a:pt x="1482317" y="1365578"/>
                  <a:pt x="1483275" y="1363717"/>
                </a:cubicBezTo>
                <a:cubicBezTo>
                  <a:pt x="1484232" y="1361855"/>
                  <a:pt x="1484955" y="1359906"/>
                  <a:pt x="1485442" y="1357870"/>
                </a:cubicBezTo>
                <a:cubicBezTo>
                  <a:pt x="1485930" y="1355834"/>
                  <a:pt x="1486169" y="1353769"/>
                  <a:pt x="1486159" y="1351676"/>
                </a:cubicBezTo>
                <a:cubicBezTo>
                  <a:pt x="1486149" y="1349583"/>
                  <a:pt x="1485890" y="1347521"/>
                  <a:pt x="1485383" y="1345489"/>
                </a:cubicBezTo>
                <a:cubicBezTo>
                  <a:pt x="1484876" y="1343458"/>
                  <a:pt x="1484135" y="1341517"/>
                  <a:pt x="1483160" y="1339664"/>
                </a:cubicBezTo>
                <a:cubicBezTo>
                  <a:pt x="1482185" y="1337811"/>
                  <a:pt x="1481003" y="1336101"/>
                  <a:pt x="1479616" y="1334533"/>
                </a:cubicBezTo>
                <a:cubicBezTo>
                  <a:pt x="1478229" y="1332966"/>
                  <a:pt x="1476675" y="1331585"/>
                  <a:pt x="1474955" y="1330392"/>
                </a:cubicBezTo>
                <a:cubicBezTo>
                  <a:pt x="1473236" y="1329199"/>
                  <a:pt x="1471398" y="1328227"/>
                  <a:pt x="1469444" y="1327476"/>
                </a:cubicBezTo>
                <a:cubicBezTo>
                  <a:pt x="1467490" y="1326726"/>
                  <a:pt x="1465474" y="1326218"/>
                  <a:pt x="1463398" y="1325953"/>
                </a:cubicBezTo>
                <a:cubicBezTo>
                  <a:pt x="1461321" y="1325689"/>
                  <a:pt x="1459243" y="1325674"/>
                  <a:pt x="1457162" y="1325911"/>
                </a:cubicBezTo>
                <a:lnTo>
                  <a:pt x="1314247" y="1291679"/>
                </a:lnTo>
                <a:lnTo>
                  <a:pt x="1344594" y="1164982"/>
                </a:lnTo>
                <a:lnTo>
                  <a:pt x="1487509" y="1199213"/>
                </a:lnTo>
                <a:cubicBezTo>
                  <a:pt x="1490869" y="1200017"/>
                  <a:pt x="1494256" y="1200148"/>
                  <a:pt x="1497668" y="1199606"/>
                </a:cubicBezTo>
                <a:cubicBezTo>
                  <a:pt x="1501081" y="1199064"/>
                  <a:pt x="1504259" y="1197889"/>
                  <a:pt x="1507205" y="1196082"/>
                </a:cubicBezTo>
                <a:cubicBezTo>
                  <a:pt x="1510150" y="1194275"/>
                  <a:pt x="1512637" y="1191974"/>
                  <a:pt x="1514667" y="1189177"/>
                </a:cubicBezTo>
                <a:cubicBezTo>
                  <a:pt x="1516696" y="1186381"/>
                  <a:pt x="1518113" y="1183302"/>
                  <a:pt x="1518918" y="1179942"/>
                </a:cubicBezTo>
                <a:cubicBezTo>
                  <a:pt x="1519723" y="1176582"/>
                  <a:pt x="1519854" y="1173196"/>
                  <a:pt x="1519312" y="1169783"/>
                </a:cubicBezTo>
                <a:cubicBezTo>
                  <a:pt x="1518769" y="1166371"/>
                  <a:pt x="1517595" y="1163192"/>
                  <a:pt x="1515788" y="1160247"/>
                </a:cubicBezTo>
                <a:cubicBezTo>
                  <a:pt x="1513981" y="1157301"/>
                  <a:pt x="1511679" y="1154814"/>
                  <a:pt x="1508883" y="1152785"/>
                </a:cubicBezTo>
                <a:cubicBezTo>
                  <a:pt x="1506086" y="1150755"/>
                  <a:pt x="1503008" y="1149338"/>
                  <a:pt x="1499648" y="1148533"/>
                </a:cubicBezTo>
                <a:lnTo>
                  <a:pt x="1356732" y="1114303"/>
                </a:lnTo>
                <a:lnTo>
                  <a:pt x="1387079" y="987604"/>
                </a:lnTo>
                <a:lnTo>
                  <a:pt x="1529994" y="1021835"/>
                </a:lnTo>
                <a:cubicBezTo>
                  <a:pt x="1533355" y="1022640"/>
                  <a:pt x="1536741" y="1022772"/>
                  <a:pt x="1540153" y="1022229"/>
                </a:cubicBezTo>
                <a:cubicBezTo>
                  <a:pt x="1543566" y="1021686"/>
                  <a:pt x="1546745" y="1020512"/>
                  <a:pt x="1549690" y="1018705"/>
                </a:cubicBezTo>
                <a:cubicBezTo>
                  <a:pt x="1552635" y="1016898"/>
                  <a:pt x="1555122" y="1014596"/>
                  <a:pt x="1557152" y="1011800"/>
                </a:cubicBezTo>
                <a:cubicBezTo>
                  <a:pt x="1559181" y="1009004"/>
                  <a:pt x="1560598" y="1005925"/>
                  <a:pt x="1561403" y="1002565"/>
                </a:cubicBezTo>
                <a:cubicBezTo>
                  <a:pt x="1562208" y="999205"/>
                  <a:pt x="1562339" y="995818"/>
                  <a:pt x="1561797" y="992406"/>
                </a:cubicBezTo>
                <a:cubicBezTo>
                  <a:pt x="1561255" y="988993"/>
                  <a:pt x="1560080" y="985814"/>
                  <a:pt x="1558273" y="982869"/>
                </a:cubicBezTo>
                <a:cubicBezTo>
                  <a:pt x="1556466" y="979924"/>
                  <a:pt x="1554164" y="977437"/>
                  <a:pt x="1551368" y="975407"/>
                </a:cubicBezTo>
                <a:cubicBezTo>
                  <a:pt x="1548571" y="973378"/>
                  <a:pt x="1545493" y="971961"/>
                  <a:pt x="1542133" y="971156"/>
                </a:cubicBezTo>
                <a:lnTo>
                  <a:pt x="1399218" y="936925"/>
                </a:lnTo>
                <a:lnTo>
                  <a:pt x="1429564" y="810227"/>
                </a:lnTo>
                <a:lnTo>
                  <a:pt x="1572480" y="844458"/>
                </a:lnTo>
                <a:cubicBezTo>
                  <a:pt x="1574236" y="845419"/>
                  <a:pt x="1576079" y="846167"/>
                  <a:pt x="1578008" y="846703"/>
                </a:cubicBezTo>
                <a:cubicBezTo>
                  <a:pt x="1579938" y="847239"/>
                  <a:pt x="1581903" y="847548"/>
                  <a:pt x="1583903" y="847631"/>
                </a:cubicBezTo>
                <a:cubicBezTo>
                  <a:pt x="1585904" y="847714"/>
                  <a:pt x="1587887" y="847568"/>
                  <a:pt x="1589854" y="847193"/>
                </a:cubicBezTo>
                <a:cubicBezTo>
                  <a:pt x="1591821" y="846819"/>
                  <a:pt x="1593720" y="846226"/>
                  <a:pt x="1595550" y="845414"/>
                </a:cubicBezTo>
                <a:cubicBezTo>
                  <a:pt x="1597380" y="844602"/>
                  <a:pt x="1599094" y="843592"/>
                  <a:pt x="1600691" y="842385"/>
                </a:cubicBezTo>
                <a:cubicBezTo>
                  <a:pt x="1602289" y="841177"/>
                  <a:pt x="1603728" y="839805"/>
                  <a:pt x="1605009" y="838266"/>
                </a:cubicBezTo>
                <a:cubicBezTo>
                  <a:pt x="1606290" y="836726"/>
                  <a:pt x="1607379" y="835062"/>
                  <a:pt x="1608276" y="833272"/>
                </a:cubicBezTo>
                <a:cubicBezTo>
                  <a:pt x="1609173" y="831482"/>
                  <a:pt x="1609855" y="829614"/>
                  <a:pt x="1610321" y="827667"/>
                </a:cubicBezTo>
                <a:cubicBezTo>
                  <a:pt x="1610788" y="825719"/>
                  <a:pt x="1611026" y="823744"/>
                  <a:pt x="1611038" y="821742"/>
                </a:cubicBezTo>
                <a:cubicBezTo>
                  <a:pt x="1611049" y="819740"/>
                  <a:pt x="1610832" y="817762"/>
                  <a:pt x="1610387" y="815811"/>
                </a:cubicBezTo>
                <a:cubicBezTo>
                  <a:pt x="1609943" y="813858"/>
                  <a:pt x="1609282" y="811982"/>
                  <a:pt x="1608405" y="810182"/>
                </a:cubicBezTo>
                <a:cubicBezTo>
                  <a:pt x="1607527" y="808382"/>
                  <a:pt x="1606457" y="806706"/>
                  <a:pt x="1605193" y="805152"/>
                </a:cubicBezTo>
                <a:cubicBezTo>
                  <a:pt x="1603930" y="803599"/>
                  <a:pt x="1602506" y="802210"/>
                  <a:pt x="1600922" y="800985"/>
                </a:cubicBezTo>
                <a:cubicBezTo>
                  <a:pt x="1599338" y="799760"/>
                  <a:pt x="1597636" y="798732"/>
                  <a:pt x="1595815" y="797899"/>
                </a:cubicBezTo>
                <a:cubicBezTo>
                  <a:pt x="1593994" y="797067"/>
                  <a:pt x="1592102" y="796452"/>
                  <a:pt x="1590139" y="796056"/>
                </a:cubicBezTo>
                <a:cubicBezTo>
                  <a:pt x="1588177" y="795660"/>
                  <a:pt x="1586195" y="795492"/>
                  <a:pt x="1584193" y="795552"/>
                </a:cubicBezTo>
                <a:lnTo>
                  <a:pt x="1441278" y="761322"/>
                </a:lnTo>
                <a:lnTo>
                  <a:pt x="1471625" y="634623"/>
                </a:lnTo>
                <a:lnTo>
                  <a:pt x="1614661" y="668348"/>
                </a:lnTo>
                <a:close/>
                <a:moveTo>
                  <a:pt x="1207711" y="1025022"/>
                </a:moveTo>
                <a:lnTo>
                  <a:pt x="1138000" y="948040"/>
                </a:lnTo>
                <a:cubicBezTo>
                  <a:pt x="1134225" y="952259"/>
                  <a:pt x="1130022" y="955995"/>
                  <a:pt x="1125390" y="959249"/>
                </a:cubicBezTo>
                <a:cubicBezTo>
                  <a:pt x="1120757" y="962503"/>
                  <a:pt x="1115817" y="965191"/>
                  <a:pt x="1110568" y="967311"/>
                </a:cubicBezTo>
                <a:cubicBezTo>
                  <a:pt x="1105319" y="969432"/>
                  <a:pt x="1099899" y="970929"/>
                  <a:pt x="1094306" y="971806"/>
                </a:cubicBezTo>
                <a:cubicBezTo>
                  <a:pt x="1088713" y="972682"/>
                  <a:pt x="1083094" y="972913"/>
                  <a:pt x="1077448" y="972500"/>
                </a:cubicBezTo>
                <a:cubicBezTo>
                  <a:pt x="1071802" y="972086"/>
                  <a:pt x="1066277" y="971039"/>
                  <a:pt x="1060872" y="969358"/>
                </a:cubicBezTo>
                <a:cubicBezTo>
                  <a:pt x="1055466" y="967677"/>
                  <a:pt x="1050321" y="965405"/>
                  <a:pt x="1045437" y="962543"/>
                </a:cubicBezTo>
                <a:cubicBezTo>
                  <a:pt x="1040553" y="959680"/>
                  <a:pt x="1036057" y="956302"/>
                  <a:pt x="1031948" y="952409"/>
                </a:cubicBezTo>
                <a:cubicBezTo>
                  <a:pt x="1027839" y="948514"/>
                  <a:pt x="1024225" y="944206"/>
                  <a:pt x="1021105" y="939482"/>
                </a:cubicBezTo>
                <a:cubicBezTo>
                  <a:pt x="1017985" y="934758"/>
                  <a:pt x="1015441" y="929743"/>
                  <a:pt x="1013472" y="924436"/>
                </a:cubicBezTo>
                <a:cubicBezTo>
                  <a:pt x="1011503" y="919128"/>
                  <a:pt x="1010160" y="913667"/>
                  <a:pt x="1009445" y="908052"/>
                </a:cubicBezTo>
                <a:cubicBezTo>
                  <a:pt x="1008729" y="902436"/>
                  <a:pt x="1008659" y="896812"/>
                  <a:pt x="1009234" y="891180"/>
                </a:cubicBezTo>
                <a:cubicBezTo>
                  <a:pt x="1009809" y="885549"/>
                  <a:pt x="1011015" y="880056"/>
                  <a:pt x="1012850" y="874701"/>
                </a:cubicBezTo>
                <a:cubicBezTo>
                  <a:pt x="1014686" y="869345"/>
                  <a:pt x="1017104" y="864268"/>
                  <a:pt x="1020105" y="859468"/>
                </a:cubicBezTo>
                <a:cubicBezTo>
                  <a:pt x="1023106" y="854668"/>
                  <a:pt x="1026612" y="850271"/>
                  <a:pt x="1030622" y="846275"/>
                </a:cubicBezTo>
                <a:cubicBezTo>
                  <a:pt x="1034633" y="842280"/>
                  <a:pt x="1039043" y="838791"/>
                  <a:pt x="1043854" y="835807"/>
                </a:cubicBezTo>
                <a:cubicBezTo>
                  <a:pt x="1048665" y="832824"/>
                  <a:pt x="1053752" y="830425"/>
                  <a:pt x="1059114" y="828608"/>
                </a:cubicBezTo>
                <a:cubicBezTo>
                  <a:pt x="1064475" y="826792"/>
                  <a:pt x="1069973" y="825608"/>
                  <a:pt x="1075607" y="825054"/>
                </a:cubicBezTo>
                <a:cubicBezTo>
                  <a:pt x="1081240" y="824499"/>
                  <a:pt x="1086864" y="824590"/>
                  <a:pt x="1092476" y="825326"/>
                </a:cubicBezTo>
                <a:cubicBezTo>
                  <a:pt x="1098089" y="826063"/>
                  <a:pt x="1103546" y="827425"/>
                  <a:pt x="1108846" y="829414"/>
                </a:cubicBezTo>
                <a:cubicBezTo>
                  <a:pt x="1114146" y="831402"/>
                  <a:pt x="1119152" y="833965"/>
                  <a:pt x="1123864" y="837102"/>
                </a:cubicBezTo>
                <a:cubicBezTo>
                  <a:pt x="1128576" y="840240"/>
                  <a:pt x="1132871" y="843870"/>
                  <a:pt x="1136750" y="847993"/>
                </a:cubicBezTo>
                <a:cubicBezTo>
                  <a:pt x="1140629" y="852116"/>
                  <a:pt x="1143990" y="856625"/>
                  <a:pt x="1146835" y="861520"/>
                </a:cubicBezTo>
                <a:cubicBezTo>
                  <a:pt x="1149679" y="866415"/>
                  <a:pt x="1151931" y="871568"/>
                  <a:pt x="1153593" y="876979"/>
                </a:cubicBezTo>
                <a:cubicBezTo>
                  <a:pt x="1155254" y="882391"/>
                  <a:pt x="1156281" y="887920"/>
                  <a:pt x="1156673" y="893567"/>
                </a:cubicBezTo>
                <a:lnTo>
                  <a:pt x="1158701" y="894053"/>
                </a:lnTo>
                <a:lnTo>
                  <a:pt x="1240235" y="984317"/>
                </a:lnTo>
                <a:lnTo>
                  <a:pt x="1330698" y="1005984"/>
                </a:lnTo>
                <a:lnTo>
                  <a:pt x="1318984" y="1054889"/>
                </a:lnTo>
                <a:lnTo>
                  <a:pt x="1220920" y="1031401"/>
                </a:lnTo>
                <a:cubicBezTo>
                  <a:pt x="1215893" y="1030567"/>
                  <a:pt x="1211490" y="1028440"/>
                  <a:pt x="1207711" y="1025022"/>
                </a:cubicBezTo>
                <a:close/>
                <a:moveTo>
                  <a:pt x="1137400" y="676480"/>
                </a:moveTo>
                <a:cubicBezTo>
                  <a:pt x="1140047" y="674858"/>
                  <a:pt x="1142785" y="673409"/>
                  <a:pt x="1145614" y="672132"/>
                </a:cubicBezTo>
                <a:cubicBezTo>
                  <a:pt x="1148444" y="670854"/>
                  <a:pt x="1151342" y="669759"/>
                  <a:pt x="1154309" y="668847"/>
                </a:cubicBezTo>
                <a:cubicBezTo>
                  <a:pt x="1157277" y="667934"/>
                  <a:pt x="1160289" y="667212"/>
                  <a:pt x="1163348" y="666679"/>
                </a:cubicBezTo>
                <a:cubicBezTo>
                  <a:pt x="1166406" y="666145"/>
                  <a:pt x="1169485" y="665806"/>
                  <a:pt x="1172586" y="665660"/>
                </a:cubicBezTo>
                <a:cubicBezTo>
                  <a:pt x="1175687" y="665514"/>
                  <a:pt x="1178785" y="665563"/>
                  <a:pt x="1181880" y="665807"/>
                </a:cubicBezTo>
                <a:cubicBezTo>
                  <a:pt x="1184975" y="666052"/>
                  <a:pt x="1188042" y="666489"/>
                  <a:pt x="1191082" y="667119"/>
                </a:cubicBezTo>
                <a:cubicBezTo>
                  <a:pt x="1194121" y="667749"/>
                  <a:pt x="1197110" y="668568"/>
                  <a:pt x="1200046" y="669574"/>
                </a:cubicBezTo>
                <a:cubicBezTo>
                  <a:pt x="1202983" y="670580"/>
                  <a:pt x="1205845" y="671767"/>
                  <a:pt x="1208633" y="673133"/>
                </a:cubicBezTo>
                <a:cubicBezTo>
                  <a:pt x="1211420" y="674500"/>
                  <a:pt x="1214111" y="676035"/>
                  <a:pt x="1216705" y="677740"/>
                </a:cubicBezTo>
                <a:cubicBezTo>
                  <a:pt x="1219299" y="679445"/>
                  <a:pt x="1221776" y="681306"/>
                  <a:pt x="1224136" y="683323"/>
                </a:cubicBezTo>
                <a:cubicBezTo>
                  <a:pt x="1226496" y="685340"/>
                  <a:pt x="1228720" y="687497"/>
                  <a:pt x="1230809" y="689794"/>
                </a:cubicBezTo>
                <a:cubicBezTo>
                  <a:pt x="1232897" y="692090"/>
                  <a:pt x="1234834" y="694509"/>
                  <a:pt x="1236618" y="697050"/>
                </a:cubicBezTo>
                <a:cubicBezTo>
                  <a:pt x="1238402" y="699590"/>
                  <a:pt x="1240020" y="702232"/>
                  <a:pt x="1241472" y="704976"/>
                </a:cubicBezTo>
                <a:cubicBezTo>
                  <a:pt x="1242923" y="707720"/>
                  <a:pt x="1244197" y="710545"/>
                  <a:pt x="1245293" y="713449"/>
                </a:cubicBezTo>
                <a:cubicBezTo>
                  <a:pt x="1246389" y="716353"/>
                  <a:pt x="1247299" y="719315"/>
                  <a:pt x="1248022" y="722334"/>
                </a:cubicBezTo>
                <a:cubicBezTo>
                  <a:pt x="1248746" y="725353"/>
                  <a:pt x="1249277" y="728405"/>
                  <a:pt x="1249616" y="731491"/>
                </a:cubicBezTo>
                <a:lnTo>
                  <a:pt x="1388478" y="764751"/>
                </a:lnTo>
                <a:lnTo>
                  <a:pt x="1376764" y="813657"/>
                </a:lnTo>
                <a:lnTo>
                  <a:pt x="1237903" y="780397"/>
                </a:lnTo>
                <a:cubicBezTo>
                  <a:pt x="1234803" y="784944"/>
                  <a:pt x="1231240" y="789094"/>
                  <a:pt x="1227214" y="792846"/>
                </a:cubicBezTo>
                <a:cubicBezTo>
                  <a:pt x="1223188" y="796599"/>
                  <a:pt x="1218798" y="799861"/>
                  <a:pt x="1214044" y="802635"/>
                </a:cubicBezTo>
                <a:cubicBezTo>
                  <a:pt x="1209290" y="805407"/>
                  <a:pt x="1204289" y="807622"/>
                  <a:pt x="1199041" y="809279"/>
                </a:cubicBezTo>
                <a:cubicBezTo>
                  <a:pt x="1193793" y="810937"/>
                  <a:pt x="1188427" y="811995"/>
                  <a:pt x="1182942" y="812455"/>
                </a:cubicBezTo>
                <a:cubicBezTo>
                  <a:pt x="1177458" y="812915"/>
                  <a:pt x="1171991" y="812765"/>
                  <a:pt x="1166540" y="812005"/>
                </a:cubicBezTo>
                <a:cubicBezTo>
                  <a:pt x="1161089" y="811245"/>
                  <a:pt x="1155789" y="809894"/>
                  <a:pt x="1150640" y="807951"/>
                </a:cubicBezTo>
                <a:cubicBezTo>
                  <a:pt x="1145490" y="806009"/>
                  <a:pt x="1140618" y="803522"/>
                  <a:pt x="1136024" y="800493"/>
                </a:cubicBezTo>
                <a:cubicBezTo>
                  <a:pt x="1131429" y="797464"/>
                  <a:pt x="1127225" y="793965"/>
                  <a:pt x="1123411" y="789998"/>
                </a:cubicBezTo>
                <a:cubicBezTo>
                  <a:pt x="1119596" y="786030"/>
                  <a:pt x="1116266" y="781690"/>
                  <a:pt x="1113421" y="776980"/>
                </a:cubicBezTo>
                <a:cubicBezTo>
                  <a:pt x="1110575" y="772269"/>
                  <a:pt x="1108283" y="767303"/>
                  <a:pt x="1106545" y="762081"/>
                </a:cubicBezTo>
                <a:cubicBezTo>
                  <a:pt x="1104807" y="756859"/>
                  <a:pt x="1103666" y="751510"/>
                  <a:pt x="1103121" y="746034"/>
                </a:cubicBezTo>
                <a:cubicBezTo>
                  <a:pt x="1102577" y="740557"/>
                  <a:pt x="1102643" y="735088"/>
                  <a:pt x="1103319" y="729626"/>
                </a:cubicBezTo>
                <a:cubicBezTo>
                  <a:pt x="1103995" y="724164"/>
                  <a:pt x="1105264" y="718844"/>
                  <a:pt x="1107127" y="713665"/>
                </a:cubicBezTo>
                <a:cubicBezTo>
                  <a:pt x="1108990" y="708486"/>
                  <a:pt x="1111401" y="703576"/>
                  <a:pt x="1114359" y="698936"/>
                </a:cubicBezTo>
                <a:cubicBezTo>
                  <a:pt x="1117318" y="694295"/>
                  <a:pt x="1120751" y="690037"/>
                  <a:pt x="1124659" y="686163"/>
                </a:cubicBezTo>
                <a:cubicBezTo>
                  <a:pt x="1128568" y="682288"/>
                  <a:pt x="1132855" y="678891"/>
                  <a:pt x="1137521" y="675973"/>
                </a:cubicBezTo>
                <a:lnTo>
                  <a:pt x="1137400" y="676480"/>
                </a:lnTo>
                <a:close/>
                <a:moveTo>
                  <a:pt x="1141308" y="355896"/>
                </a:moveTo>
                <a:lnTo>
                  <a:pt x="1098823" y="533274"/>
                </a:lnTo>
                <a:cubicBezTo>
                  <a:pt x="1103635" y="536452"/>
                  <a:pt x="1108016" y="540142"/>
                  <a:pt x="1111966" y="544344"/>
                </a:cubicBezTo>
                <a:cubicBezTo>
                  <a:pt x="1115916" y="548547"/>
                  <a:pt x="1119328" y="553148"/>
                  <a:pt x="1122201" y="558149"/>
                </a:cubicBezTo>
                <a:cubicBezTo>
                  <a:pt x="1125075" y="563149"/>
                  <a:pt x="1127334" y="568413"/>
                  <a:pt x="1128977" y="573942"/>
                </a:cubicBezTo>
                <a:cubicBezTo>
                  <a:pt x="1130620" y="579470"/>
                  <a:pt x="1131603" y="585113"/>
                  <a:pt x="1131926" y="590872"/>
                </a:cubicBezTo>
                <a:cubicBezTo>
                  <a:pt x="1132250" y="596629"/>
                  <a:pt x="1131905" y="602348"/>
                  <a:pt x="1130892" y="608025"/>
                </a:cubicBezTo>
                <a:cubicBezTo>
                  <a:pt x="1129878" y="613703"/>
                  <a:pt x="1128224" y="619187"/>
                  <a:pt x="1125928" y="624477"/>
                </a:cubicBezTo>
                <a:cubicBezTo>
                  <a:pt x="1123633" y="629769"/>
                  <a:pt x="1120758" y="634723"/>
                  <a:pt x="1117304" y="639342"/>
                </a:cubicBezTo>
                <a:cubicBezTo>
                  <a:pt x="1113850" y="643960"/>
                  <a:pt x="1109910" y="648118"/>
                  <a:pt x="1105484" y="651815"/>
                </a:cubicBezTo>
                <a:cubicBezTo>
                  <a:pt x="1101057" y="655513"/>
                  <a:pt x="1096265" y="658650"/>
                  <a:pt x="1091105" y="661226"/>
                </a:cubicBezTo>
                <a:cubicBezTo>
                  <a:pt x="1085945" y="663803"/>
                  <a:pt x="1080558" y="665750"/>
                  <a:pt x="1074943" y="667067"/>
                </a:cubicBezTo>
                <a:cubicBezTo>
                  <a:pt x="1069328" y="668385"/>
                  <a:pt x="1063637" y="669037"/>
                  <a:pt x="1057870" y="669023"/>
                </a:cubicBezTo>
                <a:cubicBezTo>
                  <a:pt x="1052103" y="669010"/>
                  <a:pt x="1046415" y="668331"/>
                  <a:pt x="1040806" y="666987"/>
                </a:cubicBezTo>
                <a:cubicBezTo>
                  <a:pt x="1035198" y="665644"/>
                  <a:pt x="1029819" y="663672"/>
                  <a:pt x="1024672" y="661071"/>
                </a:cubicBezTo>
                <a:cubicBezTo>
                  <a:pt x="1019524" y="658471"/>
                  <a:pt x="1014746" y="655311"/>
                  <a:pt x="1010337" y="651593"/>
                </a:cubicBezTo>
                <a:cubicBezTo>
                  <a:pt x="1005928" y="647875"/>
                  <a:pt x="1002008" y="643699"/>
                  <a:pt x="998575" y="639064"/>
                </a:cubicBezTo>
                <a:cubicBezTo>
                  <a:pt x="995143" y="634429"/>
                  <a:pt x="992291" y="629462"/>
                  <a:pt x="990020" y="624160"/>
                </a:cubicBezTo>
                <a:cubicBezTo>
                  <a:pt x="987750" y="618858"/>
                  <a:pt x="986121" y="613366"/>
                  <a:pt x="985134" y="607685"/>
                </a:cubicBezTo>
                <a:cubicBezTo>
                  <a:pt x="984147" y="602002"/>
                  <a:pt x="983829" y="596283"/>
                  <a:pt x="984180" y="590526"/>
                </a:cubicBezTo>
                <a:cubicBezTo>
                  <a:pt x="984530" y="584770"/>
                  <a:pt x="985540" y="579131"/>
                  <a:pt x="987209" y="573610"/>
                </a:cubicBezTo>
                <a:cubicBezTo>
                  <a:pt x="988877" y="568089"/>
                  <a:pt x="991160" y="562836"/>
                  <a:pt x="994058" y="557850"/>
                </a:cubicBezTo>
                <a:cubicBezTo>
                  <a:pt x="996955" y="552862"/>
                  <a:pt x="1000388" y="548277"/>
                  <a:pt x="1004358" y="544093"/>
                </a:cubicBezTo>
                <a:cubicBezTo>
                  <a:pt x="1008327" y="539909"/>
                  <a:pt x="1012725" y="536239"/>
                  <a:pt x="1017552" y="533084"/>
                </a:cubicBezTo>
                <a:cubicBezTo>
                  <a:pt x="1022380" y="529928"/>
                  <a:pt x="1027506" y="527372"/>
                  <a:pt x="1032931" y="525414"/>
                </a:cubicBezTo>
                <a:cubicBezTo>
                  <a:pt x="1038356" y="523457"/>
                  <a:pt x="1043934" y="522152"/>
                  <a:pt x="1049664" y="521499"/>
                </a:cubicBezTo>
                <a:lnTo>
                  <a:pt x="1092149" y="344122"/>
                </a:lnTo>
                <a:lnTo>
                  <a:pt x="1141308" y="355896"/>
                </a:lnTo>
                <a:close/>
                <a:moveTo>
                  <a:pt x="919573" y="563486"/>
                </a:moveTo>
                <a:cubicBezTo>
                  <a:pt x="918515" y="567927"/>
                  <a:pt x="917059" y="572234"/>
                  <a:pt x="915207" y="576407"/>
                </a:cubicBezTo>
                <a:cubicBezTo>
                  <a:pt x="913354" y="580581"/>
                  <a:pt x="911135" y="584549"/>
                  <a:pt x="908550" y="588313"/>
                </a:cubicBezTo>
                <a:cubicBezTo>
                  <a:pt x="905966" y="592076"/>
                  <a:pt x="903058" y="595572"/>
                  <a:pt x="899829" y="598800"/>
                </a:cubicBezTo>
                <a:cubicBezTo>
                  <a:pt x="896600" y="602028"/>
                  <a:pt x="893102" y="604933"/>
                  <a:pt x="889337" y="607515"/>
                </a:cubicBezTo>
                <a:cubicBezTo>
                  <a:pt x="885571" y="610098"/>
                  <a:pt x="881602" y="612314"/>
                  <a:pt x="877427" y="614164"/>
                </a:cubicBezTo>
                <a:cubicBezTo>
                  <a:pt x="873253" y="616014"/>
                  <a:pt x="868945" y="617467"/>
                  <a:pt x="864503" y="618523"/>
                </a:cubicBezTo>
                <a:cubicBezTo>
                  <a:pt x="860061" y="619578"/>
                  <a:pt x="855559" y="620219"/>
                  <a:pt x="850999" y="620444"/>
                </a:cubicBezTo>
                <a:cubicBezTo>
                  <a:pt x="846439" y="620669"/>
                  <a:pt x="841896" y="620476"/>
                  <a:pt x="837372" y="619863"/>
                </a:cubicBezTo>
                <a:cubicBezTo>
                  <a:pt x="832847" y="619251"/>
                  <a:pt x="828417" y="618230"/>
                  <a:pt x="824080" y="616800"/>
                </a:cubicBezTo>
                <a:cubicBezTo>
                  <a:pt x="819744" y="615370"/>
                  <a:pt x="815575" y="613556"/>
                  <a:pt x="811574" y="611357"/>
                </a:cubicBezTo>
                <a:cubicBezTo>
                  <a:pt x="807572" y="609158"/>
                  <a:pt x="803805" y="606612"/>
                  <a:pt x="800273" y="603718"/>
                </a:cubicBezTo>
                <a:cubicBezTo>
                  <a:pt x="796741" y="600825"/>
                  <a:pt x="793504" y="597633"/>
                  <a:pt x="790561" y="594142"/>
                </a:cubicBezTo>
                <a:cubicBezTo>
                  <a:pt x="787617" y="590652"/>
                  <a:pt x="785018" y="586921"/>
                  <a:pt x="782763" y="582951"/>
                </a:cubicBezTo>
                <a:cubicBezTo>
                  <a:pt x="780508" y="578981"/>
                  <a:pt x="778635" y="574838"/>
                  <a:pt x="777144" y="570523"/>
                </a:cubicBezTo>
                <a:cubicBezTo>
                  <a:pt x="775654" y="566207"/>
                  <a:pt x="774570" y="561791"/>
                  <a:pt x="773894" y="557275"/>
                </a:cubicBezTo>
                <a:cubicBezTo>
                  <a:pt x="773217" y="552760"/>
                  <a:pt x="772959" y="548221"/>
                  <a:pt x="773120" y="543658"/>
                </a:cubicBezTo>
                <a:cubicBezTo>
                  <a:pt x="773281" y="539095"/>
                  <a:pt x="773858" y="534585"/>
                  <a:pt x="774851" y="530128"/>
                </a:cubicBezTo>
                <a:cubicBezTo>
                  <a:pt x="775843" y="525672"/>
                  <a:pt x="777235" y="521343"/>
                  <a:pt x="779026" y="517144"/>
                </a:cubicBezTo>
                <a:cubicBezTo>
                  <a:pt x="780817" y="512943"/>
                  <a:pt x="782977" y="508943"/>
                  <a:pt x="785506" y="505141"/>
                </a:cubicBezTo>
                <a:cubicBezTo>
                  <a:pt x="788035" y="501340"/>
                  <a:pt x="790891" y="497801"/>
                  <a:pt x="794072" y="494527"/>
                </a:cubicBezTo>
                <a:cubicBezTo>
                  <a:pt x="797254" y="491252"/>
                  <a:pt x="800708" y="488296"/>
                  <a:pt x="804435" y="485658"/>
                </a:cubicBezTo>
                <a:cubicBezTo>
                  <a:pt x="808162" y="483021"/>
                  <a:pt x="812099" y="480746"/>
                  <a:pt x="816245" y="478834"/>
                </a:cubicBezTo>
                <a:cubicBezTo>
                  <a:pt x="820392" y="476923"/>
                  <a:pt x="824678" y="475407"/>
                  <a:pt x="829104" y="474286"/>
                </a:cubicBezTo>
                <a:cubicBezTo>
                  <a:pt x="833531" y="473165"/>
                  <a:pt x="838022" y="472459"/>
                  <a:pt x="842578" y="472166"/>
                </a:cubicBezTo>
                <a:cubicBezTo>
                  <a:pt x="843084" y="471512"/>
                  <a:pt x="843669" y="470937"/>
                  <a:pt x="844331" y="470443"/>
                </a:cubicBezTo>
                <a:lnTo>
                  <a:pt x="934341" y="388847"/>
                </a:lnTo>
                <a:lnTo>
                  <a:pt x="953277" y="309787"/>
                </a:lnTo>
                <a:lnTo>
                  <a:pt x="1001169" y="321259"/>
                </a:lnTo>
                <a:lnTo>
                  <a:pt x="980412" y="407920"/>
                </a:lnTo>
                <a:cubicBezTo>
                  <a:pt x="979157" y="412988"/>
                  <a:pt x="976608" y="417289"/>
                  <a:pt x="972766" y="420825"/>
                </a:cubicBezTo>
                <a:lnTo>
                  <a:pt x="897041" y="489765"/>
                </a:lnTo>
                <a:cubicBezTo>
                  <a:pt x="902034" y="494240"/>
                  <a:pt x="906345" y="499296"/>
                  <a:pt x="909973" y="504934"/>
                </a:cubicBezTo>
                <a:cubicBezTo>
                  <a:pt x="913602" y="510572"/>
                  <a:pt x="916418" y="516590"/>
                  <a:pt x="918422" y="522988"/>
                </a:cubicBezTo>
                <a:cubicBezTo>
                  <a:pt x="920427" y="529386"/>
                  <a:pt x="921547" y="535936"/>
                  <a:pt x="921784" y="542636"/>
                </a:cubicBezTo>
                <a:cubicBezTo>
                  <a:pt x="922020" y="549336"/>
                  <a:pt x="921364" y="555948"/>
                  <a:pt x="919816" y="562472"/>
                </a:cubicBezTo>
                <a:lnTo>
                  <a:pt x="919573" y="563486"/>
                </a:lnTo>
                <a:close/>
                <a:moveTo>
                  <a:pt x="725202" y="591951"/>
                </a:moveTo>
                <a:cubicBezTo>
                  <a:pt x="723179" y="600248"/>
                  <a:pt x="719825" y="607966"/>
                  <a:pt x="715139" y="615106"/>
                </a:cubicBezTo>
                <a:cubicBezTo>
                  <a:pt x="710453" y="622245"/>
                  <a:pt x="704707" y="628393"/>
                  <a:pt x="697900" y="633550"/>
                </a:cubicBezTo>
                <a:cubicBezTo>
                  <a:pt x="691093" y="638708"/>
                  <a:pt x="683619" y="642576"/>
                  <a:pt x="675478" y="645154"/>
                </a:cubicBezTo>
                <a:cubicBezTo>
                  <a:pt x="667337" y="647733"/>
                  <a:pt x="658999" y="648873"/>
                  <a:pt x="650465" y="648575"/>
                </a:cubicBezTo>
                <a:cubicBezTo>
                  <a:pt x="641930" y="648277"/>
                  <a:pt x="633692" y="646558"/>
                  <a:pt x="625751" y="643419"/>
                </a:cubicBezTo>
                <a:cubicBezTo>
                  <a:pt x="617809" y="640279"/>
                  <a:pt x="610623" y="635899"/>
                  <a:pt x="604192" y="630280"/>
                </a:cubicBezTo>
                <a:cubicBezTo>
                  <a:pt x="597762" y="624661"/>
                  <a:pt x="592458" y="618127"/>
                  <a:pt x="588281" y="610678"/>
                </a:cubicBezTo>
                <a:cubicBezTo>
                  <a:pt x="584105" y="603230"/>
                  <a:pt x="581297" y="595296"/>
                  <a:pt x="579857" y="586879"/>
                </a:cubicBezTo>
                <a:cubicBezTo>
                  <a:pt x="578312" y="576982"/>
                  <a:pt x="578699" y="567162"/>
                  <a:pt x="581019" y="557416"/>
                </a:cubicBezTo>
                <a:cubicBezTo>
                  <a:pt x="582800" y="550014"/>
                  <a:pt x="585655" y="543052"/>
                  <a:pt x="589585" y="536532"/>
                </a:cubicBezTo>
                <a:cubicBezTo>
                  <a:pt x="593515" y="530010"/>
                  <a:pt x="598336" y="524233"/>
                  <a:pt x="604049" y="519200"/>
                </a:cubicBezTo>
                <a:cubicBezTo>
                  <a:pt x="609762" y="514167"/>
                  <a:pt x="616100" y="510112"/>
                  <a:pt x="623065" y="507036"/>
                </a:cubicBezTo>
                <a:cubicBezTo>
                  <a:pt x="630029" y="503959"/>
                  <a:pt x="637295" y="502004"/>
                  <a:pt x="644863" y="501170"/>
                </a:cubicBezTo>
                <a:lnTo>
                  <a:pt x="659551" y="439848"/>
                </a:lnTo>
                <a:cubicBezTo>
                  <a:pt x="660806" y="434780"/>
                  <a:pt x="663355" y="430479"/>
                  <a:pt x="667196" y="426944"/>
                </a:cubicBezTo>
                <a:lnTo>
                  <a:pt x="757206" y="345348"/>
                </a:lnTo>
                <a:lnTo>
                  <a:pt x="775900" y="267302"/>
                </a:lnTo>
                <a:lnTo>
                  <a:pt x="823792" y="278774"/>
                </a:lnTo>
                <a:lnTo>
                  <a:pt x="803035" y="365435"/>
                </a:lnTo>
                <a:cubicBezTo>
                  <a:pt x="801779" y="370502"/>
                  <a:pt x="799231" y="374804"/>
                  <a:pt x="795389" y="378340"/>
                </a:cubicBezTo>
                <a:lnTo>
                  <a:pt x="705186" y="459621"/>
                </a:lnTo>
                <a:lnTo>
                  <a:pt x="692501" y="512580"/>
                </a:lnTo>
                <a:cubicBezTo>
                  <a:pt x="698912" y="516642"/>
                  <a:pt x="704563" y="521574"/>
                  <a:pt x="709457" y="527374"/>
                </a:cubicBezTo>
                <a:cubicBezTo>
                  <a:pt x="714350" y="533174"/>
                  <a:pt x="718258" y="539576"/>
                  <a:pt x="721182" y="546578"/>
                </a:cubicBezTo>
                <a:cubicBezTo>
                  <a:pt x="724106" y="553581"/>
                  <a:pt x="725910" y="560862"/>
                  <a:pt x="726594" y="568420"/>
                </a:cubicBezTo>
                <a:cubicBezTo>
                  <a:pt x="727278" y="575977"/>
                  <a:pt x="726810" y="583463"/>
                  <a:pt x="725191" y="590877"/>
                </a:cubicBezTo>
                <a:lnTo>
                  <a:pt x="725202" y="591951"/>
                </a:lnTo>
                <a:close/>
                <a:moveTo>
                  <a:pt x="406651" y="557181"/>
                </a:moveTo>
                <a:cubicBezTo>
                  <a:pt x="409822" y="552360"/>
                  <a:pt x="413507" y="547970"/>
                  <a:pt x="417706" y="544010"/>
                </a:cubicBezTo>
                <a:cubicBezTo>
                  <a:pt x="421905" y="540050"/>
                  <a:pt x="426503" y="536628"/>
                  <a:pt x="431503" y="533745"/>
                </a:cubicBezTo>
                <a:cubicBezTo>
                  <a:pt x="436502" y="530861"/>
                  <a:pt x="441766" y="528594"/>
                  <a:pt x="447296" y="526942"/>
                </a:cubicBezTo>
                <a:cubicBezTo>
                  <a:pt x="452826" y="525290"/>
                  <a:pt x="458471" y="524299"/>
                  <a:pt x="464233" y="523968"/>
                </a:cubicBezTo>
                <a:cubicBezTo>
                  <a:pt x="469995" y="523637"/>
                  <a:pt x="475717" y="523975"/>
                  <a:pt x="481399" y="524983"/>
                </a:cubicBezTo>
                <a:cubicBezTo>
                  <a:pt x="487082" y="525991"/>
                  <a:pt x="492571" y="527641"/>
                  <a:pt x="497868" y="529933"/>
                </a:cubicBezTo>
                <a:cubicBezTo>
                  <a:pt x="503164" y="532225"/>
                  <a:pt x="508125" y="535098"/>
                  <a:pt x="512749" y="538550"/>
                </a:cubicBezTo>
                <a:cubicBezTo>
                  <a:pt x="517374" y="542003"/>
                  <a:pt x="521537" y="545943"/>
                  <a:pt x="525240" y="550370"/>
                </a:cubicBezTo>
                <a:cubicBezTo>
                  <a:pt x="528942" y="554796"/>
                  <a:pt x="532084" y="559591"/>
                  <a:pt x="534665" y="564753"/>
                </a:cubicBezTo>
                <a:cubicBezTo>
                  <a:pt x="537246" y="569915"/>
                  <a:pt x="539196" y="575305"/>
                  <a:pt x="540516" y="580923"/>
                </a:cubicBezTo>
                <a:cubicBezTo>
                  <a:pt x="541836" y="586542"/>
                  <a:pt x="542489" y="592236"/>
                  <a:pt x="542477" y="598008"/>
                </a:cubicBezTo>
                <a:cubicBezTo>
                  <a:pt x="542464" y="603779"/>
                  <a:pt x="541786" y="609471"/>
                  <a:pt x="540441" y="615083"/>
                </a:cubicBezTo>
                <a:cubicBezTo>
                  <a:pt x="539097" y="620695"/>
                  <a:pt x="537123" y="626077"/>
                  <a:pt x="534520" y="631227"/>
                </a:cubicBezTo>
                <a:cubicBezTo>
                  <a:pt x="531916" y="636378"/>
                  <a:pt x="528754" y="641159"/>
                  <a:pt x="525032" y="645569"/>
                </a:cubicBezTo>
                <a:cubicBezTo>
                  <a:pt x="521310" y="649980"/>
                  <a:pt x="517129" y="653902"/>
                  <a:pt x="512490" y="657334"/>
                </a:cubicBezTo>
                <a:cubicBezTo>
                  <a:pt x="507850" y="660767"/>
                  <a:pt x="502877" y="663618"/>
                  <a:pt x="497571" y="665886"/>
                </a:cubicBezTo>
                <a:cubicBezTo>
                  <a:pt x="492265" y="668155"/>
                  <a:pt x="486768" y="669782"/>
                  <a:pt x="481081" y="670764"/>
                </a:cubicBezTo>
                <a:cubicBezTo>
                  <a:pt x="475394" y="671747"/>
                  <a:pt x="469671" y="672061"/>
                  <a:pt x="463911" y="671705"/>
                </a:cubicBezTo>
                <a:cubicBezTo>
                  <a:pt x="458150" y="671349"/>
                  <a:pt x="452509" y="670333"/>
                  <a:pt x="446987" y="668657"/>
                </a:cubicBezTo>
                <a:cubicBezTo>
                  <a:pt x="441464" y="666981"/>
                  <a:pt x="436210" y="664690"/>
                  <a:pt x="431223" y="661784"/>
                </a:cubicBezTo>
                <a:cubicBezTo>
                  <a:pt x="426237" y="658879"/>
                  <a:pt x="421653" y="655438"/>
                  <a:pt x="417471" y="651459"/>
                </a:cubicBezTo>
                <a:cubicBezTo>
                  <a:pt x="413290" y="647482"/>
                  <a:pt x="409624" y="643075"/>
                  <a:pt x="406474" y="638239"/>
                </a:cubicBezTo>
                <a:cubicBezTo>
                  <a:pt x="403324" y="633404"/>
                  <a:pt x="400774" y="628270"/>
                  <a:pt x="398825" y="622838"/>
                </a:cubicBezTo>
                <a:cubicBezTo>
                  <a:pt x="396876" y="617407"/>
                  <a:pt x="395580" y="611822"/>
                  <a:pt x="394937" y="606087"/>
                </a:cubicBezTo>
                <a:lnTo>
                  <a:pt x="335643" y="591885"/>
                </a:lnTo>
                <a:lnTo>
                  <a:pt x="348388" y="538672"/>
                </a:lnTo>
                <a:lnTo>
                  <a:pt x="353691" y="544497"/>
                </a:lnTo>
                <a:lnTo>
                  <a:pt x="406651" y="557181"/>
                </a:lnTo>
                <a:close/>
                <a:moveTo>
                  <a:pt x="421458" y="801868"/>
                </a:moveTo>
                <a:lnTo>
                  <a:pt x="340288" y="710085"/>
                </a:lnTo>
                <a:lnTo>
                  <a:pt x="309120" y="702619"/>
                </a:lnTo>
                <a:lnTo>
                  <a:pt x="320955" y="653207"/>
                </a:lnTo>
                <a:lnTo>
                  <a:pt x="359725" y="662493"/>
                </a:lnTo>
                <a:cubicBezTo>
                  <a:pt x="364679" y="663694"/>
                  <a:pt x="368917" y="666138"/>
                  <a:pt x="372437" y="669825"/>
                </a:cubicBezTo>
                <a:lnTo>
                  <a:pt x="453971" y="760088"/>
                </a:lnTo>
                <a:lnTo>
                  <a:pt x="506678" y="772713"/>
                </a:lnTo>
                <a:cubicBezTo>
                  <a:pt x="509156" y="768960"/>
                  <a:pt x="511953" y="765462"/>
                  <a:pt x="515069" y="762219"/>
                </a:cubicBezTo>
                <a:cubicBezTo>
                  <a:pt x="518185" y="758977"/>
                  <a:pt x="521569" y="756042"/>
                  <a:pt x="525219" y="753417"/>
                </a:cubicBezTo>
                <a:cubicBezTo>
                  <a:pt x="528870" y="750791"/>
                  <a:pt x="532729" y="748516"/>
                  <a:pt x="536794" y="746594"/>
                </a:cubicBezTo>
                <a:cubicBezTo>
                  <a:pt x="540860" y="744672"/>
                  <a:pt x="545066" y="743133"/>
                  <a:pt x="549412" y="741977"/>
                </a:cubicBezTo>
                <a:cubicBezTo>
                  <a:pt x="553758" y="740821"/>
                  <a:pt x="558173" y="740069"/>
                  <a:pt x="562656" y="739718"/>
                </a:cubicBezTo>
                <a:cubicBezTo>
                  <a:pt x="567140" y="739367"/>
                  <a:pt x="571618" y="739425"/>
                  <a:pt x="576091" y="739890"/>
                </a:cubicBezTo>
                <a:cubicBezTo>
                  <a:pt x="580564" y="740356"/>
                  <a:pt x="584958" y="741222"/>
                  <a:pt x="589273" y="742489"/>
                </a:cubicBezTo>
                <a:cubicBezTo>
                  <a:pt x="593588" y="743756"/>
                  <a:pt x="597753" y="745403"/>
                  <a:pt x="601768" y="747429"/>
                </a:cubicBezTo>
                <a:cubicBezTo>
                  <a:pt x="605782" y="749454"/>
                  <a:pt x="609581" y="751827"/>
                  <a:pt x="613163" y="754545"/>
                </a:cubicBezTo>
                <a:cubicBezTo>
                  <a:pt x="616746" y="757265"/>
                  <a:pt x="620053" y="760285"/>
                  <a:pt x="623084" y="763606"/>
                </a:cubicBezTo>
                <a:cubicBezTo>
                  <a:pt x="626116" y="766928"/>
                  <a:pt x="628822" y="770496"/>
                  <a:pt x="631204" y="774312"/>
                </a:cubicBezTo>
                <a:cubicBezTo>
                  <a:pt x="633585" y="778126"/>
                  <a:pt x="635601" y="782125"/>
                  <a:pt x="637253" y="786308"/>
                </a:cubicBezTo>
                <a:cubicBezTo>
                  <a:pt x="638905" y="790491"/>
                  <a:pt x="640166" y="794788"/>
                  <a:pt x="641034" y="799201"/>
                </a:cubicBezTo>
                <a:cubicBezTo>
                  <a:pt x="641903" y="803613"/>
                  <a:pt x="642365" y="808068"/>
                  <a:pt x="642422" y="812565"/>
                </a:cubicBezTo>
                <a:cubicBezTo>
                  <a:pt x="642478" y="817062"/>
                  <a:pt x="642127" y="821527"/>
                  <a:pt x="641370" y="825959"/>
                </a:cubicBezTo>
                <a:cubicBezTo>
                  <a:pt x="640612" y="830392"/>
                  <a:pt x="639460" y="834720"/>
                  <a:pt x="637913" y="838943"/>
                </a:cubicBezTo>
                <a:cubicBezTo>
                  <a:pt x="636366" y="843166"/>
                  <a:pt x="634451" y="847213"/>
                  <a:pt x="632166" y="851088"/>
                </a:cubicBezTo>
                <a:cubicBezTo>
                  <a:pt x="629881" y="854961"/>
                  <a:pt x="627265" y="858596"/>
                  <a:pt x="624318" y="861992"/>
                </a:cubicBezTo>
                <a:cubicBezTo>
                  <a:pt x="621370" y="865389"/>
                  <a:pt x="618140" y="868491"/>
                  <a:pt x="614627" y="871299"/>
                </a:cubicBezTo>
                <a:cubicBezTo>
                  <a:pt x="611114" y="874106"/>
                  <a:pt x="607376" y="876574"/>
                  <a:pt x="603413" y="878699"/>
                </a:cubicBezTo>
                <a:cubicBezTo>
                  <a:pt x="599450" y="880825"/>
                  <a:pt x="595328" y="882576"/>
                  <a:pt x="591046" y="883951"/>
                </a:cubicBezTo>
                <a:cubicBezTo>
                  <a:pt x="586764" y="885325"/>
                  <a:pt x="582393" y="886302"/>
                  <a:pt x="577933" y="886879"/>
                </a:cubicBezTo>
                <a:cubicBezTo>
                  <a:pt x="573473" y="887457"/>
                  <a:pt x="568998" y="887626"/>
                  <a:pt x="564507" y="887388"/>
                </a:cubicBezTo>
                <a:cubicBezTo>
                  <a:pt x="560016" y="887150"/>
                  <a:pt x="555584" y="886508"/>
                  <a:pt x="551210" y="885461"/>
                </a:cubicBezTo>
                <a:cubicBezTo>
                  <a:pt x="546339" y="884304"/>
                  <a:pt x="541646" y="882645"/>
                  <a:pt x="537131" y="880482"/>
                </a:cubicBezTo>
                <a:cubicBezTo>
                  <a:pt x="525472" y="874994"/>
                  <a:pt x="515891" y="867013"/>
                  <a:pt x="508387" y="856538"/>
                </a:cubicBezTo>
                <a:cubicBezTo>
                  <a:pt x="500883" y="846062"/>
                  <a:pt x="496409" y="834422"/>
                  <a:pt x="494964" y="821618"/>
                </a:cubicBezTo>
                <a:lnTo>
                  <a:pt x="434656" y="807173"/>
                </a:lnTo>
                <a:cubicBezTo>
                  <a:pt x="429588" y="805917"/>
                  <a:pt x="425286" y="803369"/>
                  <a:pt x="421751" y="799527"/>
                </a:cubicBezTo>
                <a:lnTo>
                  <a:pt x="421458" y="801868"/>
                </a:lnTo>
                <a:close/>
                <a:moveTo>
                  <a:pt x="408894" y="1276048"/>
                </a:moveTo>
                <a:lnTo>
                  <a:pt x="455991" y="1079412"/>
                </a:lnTo>
                <a:cubicBezTo>
                  <a:pt x="448693" y="1074603"/>
                  <a:pt x="442443" y="1068687"/>
                  <a:pt x="437241" y="1061664"/>
                </a:cubicBezTo>
                <a:cubicBezTo>
                  <a:pt x="432040" y="1054640"/>
                  <a:pt x="428203" y="1046936"/>
                  <a:pt x="425731" y="1038553"/>
                </a:cubicBezTo>
                <a:cubicBezTo>
                  <a:pt x="423259" y="1030170"/>
                  <a:pt x="422302" y="1021617"/>
                  <a:pt x="422860" y="1012895"/>
                </a:cubicBezTo>
                <a:cubicBezTo>
                  <a:pt x="423418" y="1004172"/>
                  <a:pt x="425458" y="995811"/>
                  <a:pt x="428979" y="987811"/>
                </a:cubicBezTo>
                <a:cubicBezTo>
                  <a:pt x="432500" y="979812"/>
                  <a:pt x="437288" y="972661"/>
                  <a:pt x="443343" y="966357"/>
                </a:cubicBezTo>
                <a:cubicBezTo>
                  <a:pt x="449398" y="960055"/>
                  <a:pt x="456351" y="954983"/>
                  <a:pt x="464203" y="951143"/>
                </a:cubicBezTo>
                <a:cubicBezTo>
                  <a:pt x="472055" y="947305"/>
                  <a:pt x="480327" y="944931"/>
                  <a:pt x="489020" y="944022"/>
                </a:cubicBezTo>
                <a:cubicBezTo>
                  <a:pt x="497713" y="943115"/>
                  <a:pt x="506297" y="943728"/>
                  <a:pt x="514773" y="945861"/>
                </a:cubicBezTo>
                <a:lnTo>
                  <a:pt x="519841" y="947075"/>
                </a:lnTo>
                <a:cubicBezTo>
                  <a:pt x="527909" y="949635"/>
                  <a:pt x="535320" y="953467"/>
                  <a:pt x="542073" y="958572"/>
                </a:cubicBezTo>
                <a:cubicBezTo>
                  <a:pt x="548827" y="963675"/>
                  <a:pt x="554536" y="969759"/>
                  <a:pt x="559201" y="976823"/>
                </a:cubicBezTo>
                <a:cubicBezTo>
                  <a:pt x="563867" y="983886"/>
                  <a:pt x="567222" y="991525"/>
                  <a:pt x="569266" y="999739"/>
                </a:cubicBezTo>
                <a:cubicBezTo>
                  <a:pt x="571310" y="1007954"/>
                  <a:pt x="571926" y="1016274"/>
                  <a:pt x="571115" y="1024700"/>
                </a:cubicBezTo>
                <a:cubicBezTo>
                  <a:pt x="570303" y="1033126"/>
                  <a:pt x="568111" y="1041176"/>
                  <a:pt x="564537" y="1048849"/>
                </a:cubicBezTo>
                <a:cubicBezTo>
                  <a:pt x="560963" y="1056523"/>
                  <a:pt x="556212" y="1063382"/>
                  <a:pt x="550285" y="1069425"/>
                </a:cubicBezTo>
                <a:cubicBezTo>
                  <a:pt x="544357" y="1075468"/>
                  <a:pt x="537592" y="1080350"/>
                  <a:pt x="529989" y="1084072"/>
                </a:cubicBezTo>
                <a:cubicBezTo>
                  <a:pt x="522386" y="1087794"/>
                  <a:pt x="514380" y="1090142"/>
                  <a:pt x="505971" y="1091116"/>
                </a:cubicBezTo>
                <a:lnTo>
                  <a:pt x="459419" y="1285470"/>
                </a:lnTo>
                <a:lnTo>
                  <a:pt x="408894" y="1276048"/>
                </a:lnTo>
                <a:close/>
                <a:moveTo>
                  <a:pt x="548261" y="1309429"/>
                </a:moveTo>
                <a:lnTo>
                  <a:pt x="572539" y="1208070"/>
                </a:lnTo>
                <a:cubicBezTo>
                  <a:pt x="573739" y="1203116"/>
                  <a:pt x="576183" y="1198879"/>
                  <a:pt x="579870" y="1195359"/>
                </a:cubicBezTo>
                <a:lnTo>
                  <a:pt x="657106" y="1125708"/>
                </a:lnTo>
                <a:cubicBezTo>
                  <a:pt x="652815" y="1121938"/>
                  <a:pt x="649008" y="1117732"/>
                  <a:pt x="645684" y="1113087"/>
                </a:cubicBezTo>
                <a:cubicBezTo>
                  <a:pt x="642361" y="1108442"/>
                  <a:pt x="639608" y="1103481"/>
                  <a:pt x="637425" y="1098204"/>
                </a:cubicBezTo>
                <a:cubicBezTo>
                  <a:pt x="635242" y="1092926"/>
                  <a:pt x="633686" y="1087469"/>
                  <a:pt x="632758" y="1081834"/>
                </a:cubicBezTo>
                <a:cubicBezTo>
                  <a:pt x="631830" y="1076199"/>
                  <a:pt x="631553" y="1070532"/>
                  <a:pt x="631927" y="1064833"/>
                </a:cubicBezTo>
                <a:cubicBezTo>
                  <a:pt x="632302" y="1059134"/>
                  <a:pt x="633318" y="1053551"/>
                  <a:pt x="634977" y="1048086"/>
                </a:cubicBezTo>
                <a:cubicBezTo>
                  <a:pt x="636635" y="1042621"/>
                  <a:pt x="638891" y="1037415"/>
                  <a:pt x="641746" y="1032469"/>
                </a:cubicBezTo>
                <a:cubicBezTo>
                  <a:pt x="644601" y="1027522"/>
                  <a:pt x="647980" y="1022964"/>
                  <a:pt x="651883" y="1018794"/>
                </a:cubicBezTo>
                <a:cubicBezTo>
                  <a:pt x="655786" y="1014625"/>
                  <a:pt x="660111" y="1010952"/>
                  <a:pt x="664859" y="1007777"/>
                </a:cubicBezTo>
                <a:cubicBezTo>
                  <a:pt x="669606" y="1004602"/>
                  <a:pt x="674652" y="1002007"/>
                  <a:pt x="679996" y="999992"/>
                </a:cubicBezTo>
                <a:cubicBezTo>
                  <a:pt x="685340" y="997977"/>
                  <a:pt x="690843" y="996595"/>
                  <a:pt x="696505" y="995845"/>
                </a:cubicBezTo>
                <a:cubicBezTo>
                  <a:pt x="702166" y="995095"/>
                  <a:pt x="707839" y="994997"/>
                  <a:pt x="713524" y="995552"/>
                </a:cubicBezTo>
                <a:cubicBezTo>
                  <a:pt x="719208" y="996107"/>
                  <a:pt x="724755" y="997299"/>
                  <a:pt x="730165" y="999129"/>
                </a:cubicBezTo>
                <a:cubicBezTo>
                  <a:pt x="735575" y="1000959"/>
                  <a:pt x="740708" y="1003378"/>
                  <a:pt x="745561" y="1006388"/>
                </a:cubicBezTo>
                <a:cubicBezTo>
                  <a:pt x="750415" y="1009398"/>
                  <a:pt x="754864" y="1012920"/>
                  <a:pt x="758908" y="1016953"/>
                </a:cubicBezTo>
                <a:cubicBezTo>
                  <a:pt x="762952" y="1020985"/>
                  <a:pt x="766486" y="1025424"/>
                  <a:pt x="769510" y="1030270"/>
                </a:cubicBezTo>
                <a:cubicBezTo>
                  <a:pt x="772533" y="1035115"/>
                  <a:pt x="774968" y="1040240"/>
                  <a:pt x="776813" y="1045645"/>
                </a:cubicBezTo>
                <a:cubicBezTo>
                  <a:pt x="778658" y="1051050"/>
                  <a:pt x="779866" y="1056594"/>
                  <a:pt x="780437" y="1062276"/>
                </a:cubicBezTo>
                <a:cubicBezTo>
                  <a:pt x="781007" y="1067960"/>
                  <a:pt x="780925" y="1073633"/>
                  <a:pt x="780191" y="1079297"/>
                </a:cubicBezTo>
                <a:cubicBezTo>
                  <a:pt x="779458" y="1084960"/>
                  <a:pt x="778091" y="1090468"/>
                  <a:pt x="776091" y="1095817"/>
                </a:cubicBezTo>
                <a:cubicBezTo>
                  <a:pt x="774091" y="1101167"/>
                  <a:pt x="771510" y="1106219"/>
                  <a:pt x="768348" y="1110976"/>
                </a:cubicBezTo>
                <a:cubicBezTo>
                  <a:pt x="765186" y="1115732"/>
                  <a:pt x="761526" y="1120067"/>
                  <a:pt x="757367" y="1123982"/>
                </a:cubicBezTo>
                <a:cubicBezTo>
                  <a:pt x="753209" y="1127897"/>
                  <a:pt x="748661" y="1131288"/>
                  <a:pt x="743722" y="1134158"/>
                </a:cubicBezTo>
                <a:cubicBezTo>
                  <a:pt x="738784" y="1137027"/>
                  <a:pt x="733584" y="1139298"/>
                  <a:pt x="728124" y="1140971"/>
                </a:cubicBezTo>
                <a:cubicBezTo>
                  <a:pt x="722663" y="1142645"/>
                  <a:pt x="717084" y="1143677"/>
                  <a:pt x="711386" y="1144067"/>
                </a:cubicBezTo>
                <a:cubicBezTo>
                  <a:pt x="710865" y="1144803"/>
                  <a:pt x="710260" y="1145462"/>
                  <a:pt x="709573" y="1146045"/>
                </a:cubicBezTo>
                <a:lnTo>
                  <a:pt x="619623" y="1227386"/>
                </a:lnTo>
                <a:lnTo>
                  <a:pt x="597167" y="1321143"/>
                </a:lnTo>
                <a:lnTo>
                  <a:pt x="548261" y="1309429"/>
                </a:lnTo>
                <a:close/>
                <a:moveTo>
                  <a:pt x="725639" y="1351914"/>
                </a:moveTo>
                <a:lnTo>
                  <a:pt x="749916" y="1250556"/>
                </a:lnTo>
                <a:cubicBezTo>
                  <a:pt x="751200" y="1245593"/>
                  <a:pt x="753728" y="1241375"/>
                  <a:pt x="757501" y="1237904"/>
                </a:cubicBezTo>
                <a:lnTo>
                  <a:pt x="848239" y="1153268"/>
                </a:lnTo>
                <a:lnTo>
                  <a:pt x="860378" y="1102589"/>
                </a:lnTo>
                <a:cubicBezTo>
                  <a:pt x="855533" y="1099412"/>
                  <a:pt x="851121" y="1095718"/>
                  <a:pt x="847140" y="1091507"/>
                </a:cubicBezTo>
                <a:cubicBezTo>
                  <a:pt x="843160" y="1087296"/>
                  <a:pt x="839720" y="1082683"/>
                  <a:pt x="836820" y="1077667"/>
                </a:cubicBezTo>
                <a:cubicBezTo>
                  <a:pt x="833919" y="1072651"/>
                  <a:pt x="831637" y="1067367"/>
                  <a:pt x="829973" y="1061817"/>
                </a:cubicBezTo>
                <a:cubicBezTo>
                  <a:pt x="828310" y="1056267"/>
                  <a:pt x="827309" y="1050600"/>
                  <a:pt x="826972" y="1044815"/>
                </a:cubicBezTo>
                <a:cubicBezTo>
                  <a:pt x="826635" y="1039031"/>
                  <a:pt x="826970" y="1033287"/>
                  <a:pt x="827978" y="1027581"/>
                </a:cubicBezTo>
                <a:cubicBezTo>
                  <a:pt x="828985" y="1021875"/>
                  <a:pt x="830638" y="1016362"/>
                  <a:pt x="832936" y="1011043"/>
                </a:cubicBezTo>
                <a:cubicBezTo>
                  <a:pt x="835234" y="1005724"/>
                  <a:pt x="838115" y="1000742"/>
                  <a:pt x="841579" y="996097"/>
                </a:cubicBezTo>
                <a:cubicBezTo>
                  <a:pt x="845043" y="991453"/>
                  <a:pt x="848996" y="987271"/>
                  <a:pt x="853439" y="983552"/>
                </a:cubicBezTo>
                <a:cubicBezTo>
                  <a:pt x="857882" y="979832"/>
                  <a:pt x="862695" y="976676"/>
                  <a:pt x="867876" y="974084"/>
                </a:cubicBezTo>
                <a:cubicBezTo>
                  <a:pt x="873058" y="971491"/>
                  <a:pt x="878469" y="969532"/>
                  <a:pt x="884109" y="968205"/>
                </a:cubicBezTo>
                <a:cubicBezTo>
                  <a:pt x="889749" y="966879"/>
                  <a:pt x="895467" y="966222"/>
                  <a:pt x="901261" y="966234"/>
                </a:cubicBezTo>
                <a:cubicBezTo>
                  <a:pt x="907055" y="966246"/>
                  <a:pt x="912769" y="966927"/>
                  <a:pt x="918404" y="968277"/>
                </a:cubicBezTo>
                <a:cubicBezTo>
                  <a:pt x="924039" y="969626"/>
                  <a:pt x="929442" y="971608"/>
                  <a:pt x="934613" y="974222"/>
                </a:cubicBezTo>
                <a:cubicBezTo>
                  <a:pt x="939783" y="976836"/>
                  <a:pt x="944583" y="980012"/>
                  <a:pt x="949010" y="983750"/>
                </a:cubicBezTo>
                <a:cubicBezTo>
                  <a:pt x="953437" y="987488"/>
                  <a:pt x="957374" y="991686"/>
                  <a:pt x="960818" y="996345"/>
                </a:cubicBezTo>
                <a:cubicBezTo>
                  <a:pt x="964263" y="1001004"/>
                  <a:pt x="967123" y="1005998"/>
                  <a:pt x="969399" y="1011326"/>
                </a:cubicBezTo>
                <a:cubicBezTo>
                  <a:pt x="971675" y="1016655"/>
                  <a:pt x="973305" y="1022174"/>
                  <a:pt x="974289" y="1027884"/>
                </a:cubicBezTo>
                <a:cubicBezTo>
                  <a:pt x="975272" y="1033594"/>
                  <a:pt x="975584" y="1039340"/>
                  <a:pt x="975223" y="1045123"/>
                </a:cubicBezTo>
                <a:cubicBezTo>
                  <a:pt x="974862" y="1050906"/>
                  <a:pt x="973838" y="1056570"/>
                  <a:pt x="972151" y="1062113"/>
                </a:cubicBezTo>
                <a:cubicBezTo>
                  <a:pt x="970464" y="1067656"/>
                  <a:pt x="968160" y="1072929"/>
                  <a:pt x="965239" y="1077933"/>
                </a:cubicBezTo>
                <a:cubicBezTo>
                  <a:pt x="962318" y="1082937"/>
                  <a:pt x="958858" y="1087536"/>
                  <a:pt x="954861" y="1091730"/>
                </a:cubicBezTo>
                <a:cubicBezTo>
                  <a:pt x="950863" y="1095925"/>
                  <a:pt x="946435" y="1099600"/>
                  <a:pt x="941577" y="1102758"/>
                </a:cubicBezTo>
                <a:cubicBezTo>
                  <a:pt x="936719" y="1105915"/>
                  <a:pt x="931562" y="1108470"/>
                  <a:pt x="926106" y="1110421"/>
                </a:cubicBezTo>
                <a:cubicBezTo>
                  <a:pt x="920650" y="1112371"/>
                  <a:pt x="915043" y="1113665"/>
                  <a:pt x="909284" y="1114303"/>
                </a:cubicBezTo>
                <a:lnTo>
                  <a:pt x="894839" y="1174611"/>
                </a:lnTo>
                <a:cubicBezTo>
                  <a:pt x="893583" y="1179679"/>
                  <a:pt x="891034" y="1183980"/>
                  <a:pt x="887193" y="1187517"/>
                </a:cubicBezTo>
                <a:lnTo>
                  <a:pt x="797243" y="1268858"/>
                </a:lnTo>
                <a:lnTo>
                  <a:pt x="774787" y="1362615"/>
                </a:lnTo>
                <a:lnTo>
                  <a:pt x="725639" y="1351914"/>
                </a:lnTo>
                <a:close/>
                <a:moveTo>
                  <a:pt x="908084" y="1395613"/>
                </a:moveTo>
                <a:lnTo>
                  <a:pt x="932361" y="1294255"/>
                </a:lnTo>
                <a:cubicBezTo>
                  <a:pt x="933645" y="1289292"/>
                  <a:pt x="936173" y="1285074"/>
                  <a:pt x="939946" y="1281603"/>
                </a:cubicBezTo>
                <a:lnTo>
                  <a:pt x="1030431" y="1196907"/>
                </a:lnTo>
                <a:lnTo>
                  <a:pt x="1042570" y="1146228"/>
                </a:lnTo>
                <a:cubicBezTo>
                  <a:pt x="1036340" y="1142143"/>
                  <a:pt x="1030853" y="1137228"/>
                  <a:pt x="1026108" y="1131486"/>
                </a:cubicBezTo>
                <a:cubicBezTo>
                  <a:pt x="1021363" y="1125744"/>
                  <a:pt x="1017571" y="1119429"/>
                  <a:pt x="1014733" y="1112541"/>
                </a:cubicBezTo>
                <a:cubicBezTo>
                  <a:pt x="1011895" y="1105653"/>
                  <a:pt x="1010137" y="1098500"/>
                  <a:pt x="1009459" y="1091081"/>
                </a:cubicBezTo>
                <a:cubicBezTo>
                  <a:pt x="1008781" y="1083663"/>
                  <a:pt x="1009214" y="1076309"/>
                  <a:pt x="1010757" y="1069022"/>
                </a:cubicBezTo>
                <a:cubicBezTo>
                  <a:pt x="1012300" y="1061734"/>
                  <a:pt x="1014884" y="1054836"/>
                  <a:pt x="1018510" y="1048328"/>
                </a:cubicBezTo>
                <a:cubicBezTo>
                  <a:pt x="1022136" y="1041821"/>
                  <a:pt x="1026642" y="1035994"/>
                  <a:pt x="1032028" y="1030847"/>
                </a:cubicBezTo>
                <a:cubicBezTo>
                  <a:pt x="1037414" y="1025701"/>
                  <a:pt x="1043440" y="1021464"/>
                  <a:pt x="1050105" y="1018137"/>
                </a:cubicBezTo>
                <a:cubicBezTo>
                  <a:pt x="1056771" y="1014811"/>
                  <a:pt x="1063779" y="1012542"/>
                  <a:pt x="1071129" y="1011331"/>
                </a:cubicBezTo>
                <a:cubicBezTo>
                  <a:pt x="1081033" y="1009569"/>
                  <a:pt x="1090875" y="1009872"/>
                  <a:pt x="1100652" y="1012241"/>
                </a:cubicBezTo>
                <a:cubicBezTo>
                  <a:pt x="1109261" y="1014104"/>
                  <a:pt x="1117281" y="1017400"/>
                  <a:pt x="1124713" y="1022128"/>
                </a:cubicBezTo>
                <a:cubicBezTo>
                  <a:pt x="1132145" y="1026855"/>
                  <a:pt x="1138529" y="1032723"/>
                  <a:pt x="1143866" y="1039730"/>
                </a:cubicBezTo>
                <a:cubicBezTo>
                  <a:pt x="1149203" y="1046738"/>
                  <a:pt x="1153162" y="1054453"/>
                  <a:pt x="1155744" y="1062874"/>
                </a:cubicBezTo>
                <a:cubicBezTo>
                  <a:pt x="1158326" y="1071295"/>
                  <a:pt x="1159371" y="1079903"/>
                  <a:pt x="1158879" y="1088697"/>
                </a:cubicBezTo>
                <a:cubicBezTo>
                  <a:pt x="1158387" y="1097492"/>
                  <a:pt x="1156389" y="1105929"/>
                  <a:pt x="1152884" y="1114010"/>
                </a:cubicBezTo>
                <a:cubicBezTo>
                  <a:pt x="1149379" y="1122091"/>
                  <a:pt x="1144584" y="1129316"/>
                  <a:pt x="1138499" y="1135685"/>
                </a:cubicBezTo>
                <a:cubicBezTo>
                  <a:pt x="1132414" y="1142054"/>
                  <a:pt x="1125415" y="1147173"/>
                  <a:pt x="1117503" y="1151042"/>
                </a:cubicBezTo>
                <a:cubicBezTo>
                  <a:pt x="1109590" y="1154912"/>
                  <a:pt x="1101252" y="1157292"/>
                  <a:pt x="1092489" y="1158184"/>
                </a:cubicBezTo>
                <a:lnTo>
                  <a:pt x="1078044" y="1218492"/>
                </a:lnTo>
                <a:cubicBezTo>
                  <a:pt x="1076947" y="1223655"/>
                  <a:pt x="1074399" y="1227956"/>
                  <a:pt x="1070398" y="1231398"/>
                </a:cubicBezTo>
                <a:lnTo>
                  <a:pt x="980449" y="1312739"/>
                </a:lnTo>
                <a:lnTo>
                  <a:pt x="957992" y="1406496"/>
                </a:lnTo>
                <a:lnTo>
                  <a:pt x="908084" y="1395613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4" name="Shape 24"/>
          <p:cNvSpPr/>
          <p:nvPr/>
        </p:nvSpPr>
        <p:spPr>
          <a:xfrm>
            <a:off x="850459" y="3833044"/>
            <a:ext cx="555177" cy="555196"/>
          </a:xfrm>
          <a:custGeom>
            <a:avLst/>
            <a:gdLst/>
            <a:rect l="0" t="0" r="555177" b="555196"/>
            <a:pathLst>
              <a:path w="555177" h="555196" fill="norm" stroke="0">
                <a:moveTo>
                  <a:pt x="148410" y="554069"/>
                </a:moveTo>
                <a:lnTo>
                  <a:pt x="545883" y="423161"/>
                </a:lnTo>
                <a:cubicBezTo>
                  <a:pt x="547569" y="422606"/>
                  <a:pt x="549085" y="421749"/>
                  <a:pt x="550430" y="420591"/>
                </a:cubicBezTo>
                <a:cubicBezTo>
                  <a:pt x="551775" y="419433"/>
                  <a:pt x="552848" y="418061"/>
                  <a:pt x="553647" y="416476"/>
                </a:cubicBezTo>
                <a:cubicBezTo>
                  <a:pt x="554447" y="414891"/>
                  <a:pt x="554913" y="413213"/>
                  <a:pt x="555045" y="411443"/>
                </a:cubicBezTo>
                <a:cubicBezTo>
                  <a:pt x="555177" y="409673"/>
                  <a:pt x="554966" y="407944"/>
                  <a:pt x="554410" y="406259"/>
                </a:cubicBezTo>
                <a:lnTo>
                  <a:pt x="423670" y="9294"/>
                </a:lnTo>
                <a:cubicBezTo>
                  <a:pt x="423114" y="7608"/>
                  <a:pt x="422258" y="6093"/>
                  <a:pt x="421099" y="4747"/>
                </a:cubicBezTo>
                <a:cubicBezTo>
                  <a:pt x="419941" y="3402"/>
                  <a:pt x="418569" y="2329"/>
                  <a:pt x="416984" y="1530"/>
                </a:cubicBezTo>
                <a:cubicBezTo>
                  <a:pt x="415399" y="730"/>
                  <a:pt x="413722" y="264"/>
                  <a:pt x="411952" y="133"/>
                </a:cubicBezTo>
                <a:cubicBezTo>
                  <a:pt x="410181" y="0"/>
                  <a:pt x="408453" y="212"/>
                  <a:pt x="406767" y="767"/>
                </a:cubicBezTo>
                <a:lnTo>
                  <a:pt x="9294" y="131675"/>
                </a:lnTo>
                <a:cubicBezTo>
                  <a:pt x="7608" y="132230"/>
                  <a:pt x="6092" y="133087"/>
                  <a:pt x="4747" y="134245"/>
                </a:cubicBezTo>
                <a:cubicBezTo>
                  <a:pt x="3402" y="135404"/>
                  <a:pt x="2329" y="136775"/>
                  <a:pt x="1530" y="138360"/>
                </a:cubicBezTo>
                <a:cubicBezTo>
                  <a:pt x="730" y="139945"/>
                  <a:pt x="264" y="141623"/>
                  <a:pt x="132" y="143393"/>
                </a:cubicBezTo>
                <a:cubicBezTo>
                  <a:pt x="0" y="145163"/>
                  <a:pt x="212" y="146891"/>
                  <a:pt x="767" y="148578"/>
                </a:cubicBezTo>
                <a:lnTo>
                  <a:pt x="131675" y="546050"/>
                </a:lnTo>
                <a:cubicBezTo>
                  <a:pt x="132935" y="549417"/>
                  <a:pt x="135186" y="551877"/>
                  <a:pt x="138428" y="553430"/>
                </a:cubicBezTo>
                <a:cubicBezTo>
                  <a:pt x="141669" y="554983"/>
                  <a:pt x="144997" y="555196"/>
                  <a:pt x="148410" y="554069"/>
                </a:cubicBezTo>
                <a:close/>
                <a:moveTo>
                  <a:pt x="30259" y="152536"/>
                </a:moveTo>
                <a:lnTo>
                  <a:pt x="402683" y="29878"/>
                </a:lnTo>
                <a:lnTo>
                  <a:pt x="525467" y="402683"/>
                </a:lnTo>
                <a:lnTo>
                  <a:pt x="152662" y="525467"/>
                </a:lnTo>
                <a:lnTo>
                  <a:pt x="30259" y="152536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697082" y="3678416"/>
            <a:ext cx="863350" cy="863350"/>
          </a:xfrm>
          <a:custGeom>
            <a:avLst/>
            <a:gdLst/>
            <a:rect l="0" t="0" r="863350" b="863350"/>
            <a:pathLst>
              <a:path w="863350" h="863350" fill="norm" stroke="0">
                <a:moveTo>
                  <a:pt x="732840" y="150384"/>
                </a:moveTo>
                <a:cubicBezTo>
                  <a:pt x="734923" y="150274"/>
                  <a:pt x="736873" y="149708"/>
                  <a:pt x="738691" y="148687"/>
                </a:cubicBezTo>
                <a:cubicBezTo>
                  <a:pt x="740509" y="147665"/>
                  <a:pt x="742006" y="146295"/>
                  <a:pt x="743183" y="144573"/>
                </a:cubicBezTo>
                <a:cubicBezTo>
                  <a:pt x="744360" y="142853"/>
                  <a:pt x="745095" y="140960"/>
                  <a:pt x="745388" y="138895"/>
                </a:cubicBezTo>
                <a:cubicBezTo>
                  <a:pt x="745681" y="136831"/>
                  <a:pt x="745501" y="134809"/>
                  <a:pt x="744849" y="132828"/>
                </a:cubicBezTo>
                <a:cubicBezTo>
                  <a:pt x="744197" y="130848"/>
                  <a:pt x="743139" y="129114"/>
                  <a:pt x="741677" y="127628"/>
                </a:cubicBezTo>
                <a:cubicBezTo>
                  <a:pt x="740215" y="126141"/>
                  <a:pt x="738499" y="125056"/>
                  <a:pt x="736530" y="124371"/>
                </a:cubicBezTo>
                <a:cubicBezTo>
                  <a:pt x="734560" y="123686"/>
                  <a:pt x="732541" y="123474"/>
                  <a:pt x="730472" y="123733"/>
                </a:cubicBezTo>
                <a:cubicBezTo>
                  <a:pt x="728403" y="123992"/>
                  <a:pt x="726498" y="124695"/>
                  <a:pt x="724758" y="125844"/>
                </a:cubicBezTo>
                <a:lnTo>
                  <a:pt x="653045" y="149463"/>
                </a:lnTo>
                <a:lnTo>
                  <a:pt x="625783" y="66687"/>
                </a:lnTo>
                <a:cubicBezTo>
                  <a:pt x="625228" y="65001"/>
                  <a:pt x="624371" y="63486"/>
                  <a:pt x="623213" y="62140"/>
                </a:cubicBezTo>
                <a:cubicBezTo>
                  <a:pt x="622054" y="60796"/>
                  <a:pt x="620683" y="59723"/>
                  <a:pt x="619098" y="58924"/>
                </a:cubicBezTo>
                <a:cubicBezTo>
                  <a:pt x="617513" y="58124"/>
                  <a:pt x="615835" y="57658"/>
                  <a:pt x="614065" y="57526"/>
                </a:cubicBezTo>
                <a:cubicBezTo>
                  <a:pt x="612295" y="57393"/>
                  <a:pt x="610566" y="57605"/>
                  <a:pt x="608880" y="58160"/>
                </a:cubicBezTo>
                <a:lnTo>
                  <a:pt x="526487" y="85296"/>
                </a:lnTo>
                <a:lnTo>
                  <a:pt x="502994" y="13965"/>
                </a:lnTo>
                <a:cubicBezTo>
                  <a:pt x="503059" y="11784"/>
                  <a:pt x="502618" y="9709"/>
                  <a:pt x="501669" y="7744"/>
                </a:cubicBezTo>
                <a:cubicBezTo>
                  <a:pt x="500720" y="5778"/>
                  <a:pt x="499371" y="4142"/>
                  <a:pt x="497622" y="2836"/>
                </a:cubicBezTo>
                <a:cubicBezTo>
                  <a:pt x="495873" y="1531"/>
                  <a:pt x="493921" y="702"/>
                  <a:pt x="491767" y="351"/>
                </a:cubicBezTo>
                <a:cubicBezTo>
                  <a:pt x="489612" y="0"/>
                  <a:pt x="487498" y="166"/>
                  <a:pt x="485425" y="849"/>
                </a:cubicBezTo>
                <a:cubicBezTo>
                  <a:pt x="483352" y="1532"/>
                  <a:pt x="481553" y="2654"/>
                  <a:pt x="480029" y="4217"/>
                </a:cubicBezTo>
                <a:cubicBezTo>
                  <a:pt x="478505" y="5779"/>
                  <a:pt x="477428" y="7606"/>
                  <a:pt x="476797" y="9696"/>
                </a:cubicBezTo>
                <a:cubicBezTo>
                  <a:pt x="476166" y="11785"/>
                  <a:pt x="476053" y="13902"/>
                  <a:pt x="476458" y="16047"/>
                </a:cubicBezTo>
                <a:cubicBezTo>
                  <a:pt x="476863" y="18192"/>
                  <a:pt x="477740" y="20122"/>
                  <a:pt x="479089" y="21838"/>
                </a:cubicBezTo>
                <a:lnTo>
                  <a:pt x="502708" y="93551"/>
                </a:lnTo>
                <a:lnTo>
                  <a:pt x="439133" y="114490"/>
                </a:lnTo>
                <a:lnTo>
                  <a:pt x="415514" y="42776"/>
                </a:lnTo>
                <a:cubicBezTo>
                  <a:pt x="414959" y="41091"/>
                  <a:pt x="414102" y="39575"/>
                  <a:pt x="412944" y="38229"/>
                </a:cubicBezTo>
                <a:cubicBezTo>
                  <a:pt x="411785" y="36885"/>
                  <a:pt x="410414" y="35812"/>
                  <a:pt x="408829" y="35013"/>
                </a:cubicBezTo>
                <a:cubicBezTo>
                  <a:pt x="407244" y="34213"/>
                  <a:pt x="405566" y="33747"/>
                  <a:pt x="403796" y="33615"/>
                </a:cubicBezTo>
                <a:cubicBezTo>
                  <a:pt x="402026" y="33482"/>
                  <a:pt x="400297" y="33694"/>
                  <a:pt x="398611" y="34249"/>
                </a:cubicBezTo>
                <a:cubicBezTo>
                  <a:pt x="396925" y="34805"/>
                  <a:pt x="395409" y="35661"/>
                  <a:pt x="394064" y="36819"/>
                </a:cubicBezTo>
                <a:cubicBezTo>
                  <a:pt x="392719" y="37978"/>
                  <a:pt x="391647" y="39350"/>
                  <a:pt x="390847" y="40935"/>
                </a:cubicBezTo>
                <a:cubicBezTo>
                  <a:pt x="390047" y="42520"/>
                  <a:pt x="389581" y="44197"/>
                  <a:pt x="389449" y="45968"/>
                </a:cubicBezTo>
                <a:cubicBezTo>
                  <a:pt x="389317" y="47738"/>
                  <a:pt x="389529" y="49466"/>
                  <a:pt x="390084" y="51152"/>
                </a:cubicBezTo>
                <a:lnTo>
                  <a:pt x="413703" y="122865"/>
                </a:lnTo>
                <a:lnTo>
                  <a:pt x="350127" y="143804"/>
                </a:lnTo>
                <a:lnTo>
                  <a:pt x="326509" y="72091"/>
                </a:lnTo>
                <a:cubicBezTo>
                  <a:pt x="325953" y="70404"/>
                  <a:pt x="325097" y="68889"/>
                  <a:pt x="323938" y="67544"/>
                </a:cubicBezTo>
                <a:cubicBezTo>
                  <a:pt x="322780" y="66198"/>
                  <a:pt x="321408" y="65126"/>
                  <a:pt x="319823" y="64326"/>
                </a:cubicBezTo>
                <a:cubicBezTo>
                  <a:pt x="318238" y="63527"/>
                  <a:pt x="316561" y="63061"/>
                  <a:pt x="314791" y="62929"/>
                </a:cubicBezTo>
                <a:cubicBezTo>
                  <a:pt x="313020" y="62796"/>
                  <a:pt x="311292" y="63008"/>
                  <a:pt x="309606" y="63564"/>
                </a:cubicBezTo>
                <a:cubicBezTo>
                  <a:pt x="307920" y="64119"/>
                  <a:pt x="306404" y="64976"/>
                  <a:pt x="305059" y="66134"/>
                </a:cubicBezTo>
                <a:cubicBezTo>
                  <a:pt x="303714" y="67292"/>
                  <a:pt x="302641" y="68664"/>
                  <a:pt x="301842" y="70248"/>
                </a:cubicBezTo>
                <a:cubicBezTo>
                  <a:pt x="301042" y="71834"/>
                  <a:pt x="300576" y="73511"/>
                  <a:pt x="300444" y="75281"/>
                </a:cubicBezTo>
                <a:cubicBezTo>
                  <a:pt x="300312" y="77052"/>
                  <a:pt x="300523" y="78780"/>
                  <a:pt x="301079" y="80466"/>
                </a:cubicBezTo>
                <a:lnTo>
                  <a:pt x="324697" y="152179"/>
                </a:lnTo>
                <a:lnTo>
                  <a:pt x="261122" y="173117"/>
                </a:lnTo>
                <a:lnTo>
                  <a:pt x="237503" y="101405"/>
                </a:lnTo>
                <a:cubicBezTo>
                  <a:pt x="237393" y="99323"/>
                  <a:pt x="236828" y="97372"/>
                  <a:pt x="235806" y="95555"/>
                </a:cubicBezTo>
                <a:cubicBezTo>
                  <a:pt x="234785" y="93737"/>
                  <a:pt x="233414" y="92239"/>
                  <a:pt x="231693" y="91062"/>
                </a:cubicBezTo>
                <a:cubicBezTo>
                  <a:pt x="229972" y="89884"/>
                  <a:pt x="228079" y="89150"/>
                  <a:pt x="226015" y="88857"/>
                </a:cubicBezTo>
                <a:cubicBezTo>
                  <a:pt x="223950" y="88564"/>
                  <a:pt x="221928" y="88744"/>
                  <a:pt x="219947" y="89396"/>
                </a:cubicBezTo>
                <a:cubicBezTo>
                  <a:pt x="217967" y="90049"/>
                  <a:pt x="216233" y="91106"/>
                  <a:pt x="214747" y="92568"/>
                </a:cubicBezTo>
                <a:cubicBezTo>
                  <a:pt x="213260" y="94031"/>
                  <a:pt x="212175" y="95746"/>
                  <a:pt x="211490" y="97716"/>
                </a:cubicBezTo>
                <a:cubicBezTo>
                  <a:pt x="210806" y="99685"/>
                  <a:pt x="210593" y="101705"/>
                  <a:pt x="210852" y="103774"/>
                </a:cubicBezTo>
                <a:cubicBezTo>
                  <a:pt x="211111" y="105842"/>
                  <a:pt x="211814" y="107747"/>
                  <a:pt x="212963" y="109487"/>
                </a:cubicBezTo>
                <a:lnTo>
                  <a:pt x="236582" y="181200"/>
                </a:lnTo>
                <a:lnTo>
                  <a:pt x="173007" y="202139"/>
                </a:lnTo>
                <a:lnTo>
                  <a:pt x="149388" y="130425"/>
                </a:lnTo>
                <a:cubicBezTo>
                  <a:pt x="149278" y="128343"/>
                  <a:pt x="148712" y="126393"/>
                  <a:pt x="147691" y="124575"/>
                </a:cubicBezTo>
                <a:cubicBezTo>
                  <a:pt x="146670" y="122758"/>
                  <a:pt x="145299" y="121260"/>
                  <a:pt x="143577" y="120083"/>
                </a:cubicBezTo>
                <a:cubicBezTo>
                  <a:pt x="141857" y="118906"/>
                  <a:pt x="139964" y="118171"/>
                  <a:pt x="137899" y="117878"/>
                </a:cubicBezTo>
                <a:cubicBezTo>
                  <a:pt x="135835" y="117585"/>
                  <a:pt x="133812" y="117765"/>
                  <a:pt x="131832" y="118418"/>
                </a:cubicBezTo>
                <a:cubicBezTo>
                  <a:pt x="129852" y="119069"/>
                  <a:pt x="128118" y="120127"/>
                  <a:pt x="126632" y="121589"/>
                </a:cubicBezTo>
                <a:cubicBezTo>
                  <a:pt x="125145" y="123051"/>
                  <a:pt x="124060" y="124767"/>
                  <a:pt x="123375" y="126736"/>
                </a:cubicBezTo>
                <a:cubicBezTo>
                  <a:pt x="122690" y="128706"/>
                  <a:pt x="122477" y="130725"/>
                  <a:pt x="122736" y="132794"/>
                </a:cubicBezTo>
                <a:cubicBezTo>
                  <a:pt x="122995" y="134863"/>
                  <a:pt x="123699" y="136768"/>
                  <a:pt x="124848" y="138508"/>
                </a:cubicBezTo>
                <a:lnTo>
                  <a:pt x="148467" y="210221"/>
                </a:lnTo>
                <a:lnTo>
                  <a:pt x="65437" y="237567"/>
                </a:lnTo>
                <a:cubicBezTo>
                  <a:pt x="63751" y="238122"/>
                  <a:pt x="62235" y="238979"/>
                  <a:pt x="60890" y="240137"/>
                </a:cubicBezTo>
                <a:cubicBezTo>
                  <a:pt x="59545" y="241295"/>
                  <a:pt x="58472" y="242667"/>
                  <a:pt x="57673" y="244252"/>
                </a:cubicBezTo>
                <a:cubicBezTo>
                  <a:pt x="56873" y="245837"/>
                  <a:pt x="56407" y="247514"/>
                  <a:pt x="56275" y="249285"/>
                </a:cubicBezTo>
                <a:cubicBezTo>
                  <a:pt x="56143" y="251055"/>
                  <a:pt x="56355" y="252783"/>
                  <a:pt x="56910" y="254469"/>
                </a:cubicBezTo>
                <a:lnTo>
                  <a:pt x="84172" y="337245"/>
                </a:lnTo>
                <a:lnTo>
                  <a:pt x="12840" y="360738"/>
                </a:lnTo>
                <a:cubicBezTo>
                  <a:pt x="10758" y="360848"/>
                  <a:pt x="8808" y="361413"/>
                  <a:pt x="6990" y="362434"/>
                </a:cubicBezTo>
                <a:cubicBezTo>
                  <a:pt x="5172" y="363456"/>
                  <a:pt x="3675" y="364827"/>
                  <a:pt x="2498" y="366548"/>
                </a:cubicBezTo>
                <a:cubicBezTo>
                  <a:pt x="1321" y="368269"/>
                  <a:pt x="586" y="370162"/>
                  <a:pt x="293" y="372226"/>
                </a:cubicBezTo>
                <a:cubicBezTo>
                  <a:pt x="0" y="374291"/>
                  <a:pt x="180" y="376313"/>
                  <a:pt x="832" y="378294"/>
                </a:cubicBezTo>
                <a:cubicBezTo>
                  <a:pt x="1484" y="380274"/>
                  <a:pt x="2542" y="382007"/>
                  <a:pt x="4004" y="383494"/>
                </a:cubicBezTo>
                <a:cubicBezTo>
                  <a:pt x="5466" y="384980"/>
                  <a:pt x="7182" y="386066"/>
                  <a:pt x="9151" y="386750"/>
                </a:cubicBezTo>
                <a:cubicBezTo>
                  <a:pt x="11121" y="387435"/>
                  <a:pt x="13140" y="387648"/>
                  <a:pt x="15209" y="387389"/>
                </a:cubicBezTo>
                <a:cubicBezTo>
                  <a:pt x="17278" y="387130"/>
                  <a:pt x="19183" y="386426"/>
                  <a:pt x="20923" y="385278"/>
                </a:cubicBezTo>
                <a:lnTo>
                  <a:pt x="92636" y="361659"/>
                </a:lnTo>
                <a:lnTo>
                  <a:pt x="113574" y="425234"/>
                </a:lnTo>
                <a:lnTo>
                  <a:pt x="41861" y="448853"/>
                </a:lnTo>
                <a:cubicBezTo>
                  <a:pt x="39756" y="448925"/>
                  <a:pt x="37777" y="449465"/>
                  <a:pt x="35927" y="450471"/>
                </a:cubicBezTo>
                <a:cubicBezTo>
                  <a:pt x="34076" y="451477"/>
                  <a:pt x="32547" y="452844"/>
                  <a:pt x="31342" y="454573"/>
                </a:cubicBezTo>
                <a:cubicBezTo>
                  <a:pt x="30137" y="456300"/>
                  <a:pt x="29381" y="458207"/>
                  <a:pt x="29076" y="460291"/>
                </a:cubicBezTo>
                <a:cubicBezTo>
                  <a:pt x="28770" y="462376"/>
                  <a:pt x="28947" y="464419"/>
                  <a:pt x="29606" y="466420"/>
                </a:cubicBezTo>
                <a:cubicBezTo>
                  <a:pt x="30265" y="468421"/>
                  <a:pt x="31337" y="470169"/>
                  <a:pt x="32821" y="471664"/>
                </a:cubicBezTo>
                <a:cubicBezTo>
                  <a:pt x="34306" y="473159"/>
                  <a:pt x="36046" y="474243"/>
                  <a:pt x="38042" y="474917"/>
                </a:cubicBezTo>
                <a:cubicBezTo>
                  <a:pt x="40039" y="475590"/>
                  <a:pt x="42080" y="475781"/>
                  <a:pt x="44167" y="475491"/>
                </a:cubicBezTo>
                <a:cubicBezTo>
                  <a:pt x="46254" y="475200"/>
                  <a:pt x="48165" y="474459"/>
                  <a:pt x="49902" y="473266"/>
                </a:cubicBezTo>
                <a:lnTo>
                  <a:pt x="121615" y="449647"/>
                </a:lnTo>
                <a:lnTo>
                  <a:pt x="142553" y="513223"/>
                </a:lnTo>
                <a:lnTo>
                  <a:pt x="70840" y="536841"/>
                </a:lnTo>
                <a:cubicBezTo>
                  <a:pt x="69154" y="537397"/>
                  <a:pt x="67639" y="538253"/>
                  <a:pt x="66293" y="539412"/>
                </a:cubicBezTo>
                <a:cubicBezTo>
                  <a:pt x="64948" y="540570"/>
                  <a:pt x="63876" y="541941"/>
                  <a:pt x="63076" y="543527"/>
                </a:cubicBezTo>
                <a:cubicBezTo>
                  <a:pt x="62276" y="545111"/>
                  <a:pt x="61810" y="546789"/>
                  <a:pt x="61678" y="548559"/>
                </a:cubicBezTo>
                <a:cubicBezTo>
                  <a:pt x="61546" y="550330"/>
                  <a:pt x="61758" y="552058"/>
                  <a:pt x="62313" y="553744"/>
                </a:cubicBezTo>
                <a:cubicBezTo>
                  <a:pt x="62868" y="555430"/>
                  <a:pt x="63725" y="556946"/>
                  <a:pt x="64883" y="558291"/>
                </a:cubicBezTo>
                <a:cubicBezTo>
                  <a:pt x="66042" y="559636"/>
                  <a:pt x="67413" y="560709"/>
                  <a:pt x="68998" y="561508"/>
                </a:cubicBezTo>
                <a:cubicBezTo>
                  <a:pt x="70583" y="562308"/>
                  <a:pt x="72261" y="562774"/>
                  <a:pt x="74031" y="562906"/>
                </a:cubicBezTo>
                <a:cubicBezTo>
                  <a:pt x="75801" y="563038"/>
                  <a:pt x="77530" y="562826"/>
                  <a:pt x="79216" y="562271"/>
                </a:cubicBezTo>
                <a:lnTo>
                  <a:pt x="150929" y="538652"/>
                </a:lnTo>
                <a:lnTo>
                  <a:pt x="171867" y="602228"/>
                </a:lnTo>
                <a:lnTo>
                  <a:pt x="100154" y="625847"/>
                </a:lnTo>
                <a:cubicBezTo>
                  <a:pt x="98072" y="625957"/>
                  <a:pt x="96122" y="626522"/>
                  <a:pt x="94304" y="627543"/>
                </a:cubicBezTo>
                <a:cubicBezTo>
                  <a:pt x="92486" y="628565"/>
                  <a:pt x="90989" y="629936"/>
                  <a:pt x="89812" y="631657"/>
                </a:cubicBezTo>
                <a:cubicBezTo>
                  <a:pt x="88634" y="633378"/>
                  <a:pt x="87899" y="635271"/>
                  <a:pt x="87607" y="637335"/>
                </a:cubicBezTo>
                <a:cubicBezTo>
                  <a:pt x="87314" y="639400"/>
                  <a:pt x="87494" y="641422"/>
                  <a:pt x="88146" y="643403"/>
                </a:cubicBezTo>
                <a:cubicBezTo>
                  <a:pt x="88798" y="645383"/>
                  <a:pt x="89855" y="647116"/>
                  <a:pt x="91318" y="648603"/>
                </a:cubicBezTo>
                <a:cubicBezTo>
                  <a:pt x="92780" y="650089"/>
                  <a:pt x="94496" y="651175"/>
                  <a:pt x="96465" y="651859"/>
                </a:cubicBezTo>
                <a:cubicBezTo>
                  <a:pt x="98435" y="652544"/>
                  <a:pt x="100454" y="652757"/>
                  <a:pt x="102523" y="652498"/>
                </a:cubicBezTo>
                <a:cubicBezTo>
                  <a:pt x="104592" y="652239"/>
                  <a:pt x="106497" y="651535"/>
                  <a:pt x="108237" y="650387"/>
                </a:cubicBezTo>
                <a:lnTo>
                  <a:pt x="179950" y="626768"/>
                </a:lnTo>
                <a:lnTo>
                  <a:pt x="200888" y="690343"/>
                </a:lnTo>
                <a:lnTo>
                  <a:pt x="129175" y="713962"/>
                </a:lnTo>
                <a:cubicBezTo>
                  <a:pt x="127093" y="714072"/>
                  <a:pt x="125143" y="714638"/>
                  <a:pt x="123325" y="715659"/>
                </a:cubicBezTo>
                <a:cubicBezTo>
                  <a:pt x="121507" y="716680"/>
                  <a:pt x="120010" y="718052"/>
                  <a:pt x="118833" y="719772"/>
                </a:cubicBezTo>
                <a:cubicBezTo>
                  <a:pt x="117655" y="721493"/>
                  <a:pt x="116920" y="723386"/>
                  <a:pt x="116628" y="725451"/>
                </a:cubicBezTo>
                <a:cubicBezTo>
                  <a:pt x="116335" y="727515"/>
                  <a:pt x="116515" y="729538"/>
                  <a:pt x="117167" y="731518"/>
                </a:cubicBezTo>
                <a:cubicBezTo>
                  <a:pt x="117819" y="733498"/>
                  <a:pt x="118876" y="735232"/>
                  <a:pt x="120339" y="736718"/>
                </a:cubicBezTo>
                <a:cubicBezTo>
                  <a:pt x="121801" y="738205"/>
                  <a:pt x="123517" y="739290"/>
                  <a:pt x="125486" y="739975"/>
                </a:cubicBezTo>
                <a:cubicBezTo>
                  <a:pt x="127456" y="740659"/>
                  <a:pt x="129475" y="740872"/>
                  <a:pt x="131544" y="740613"/>
                </a:cubicBezTo>
                <a:cubicBezTo>
                  <a:pt x="133613" y="740355"/>
                  <a:pt x="135517" y="739651"/>
                  <a:pt x="137257" y="738502"/>
                </a:cubicBezTo>
                <a:lnTo>
                  <a:pt x="208970" y="714883"/>
                </a:lnTo>
                <a:lnTo>
                  <a:pt x="236233" y="797658"/>
                </a:lnTo>
                <a:cubicBezTo>
                  <a:pt x="236788" y="799345"/>
                  <a:pt x="237645" y="800860"/>
                  <a:pt x="238803" y="802205"/>
                </a:cubicBezTo>
                <a:cubicBezTo>
                  <a:pt x="239961" y="803551"/>
                  <a:pt x="241333" y="804623"/>
                  <a:pt x="242918" y="805423"/>
                </a:cubicBezTo>
                <a:cubicBezTo>
                  <a:pt x="244503" y="806222"/>
                  <a:pt x="246180" y="806688"/>
                  <a:pt x="247951" y="806820"/>
                </a:cubicBezTo>
                <a:cubicBezTo>
                  <a:pt x="249721" y="806953"/>
                  <a:pt x="251449" y="806741"/>
                  <a:pt x="253135" y="806186"/>
                </a:cubicBezTo>
                <a:lnTo>
                  <a:pt x="335910" y="778924"/>
                </a:lnTo>
                <a:lnTo>
                  <a:pt x="359487" y="850509"/>
                </a:lnTo>
                <a:cubicBezTo>
                  <a:pt x="359597" y="852592"/>
                  <a:pt x="360163" y="854542"/>
                  <a:pt x="361184" y="856360"/>
                </a:cubicBezTo>
                <a:cubicBezTo>
                  <a:pt x="362205" y="858177"/>
                  <a:pt x="363577" y="859675"/>
                  <a:pt x="365298" y="860852"/>
                </a:cubicBezTo>
                <a:cubicBezTo>
                  <a:pt x="367019" y="862030"/>
                  <a:pt x="368911" y="862764"/>
                  <a:pt x="370976" y="863057"/>
                </a:cubicBezTo>
                <a:cubicBezTo>
                  <a:pt x="373040" y="863350"/>
                  <a:pt x="375063" y="863170"/>
                  <a:pt x="377043" y="862518"/>
                </a:cubicBezTo>
                <a:cubicBezTo>
                  <a:pt x="379024" y="861866"/>
                  <a:pt x="380757" y="860808"/>
                  <a:pt x="382243" y="859346"/>
                </a:cubicBezTo>
                <a:cubicBezTo>
                  <a:pt x="383730" y="857884"/>
                  <a:pt x="384816" y="856168"/>
                  <a:pt x="385500" y="854199"/>
                </a:cubicBezTo>
                <a:cubicBezTo>
                  <a:pt x="386185" y="852229"/>
                  <a:pt x="386398" y="850210"/>
                  <a:pt x="386139" y="848141"/>
                </a:cubicBezTo>
                <a:cubicBezTo>
                  <a:pt x="385880" y="846072"/>
                  <a:pt x="385176" y="844167"/>
                  <a:pt x="384027" y="842427"/>
                </a:cubicBezTo>
                <a:lnTo>
                  <a:pt x="360409" y="770714"/>
                </a:lnTo>
                <a:lnTo>
                  <a:pt x="423984" y="749776"/>
                </a:lnTo>
                <a:lnTo>
                  <a:pt x="447603" y="821489"/>
                </a:lnTo>
                <a:cubicBezTo>
                  <a:pt x="447675" y="823594"/>
                  <a:pt x="448214" y="825572"/>
                  <a:pt x="449221" y="827423"/>
                </a:cubicBezTo>
                <a:cubicBezTo>
                  <a:pt x="450227" y="829274"/>
                  <a:pt x="451594" y="830802"/>
                  <a:pt x="453322" y="832008"/>
                </a:cubicBezTo>
                <a:cubicBezTo>
                  <a:pt x="455050" y="833213"/>
                  <a:pt x="456956" y="833968"/>
                  <a:pt x="459041" y="834274"/>
                </a:cubicBezTo>
                <a:cubicBezTo>
                  <a:pt x="461125" y="834580"/>
                  <a:pt x="463168" y="834403"/>
                  <a:pt x="465169" y="833744"/>
                </a:cubicBezTo>
                <a:cubicBezTo>
                  <a:pt x="467170" y="833084"/>
                  <a:pt x="468919" y="832013"/>
                  <a:pt x="470414" y="830528"/>
                </a:cubicBezTo>
                <a:cubicBezTo>
                  <a:pt x="471909" y="829044"/>
                  <a:pt x="472993" y="827304"/>
                  <a:pt x="473666" y="825307"/>
                </a:cubicBezTo>
                <a:cubicBezTo>
                  <a:pt x="474340" y="823311"/>
                  <a:pt x="474531" y="821270"/>
                  <a:pt x="474241" y="819183"/>
                </a:cubicBezTo>
                <a:cubicBezTo>
                  <a:pt x="473950" y="817096"/>
                  <a:pt x="473208" y="815185"/>
                  <a:pt x="472015" y="813448"/>
                </a:cubicBezTo>
                <a:lnTo>
                  <a:pt x="448397" y="741735"/>
                </a:lnTo>
                <a:lnTo>
                  <a:pt x="511972" y="720797"/>
                </a:lnTo>
                <a:lnTo>
                  <a:pt x="535591" y="792509"/>
                </a:lnTo>
                <a:cubicBezTo>
                  <a:pt x="536146" y="794196"/>
                  <a:pt x="537003" y="795712"/>
                  <a:pt x="538161" y="797057"/>
                </a:cubicBezTo>
                <a:cubicBezTo>
                  <a:pt x="539319" y="798402"/>
                  <a:pt x="540691" y="799474"/>
                  <a:pt x="542276" y="800274"/>
                </a:cubicBezTo>
                <a:cubicBezTo>
                  <a:pt x="543861" y="801074"/>
                  <a:pt x="545539" y="801539"/>
                  <a:pt x="547309" y="801672"/>
                </a:cubicBezTo>
                <a:cubicBezTo>
                  <a:pt x="549079" y="801804"/>
                  <a:pt x="550807" y="801592"/>
                  <a:pt x="552494" y="801037"/>
                </a:cubicBezTo>
                <a:cubicBezTo>
                  <a:pt x="554180" y="800481"/>
                  <a:pt x="555695" y="799625"/>
                  <a:pt x="557041" y="798466"/>
                </a:cubicBezTo>
                <a:cubicBezTo>
                  <a:pt x="558386" y="797308"/>
                  <a:pt x="559458" y="795936"/>
                  <a:pt x="560258" y="794352"/>
                </a:cubicBezTo>
                <a:cubicBezTo>
                  <a:pt x="561057" y="792767"/>
                  <a:pt x="561523" y="791089"/>
                  <a:pt x="561655" y="789318"/>
                </a:cubicBezTo>
                <a:cubicBezTo>
                  <a:pt x="561788" y="787548"/>
                  <a:pt x="561576" y="785820"/>
                  <a:pt x="561021" y="784134"/>
                </a:cubicBezTo>
                <a:lnTo>
                  <a:pt x="537402" y="712421"/>
                </a:lnTo>
                <a:lnTo>
                  <a:pt x="600977" y="691483"/>
                </a:lnTo>
                <a:lnTo>
                  <a:pt x="624596" y="763196"/>
                </a:lnTo>
                <a:cubicBezTo>
                  <a:pt x="624706" y="765278"/>
                  <a:pt x="625272" y="767228"/>
                  <a:pt x="626293" y="769046"/>
                </a:cubicBezTo>
                <a:cubicBezTo>
                  <a:pt x="627314" y="770863"/>
                  <a:pt x="628686" y="772361"/>
                  <a:pt x="630407" y="773538"/>
                </a:cubicBezTo>
                <a:cubicBezTo>
                  <a:pt x="632128" y="774716"/>
                  <a:pt x="634020" y="775450"/>
                  <a:pt x="636085" y="775743"/>
                </a:cubicBezTo>
                <a:cubicBezTo>
                  <a:pt x="638149" y="776036"/>
                  <a:pt x="640172" y="775856"/>
                  <a:pt x="642152" y="775204"/>
                </a:cubicBezTo>
                <a:cubicBezTo>
                  <a:pt x="644133" y="774552"/>
                  <a:pt x="645866" y="773494"/>
                  <a:pt x="647352" y="772032"/>
                </a:cubicBezTo>
                <a:cubicBezTo>
                  <a:pt x="648839" y="770570"/>
                  <a:pt x="649925" y="768854"/>
                  <a:pt x="650609" y="766885"/>
                </a:cubicBezTo>
                <a:cubicBezTo>
                  <a:pt x="651294" y="764915"/>
                  <a:pt x="651507" y="762896"/>
                  <a:pt x="651248" y="760827"/>
                </a:cubicBezTo>
                <a:cubicBezTo>
                  <a:pt x="650989" y="758758"/>
                  <a:pt x="650285" y="756853"/>
                  <a:pt x="649136" y="755113"/>
                </a:cubicBezTo>
                <a:lnTo>
                  <a:pt x="625517" y="683400"/>
                </a:lnTo>
                <a:lnTo>
                  <a:pt x="689093" y="662462"/>
                </a:lnTo>
                <a:lnTo>
                  <a:pt x="712712" y="734175"/>
                </a:lnTo>
                <a:cubicBezTo>
                  <a:pt x="712822" y="736257"/>
                  <a:pt x="713387" y="738207"/>
                  <a:pt x="714409" y="740025"/>
                </a:cubicBezTo>
                <a:cubicBezTo>
                  <a:pt x="715430" y="741843"/>
                  <a:pt x="716801" y="743340"/>
                  <a:pt x="718522" y="744517"/>
                </a:cubicBezTo>
                <a:cubicBezTo>
                  <a:pt x="720243" y="745695"/>
                  <a:pt x="722136" y="746430"/>
                  <a:pt x="724200" y="746722"/>
                </a:cubicBezTo>
                <a:cubicBezTo>
                  <a:pt x="726265" y="747015"/>
                  <a:pt x="728287" y="746835"/>
                  <a:pt x="730268" y="746183"/>
                </a:cubicBezTo>
                <a:cubicBezTo>
                  <a:pt x="732248" y="745531"/>
                  <a:pt x="733981" y="744474"/>
                  <a:pt x="735468" y="743011"/>
                </a:cubicBezTo>
                <a:cubicBezTo>
                  <a:pt x="736954" y="741549"/>
                  <a:pt x="738040" y="739833"/>
                  <a:pt x="738725" y="737863"/>
                </a:cubicBezTo>
                <a:cubicBezTo>
                  <a:pt x="739409" y="735894"/>
                  <a:pt x="739622" y="733875"/>
                  <a:pt x="739363" y="731806"/>
                </a:cubicBezTo>
                <a:cubicBezTo>
                  <a:pt x="739104" y="729737"/>
                  <a:pt x="738400" y="727832"/>
                  <a:pt x="737252" y="726093"/>
                </a:cubicBezTo>
                <a:lnTo>
                  <a:pt x="713633" y="654379"/>
                </a:lnTo>
                <a:lnTo>
                  <a:pt x="796408" y="627118"/>
                </a:lnTo>
                <a:cubicBezTo>
                  <a:pt x="798094" y="626562"/>
                  <a:pt x="799610" y="625705"/>
                  <a:pt x="800955" y="624547"/>
                </a:cubicBezTo>
                <a:cubicBezTo>
                  <a:pt x="802300" y="623389"/>
                  <a:pt x="803373" y="622017"/>
                  <a:pt x="804172" y="620432"/>
                </a:cubicBezTo>
                <a:cubicBezTo>
                  <a:pt x="804972" y="618847"/>
                  <a:pt x="805438" y="617169"/>
                  <a:pt x="805570" y="615399"/>
                </a:cubicBezTo>
                <a:cubicBezTo>
                  <a:pt x="805702" y="613629"/>
                  <a:pt x="805491" y="611901"/>
                  <a:pt x="804935" y="610215"/>
                </a:cubicBezTo>
                <a:lnTo>
                  <a:pt x="777799" y="527821"/>
                </a:lnTo>
                <a:lnTo>
                  <a:pt x="849385" y="504244"/>
                </a:lnTo>
                <a:cubicBezTo>
                  <a:pt x="851566" y="504310"/>
                  <a:pt x="853640" y="503868"/>
                  <a:pt x="855606" y="502919"/>
                </a:cubicBezTo>
                <a:cubicBezTo>
                  <a:pt x="857572" y="501970"/>
                  <a:pt x="859207" y="500621"/>
                  <a:pt x="860513" y="498872"/>
                </a:cubicBezTo>
                <a:cubicBezTo>
                  <a:pt x="861819" y="497123"/>
                  <a:pt x="862648" y="495171"/>
                  <a:pt x="862999" y="493017"/>
                </a:cubicBezTo>
                <a:cubicBezTo>
                  <a:pt x="863350" y="490863"/>
                  <a:pt x="863184" y="488749"/>
                  <a:pt x="862501" y="486676"/>
                </a:cubicBezTo>
                <a:cubicBezTo>
                  <a:pt x="861818" y="484603"/>
                  <a:pt x="860696" y="482804"/>
                  <a:pt x="859133" y="481280"/>
                </a:cubicBezTo>
                <a:cubicBezTo>
                  <a:pt x="857571" y="479756"/>
                  <a:pt x="855744" y="478678"/>
                  <a:pt x="853655" y="478048"/>
                </a:cubicBezTo>
                <a:cubicBezTo>
                  <a:pt x="851565" y="477417"/>
                  <a:pt x="849448" y="477304"/>
                  <a:pt x="847303" y="477709"/>
                </a:cubicBezTo>
                <a:cubicBezTo>
                  <a:pt x="845158" y="478114"/>
                  <a:pt x="843228" y="478991"/>
                  <a:pt x="841512" y="480340"/>
                </a:cubicBezTo>
                <a:lnTo>
                  <a:pt x="769799" y="503958"/>
                </a:lnTo>
                <a:lnTo>
                  <a:pt x="748860" y="440383"/>
                </a:lnTo>
                <a:lnTo>
                  <a:pt x="820573" y="416764"/>
                </a:lnTo>
                <a:cubicBezTo>
                  <a:pt x="822259" y="416209"/>
                  <a:pt x="823775" y="415352"/>
                  <a:pt x="825120" y="414194"/>
                </a:cubicBezTo>
                <a:cubicBezTo>
                  <a:pt x="826465" y="413036"/>
                  <a:pt x="827538" y="411664"/>
                  <a:pt x="828337" y="410079"/>
                </a:cubicBezTo>
                <a:cubicBezTo>
                  <a:pt x="829137" y="408494"/>
                  <a:pt x="829603" y="406817"/>
                  <a:pt x="829735" y="405046"/>
                </a:cubicBezTo>
                <a:cubicBezTo>
                  <a:pt x="829867" y="403276"/>
                  <a:pt x="829656" y="401548"/>
                  <a:pt x="829101" y="399862"/>
                </a:cubicBezTo>
                <a:cubicBezTo>
                  <a:pt x="828545" y="398176"/>
                  <a:pt x="827688" y="396660"/>
                  <a:pt x="826530" y="395315"/>
                </a:cubicBezTo>
                <a:cubicBezTo>
                  <a:pt x="825372" y="393969"/>
                  <a:pt x="824000" y="392897"/>
                  <a:pt x="822415" y="392097"/>
                </a:cubicBezTo>
                <a:cubicBezTo>
                  <a:pt x="820830" y="391298"/>
                  <a:pt x="819153" y="390832"/>
                  <a:pt x="817382" y="390700"/>
                </a:cubicBezTo>
                <a:cubicBezTo>
                  <a:pt x="815612" y="390568"/>
                  <a:pt x="813884" y="390779"/>
                  <a:pt x="812198" y="391334"/>
                </a:cubicBezTo>
                <a:lnTo>
                  <a:pt x="740485" y="414953"/>
                </a:lnTo>
                <a:lnTo>
                  <a:pt x="719546" y="351378"/>
                </a:lnTo>
                <a:lnTo>
                  <a:pt x="791259" y="327759"/>
                </a:lnTo>
                <a:cubicBezTo>
                  <a:pt x="792945" y="327204"/>
                  <a:pt x="794461" y="326347"/>
                  <a:pt x="795806" y="325189"/>
                </a:cubicBezTo>
                <a:cubicBezTo>
                  <a:pt x="797151" y="324030"/>
                  <a:pt x="798224" y="322659"/>
                  <a:pt x="799023" y="321074"/>
                </a:cubicBezTo>
                <a:cubicBezTo>
                  <a:pt x="799823" y="319489"/>
                  <a:pt x="800289" y="317811"/>
                  <a:pt x="800421" y="316041"/>
                </a:cubicBezTo>
                <a:cubicBezTo>
                  <a:pt x="800553" y="314271"/>
                  <a:pt x="800342" y="312543"/>
                  <a:pt x="799787" y="310856"/>
                </a:cubicBezTo>
                <a:cubicBezTo>
                  <a:pt x="799231" y="309170"/>
                  <a:pt x="798374" y="307654"/>
                  <a:pt x="797216" y="306309"/>
                </a:cubicBezTo>
                <a:cubicBezTo>
                  <a:pt x="796058" y="304964"/>
                  <a:pt x="794686" y="303892"/>
                  <a:pt x="793101" y="303092"/>
                </a:cubicBezTo>
                <a:cubicBezTo>
                  <a:pt x="791516" y="302292"/>
                  <a:pt x="789839" y="301827"/>
                  <a:pt x="788068" y="301694"/>
                </a:cubicBezTo>
                <a:cubicBezTo>
                  <a:pt x="786298" y="301562"/>
                  <a:pt x="784570" y="301774"/>
                  <a:pt x="782884" y="302329"/>
                </a:cubicBezTo>
                <a:lnTo>
                  <a:pt x="711171" y="325948"/>
                </a:lnTo>
                <a:lnTo>
                  <a:pt x="690232" y="262372"/>
                </a:lnTo>
                <a:lnTo>
                  <a:pt x="761945" y="238754"/>
                </a:lnTo>
                <a:cubicBezTo>
                  <a:pt x="764027" y="238644"/>
                  <a:pt x="765977" y="238078"/>
                  <a:pt x="767795" y="237057"/>
                </a:cubicBezTo>
                <a:cubicBezTo>
                  <a:pt x="769613" y="236036"/>
                  <a:pt x="771111" y="234664"/>
                  <a:pt x="772288" y="232943"/>
                </a:cubicBezTo>
                <a:cubicBezTo>
                  <a:pt x="773465" y="231222"/>
                  <a:pt x="774200" y="229329"/>
                  <a:pt x="774493" y="227265"/>
                </a:cubicBezTo>
                <a:cubicBezTo>
                  <a:pt x="774786" y="225201"/>
                  <a:pt x="774606" y="223178"/>
                  <a:pt x="773954" y="221198"/>
                </a:cubicBezTo>
                <a:cubicBezTo>
                  <a:pt x="773301" y="219217"/>
                  <a:pt x="772244" y="217484"/>
                  <a:pt x="770782" y="215997"/>
                </a:cubicBezTo>
                <a:cubicBezTo>
                  <a:pt x="769320" y="214511"/>
                  <a:pt x="767604" y="213425"/>
                  <a:pt x="765634" y="212741"/>
                </a:cubicBezTo>
                <a:cubicBezTo>
                  <a:pt x="763665" y="212056"/>
                  <a:pt x="761645" y="211843"/>
                  <a:pt x="759576" y="212102"/>
                </a:cubicBezTo>
                <a:cubicBezTo>
                  <a:pt x="757507" y="212361"/>
                  <a:pt x="755603" y="213065"/>
                  <a:pt x="753863" y="214214"/>
                </a:cubicBezTo>
                <a:lnTo>
                  <a:pt x="682150" y="237832"/>
                </a:lnTo>
                <a:lnTo>
                  <a:pt x="661211" y="174257"/>
                </a:lnTo>
                <a:lnTo>
                  <a:pt x="732840" y="150384"/>
                </a:lnTo>
                <a:close/>
                <a:moveTo>
                  <a:pt x="776204" y="606428"/>
                </a:moveTo>
                <a:lnTo>
                  <a:pt x="256921" y="777455"/>
                </a:lnTo>
                <a:lnTo>
                  <a:pt x="85895" y="258172"/>
                </a:lnTo>
                <a:lnTo>
                  <a:pt x="605178" y="87145"/>
                </a:lnTo>
                <a:lnTo>
                  <a:pt x="776204" y="606428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16572874" y="5347865"/>
            <a:ext cx="961734" cy="961734"/>
          </a:xfrm>
          <a:custGeom>
            <a:avLst/>
            <a:gdLst/>
            <a:rect l="0" t="0" r="961734" b="961734"/>
            <a:pathLst>
              <a:path w="961734" h="961734" fill="norm" stroke="0">
                <a:moveTo>
                  <a:pt x="559198" y="328664"/>
                </a:moveTo>
                <a:lnTo>
                  <a:pt x="538580" y="349283"/>
                </a:lnTo>
                <a:cubicBezTo>
                  <a:pt x="519162" y="340001"/>
                  <a:pt x="495199" y="343397"/>
                  <a:pt x="479109" y="359488"/>
                </a:cubicBezTo>
                <a:lnTo>
                  <a:pt x="468973" y="369623"/>
                </a:lnTo>
                <a:lnTo>
                  <a:pt x="443652" y="344320"/>
                </a:lnTo>
                <a:lnTo>
                  <a:pt x="444071" y="343902"/>
                </a:lnTo>
                <a:cubicBezTo>
                  <a:pt x="464480" y="323492"/>
                  <a:pt x="464480" y="290422"/>
                  <a:pt x="444071" y="270012"/>
                </a:cubicBezTo>
                <a:lnTo>
                  <a:pt x="194469" y="20410"/>
                </a:lnTo>
                <a:cubicBezTo>
                  <a:pt x="174059" y="0"/>
                  <a:pt x="140988" y="0"/>
                  <a:pt x="120579" y="20410"/>
                </a:cubicBezTo>
                <a:lnTo>
                  <a:pt x="20410" y="120578"/>
                </a:lnTo>
                <a:cubicBezTo>
                  <a:pt x="0" y="140988"/>
                  <a:pt x="0" y="174058"/>
                  <a:pt x="20410" y="194468"/>
                </a:cubicBezTo>
                <a:cubicBezTo>
                  <a:pt x="76608" y="250665"/>
                  <a:pt x="213798" y="387874"/>
                  <a:pt x="270013" y="444070"/>
                </a:cubicBezTo>
                <a:cubicBezTo>
                  <a:pt x="290423" y="464480"/>
                  <a:pt x="323492" y="464480"/>
                  <a:pt x="343901" y="444070"/>
                </a:cubicBezTo>
                <a:lnTo>
                  <a:pt x="344320" y="443652"/>
                </a:lnTo>
                <a:lnTo>
                  <a:pt x="369624" y="468973"/>
                </a:lnTo>
                <a:lnTo>
                  <a:pt x="350259" y="488338"/>
                </a:lnTo>
                <a:cubicBezTo>
                  <a:pt x="343467" y="495129"/>
                  <a:pt x="343467" y="506170"/>
                  <a:pt x="350259" y="512962"/>
                </a:cubicBezTo>
                <a:cubicBezTo>
                  <a:pt x="357050" y="519771"/>
                  <a:pt x="368091" y="519771"/>
                  <a:pt x="374883" y="512962"/>
                </a:cubicBezTo>
                <a:lnTo>
                  <a:pt x="394247" y="493597"/>
                </a:lnTo>
                <a:lnTo>
                  <a:pt x="467911" y="567260"/>
                </a:lnTo>
                <a:lnTo>
                  <a:pt x="395275" y="639896"/>
                </a:lnTo>
                <a:lnTo>
                  <a:pt x="321611" y="566233"/>
                </a:lnTo>
                <a:cubicBezTo>
                  <a:pt x="321611" y="566233"/>
                  <a:pt x="334290" y="553555"/>
                  <a:pt x="334290" y="553555"/>
                </a:cubicBezTo>
                <a:cubicBezTo>
                  <a:pt x="341099" y="546764"/>
                  <a:pt x="341099" y="535723"/>
                  <a:pt x="334290" y="528931"/>
                </a:cubicBezTo>
                <a:cubicBezTo>
                  <a:pt x="327498" y="522139"/>
                  <a:pt x="316457" y="522139"/>
                  <a:pt x="309665" y="528931"/>
                </a:cubicBezTo>
                <a:lnTo>
                  <a:pt x="296988" y="541609"/>
                </a:lnTo>
                <a:lnTo>
                  <a:pt x="280826" y="525431"/>
                </a:lnTo>
                <a:cubicBezTo>
                  <a:pt x="271022" y="515644"/>
                  <a:pt x="257735" y="510123"/>
                  <a:pt x="243873" y="510123"/>
                </a:cubicBezTo>
                <a:cubicBezTo>
                  <a:pt x="230029" y="510123"/>
                  <a:pt x="216725" y="515626"/>
                  <a:pt x="206938" y="525431"/>
                </a:cubicBezTo>
                <a:lnTo>
                  <a:pt x="182313" y="550055"/>
                </a:lnTo>
                <a:cubicBezTo>
                  <a:pt x="172509" y="559859"/>
                  <a:pt x="167005" y="573146"/>
                  <a:pt x="167005" y="587008"/>
                </a:cubicBezTo>
                <a:cubicBezTo>
                  <a:pt x="167005" y="599878"/>
                  <a:pt x="171760" y="612260"/>
                  <a:pt x="180293" y="621820"/>
                </a:cubicBezTo>
                <a:cubicBezTo>
                  <a:pt x="142086" y="666262"/>
                  <a:pt x="144036" y="733447"/>
                  <a:pt x="186162" y="775573"/>
                </a:cubicBezTo>
                <a:cubicBezTo>
                  <a:pt x="228462" y="817873"/>
                  <a:pt x="296030" y="819666"/>
                  <a:pt x="340489" y="780954"/>
                </a:cubicBezTo>
                <a:cubicBezTo>
                  <a:pt x="349179" y="786962"/>
                  <a:pt x="359541" y="790253"/>
                  <a:pt x="370267" y="790253"/>
                </a:cubicBezTo>
                <a:cubicBezTo>
                  <a:pt x="384113" y="790253"/>
                  <a:pt x="397399" y="784750"/>
                  <a:pt x="407205" y="774963"/>
                </a:cubicBezTo>
                <a:lnTo>
                  <a:pt x="431828" y="750322"/>
                </a:lnTo>
                <a:cubicBezTo>
                  <a:pt x="441632" y="740535"/>
                  <a:pt x="447135" y="727247"/>
                  <a:pt x="447135" y="713386"/>
                </a:cubicBezTo>
                <a:cubicBezTo>
                  <a:pt x="447135" y="699524"/>
                  <a:pt x="441632" y="686236"/>
                  <a:pt x="431828" y="676449"/>
                </a:cubicBezTo>
                <a:lnTo>
                  <a:pt x="419900" y="664520"/>
                </a:lnTo>
                <a:lnTo>
                  <a:pt x="492536" y="591884"/>
                </a:lnTo>
                <a:lnTo>
                  <a:pt x="518082" y="617432"/>
                </a:lnTo>
                <a:lnTo>
                  <a:pt x="517665" y="617849"/>
                </a:lnTo>
                <a:cubicBezTo>
                  <a:pt x="497255" y="638242"/>
                  <a:pt x="497255" y="671330"/>
                  <a:pt x="517665" y="691722"/>
                </a:cubicBezTo>
                <a:cubicBezTo>
                  <a:pt x="573861" y="747936"/>
                  <a:pt x="711070" y="885127"/>
                  <a:pt x="767266" y="941341"/>
                </a:cubicBezTo>
                <a:cubicBezTo>
                  <a:pt x="787676" y="961734"/>
                  <a:pt x="820747" y="961734"/>
                  <a:pt x="841156" y="941341"/>
                </a:cubicBezTo>
                <a:lnTo>
                  <a:pt x="941324" y="841156"/>
                </a:lnTo>
                <a:cubicBezTo>
                  <a:pt x="961734" y="820746"/>
                  <a:pt x="961734" y="787676"/>
                  <a:pt x="941324" y="767266"/>
                </a:cubicBezTo>
                <a:lnTo>
                  <a:pt x="691722" y="517664"/>
                </a:lnTo>
                <a:cubicBezTo>
                  <a:pt x="671313" y="497254"/>
                  <a:pt x="638242" y="497254"/>
                  <a:pt x="617832" y="517664"/>
                </a:cubicBezTo>
                <a:lnTo>
                  <a:pt x="617415" y="518082"/>
                </a:lnTo>
                <a:lnTo>
                  <a:pt x="591885" y="492552"/>
                </a:lnTo>
                <a:lnTo>
                  <a:pt x="602021" y="482400"/>
                </a:lnTo>
                <a:cubicBezTo>
                  <a:pt x="618215" y="466222"/>
                  <a:pt x="621559" y="442050"/>
                  <a:pt x="612051" y="422563"/>
                </a:cubicBezTo>
                <a:lnTo>
                  <a:pt x="633036" y="401596"/>
                </a:lnTo>
                <a:lnTo>
                  <a:pt x="640541" y="406176"/>
                </a:lnTo>
                <a:cubicBezTo>
                  <a:pt x="730574" y="461154"/>
                  <a:pt x="846415" y="457514"/>
                  <a:pt x="933244" y="395553"/>
                </a:cubicBezTo>
                <a:cubicBezTo>
                  <a:pt x="933297" y="395518"/>
                  <a:pt x="933349" y="395501"/>
                  <a:pt x="933383" y="395466"/>
                </a:cubicBezTo>
                <a:cubicBezTo>
                  <a:pt x="945730" y="386463"/>
                  <a:pt x="953532" y="372532"/>
                  <a:pt x="954717" y="357294"/>
                </a:cubicBezTo>
                <a:cubicBezTo>
                  <a:pt x="955918" y="342056"/>
                  <a:pt x="950381" y="327080"/>
                  <a:pt x="939566" y="316265"/>
                </a:cubicBezTo>
                <a:cubicBezTo>
                  <a:pt x="909351" y="286068"/>
                  <a:pt x="857056" y="233755"/>
                  <a:pt x="803176" y="179927"/>
                </a:cubicBezTo>
                <a:lnTo>
                  <a:pt x="820015" y="163087"/>
                </a:lnTo>
                <a:cubicBezTo>
                  <a:pt x="841226" y="173936"/>
                  <a:pt x="867905" y="170471"/>
                  <a:pt x="885668" y="152726"/>
                </a:cubicBezTo>
                <a:cubicBezTo>
                  <a:pt x="907715" y="130661"/>
                  <a:pt x="907715" y="94874"/>
                  <a:pt x="885668" y="72810"/>
                </a:cubicBezTo>
                <a:cubicBezTo>
                  <a:pt x="863603" y="50764"/>
                  <a:pt x="827799" y="50764"/>
                  <a:pt x="805752" y="72810"/>
                </a:cubicBezTo>
                <a:cubicBezTo>
                  <a:pt x="788008" y="90573"/>
                  <a:pt x="784541" y="117235"/>
                  <a:pt x="795373" y="138463"/>
                </a:cubicBezTo>
                <a:lnTo>
                  <a:pt x="778534" y="155320"/>
                </a:lnTo>
                <a:cubicBezTo>
                  <a:pt x="724601" y="101457"/>
                  <a:pt x="672218" y="49196"/>
                  <a:pt x="641899" y="19104"/>
                </a:cubicBezTo>
                <a:cubicBezTo>
                  <a:pt x="631225" y="8429"/>
                  <a:pt x="616334" y="2926"/>
                  <a:pt x="601219" y="4110"/>
                </a:cubicBezTo>
                <a:cubicBezTo>
                  <a:pt x="586104" y="5277"/>
                  <a:pt x="572258" y="13009"/>
                  <a:pt x="563325" y="25269"/>
                </a:cubicBezTo>
                <a:cubicBezTo>
                  <a:pt x="563308" y="25286"/>
                  <a:pt x="563273" y="25321"/>
                  <a:pt x="563256" y="25356"/>
                </a:cubicBezTo>
                <a:cubicBezTo>
                  <a:pt x="498892" y="114866"/>
                  <a:pt x="497132" y="235601"/>
                  <a:pt x="557978" y="326818"/>
                </a:cubicBezTo>
                <a:lnTo>
                  <a:pt x="559198" y="328664"/>
                </a:lnTo>
                <a:lnTo>
                  <a:pt x="559198" y="328664"/>
                </a:lnTo>
                <a:close/>
                <a:moveTo>
                  <a:pt x="854304" y="878928"/>
                </a:moveTo>
                <a:lnTo>
                  <a:pt x="816532" y="916700"/>
                </a:lnTo>
                <a:cubicBezTo>
                  <a:pt x="809723" y="923509"/>
                  <a:pt x="798700" y="923509"/>
                  <a:pt x="791908" y="916700"/>
                </a:cubicBezTo>
                <a:lnTo>
                  <a:pt x="746474" y="871265"/>
                </a:lnTo>
                <a:lnTo>
                  <a:pt x="796558" y="821181"/>
                </a:lnTo>
                <a:lnTo>
                  <a:pt x="854304" y="878928"/>
                </a:lnTo>
                <a:close/>
                <a:moveTo>
                  <a:pt x="871266" y="746473"/>
                </a:moveTo>
                <a:lnTo>
                  <a:pt x="916701" y="791907"/>
                </a:lnTo>
                <a:cubicBezTo>
                  <a:pt x="923510" y="798699"/>
                  <a:pt x="923510" y="809722"/>
                  <a:pt x="916701" y="816532"/>
                </a:cubicBezTo>
                <a:lnTo>
                  <a:pt x="878928" y="854304"/>
                </a:lnTo>
                <a:lnTo>
                  <a:pt x="821181" y="796557"/>
                </a:lnTo>
                <a:lnTo>
                  <a:pt x="871266" y="746473"/>
                </a:lnTo>
                <a:lnTo>
                  <a:pt x="871266" y="746473"/>
                </a:lnTo>
                <a:close/>
                <a:moveTo>
                  <a:pt x="610570" y="735362"/>
                </a:moveTo>
                <a:lnTo>
                  <a:pt x="721832" y="846641"/>
                </a:lnTo>
                <a:lnTo>
                  <a:pt x="771933" y="796557"/>
                </a:lnTo>
                <a:lnTo>
                  <a:pt x="660654" y="685278"/>
                </a:lnTo>
                <a:lnTo>
                  <a:pt x="610570" y="735362"/>
                </a:lnTo>
                <a:close/>
                <a:moveTo>
                  <a:pt x="204969" y="646618"/>
                </a:moveTo>
                <a:cubicBezTo>
                  <a:pt x="180346" y="677372"/>
                  <a:pt x="182296" y="722441"/>
                  <a:pt x="210786" y="750948"/>
                </a:cubicBezTo>
                <a:cubicBezTo>
                  <a:pt x="239294" y="779438"/>
                  <a:pt x="284362" y="781389"/>
                  <a:pt x="315116" y="756765"/>
                </a:cubicBezTo>
                <a:lnTo>
                  <a:pt x="204969" y="646618"/>
                </a:lnTo>
                <a:close/>
                <a:moveTo>
                  <a:pt x="685279" y="660654"/>
                </a:moveTo>
                <a:lnTo>
                  <a:pt x="796558" y="771933"/>
                </a:lnTo>
                <a:lnTo>
                  <a:pt x="846641" y="721849"/>
                </a:lnTo>
                <a:lnTo>
                  <a:pt x="735363" y="610570"/>
                </a:lnTo>
                <a:lnTo>
                  <a:pt x="685279" y="660654"/>
                </a:lnTo>
                <a:close/>
                <a:moveTo>
                  <a:pt x="407205" y="701073"/>
                </a:moveTo>
                <a:lnTo>
                  <a:pt x="256186" y="550055"/>
                </a:lnTo>
                <a:cubicBezTo>
                  <a:pt x="252929" y="546798"/>
                  <a:pt x="248489" y="544952"/>
                  <a:pt x="243873" y="544952"/>
                </a:cubicBezTo>
                <a:cubicBezTo>
                  <a:pt x="239258" y="544952"/>
                  <a:pt x="234835" y="546798"/>
                  <a:pt x="231561" y="550055"/>
                </a:cubicBezTo>
                <a:cubicBezTo>
                  <a:pt x="231561" y="550055"/>
                  <a:pt x="206938" y="574696"/>
                  <a:pt x="206938" y="574696"/>
                </a:cubicBezTo>
                <a:cubicBezTo>
                  <a:pt x="203664" y="577953"/>
                  <a:pt x="201834" y="582376"/>
                  <a:pt x="201834" y="587008"/>
                </a:cubicBezTo>
                <a:cubicBezTo>
                  <a:pt x="201834" y="591623"/>
                  <a:pt x="203664" y="596047"/>
                  <a:pt x="206938" y="599320"/>
                </a:cubicBezTo>
                <a:lnTo>
                  <a:pt x="357938" y="750322"/>
                </a:lnTo>
                <a:cubicBezTo>
                  <a:pt x="361212" y="753595"/>
                  <a:pt x="365635" y="755424"/>
                  <a:pt x="370267" y="755424"/>
                </a:cubicBezTo>
                <a:cubicBezTo>
                  <a:pt x="374883" y="755424"/>
                  <a:pt x="379306" y="753595"/>
                  <a:pt x="382580" y="750322"/>
                </a:cubicBezTo>
                <a:lnTo>
                  <a:pt x="407205" y="725697"/>
                </a:lnTo>
                <a:cubicBezTo>
                  <a:pt x="410460" y="722441"/>
                  <a:pt x="412307" y="718000"/>
                  <a:pt x="412307" y="713385"/>
                </a:cubicBezTo>
                <a:cubicBezTo>
                  <a:pt x="412307" y="708770"/>
                  <a:pt x="410460" y="704330"/>
                  <a:pt x="407205" y="701073"/>
                </a:cubicBezTo>
                <a:lnTo>
                  <a:pt x="407205" y="701073"/>
                </a:lnTo>
                <a:close/>
                <a:moveTo>
                  <a:pt x="580061" y="604701"/>
                </a:moveTo>
                <a:lnTo>
                  <a:pt x="636031" y="660654"/>
                </a:lnTo>
                <a:lnTo>
                  <a:pt x="585929" y="710738"/>
                </a:lnTo>
                <a:lnTo>
                  <a:pt x="542288" y="667098"/>
                </a:lnTo>
                <a:cubicBezTo>
                  <a:pt x="535496" y="660288"/>
                  <a:pt x="535496" y="649265"/>
                  <a:pt x="542288" y="642474"/>
                </a:cubicBezTo>
                <a:lnTo>
                  <a:pt x="580061" y="604701"/>
                </a:lnTo>
                <a:close/>
                <a:moveTo>
                  <a:pt x="710740" y="585946"/>
                </a:moveTo>
                <a:lnTo>
                  <a:pt x="660654" y="636030"/>
                </a:lnTo>
                <a:lnTo>
                  <a:pt x="604684" y="580060"/>
                </a:lnTo>
                <a:lnTo>
                  <a:pt x="642474" y="542288"/>
                </a:lnTo>
                <a:cubicBezTo>
                  <a:pt x="649266" y="535496"/>
                  <a:pt x="660288" y="535496"/>
                  <a:pt x="667097" y="542288"/>
                </a:cubicBezTo>
                <a:lnTo>
                  <a:pt x="710740" y="585946"/>
                </a:lnTo>
                <a:close/>
                <a:moveTo>
                  <a:pt x="542706" y="592790"/>
                </a:moveTo>
                <a:lnTo>
                  <a:pt x="592790" y="542706"/>
                </a:lnTo>
                <a:lnTo>
                  <a:pt x="567260" y="517176"/>
                </a:lnTo>
                <a:lnTo>
                  <a:pt x="517176" y="567260"/>
                </a:lnTo>
                <a:lnTo>
                  <a:pt x="542706" y="592790"/>
                </a:lnTo>
                <a:close/>
                <a:moveTo>
                  <a:pt x="492536" y="542636"/>
                </a:moveTo>
                <a:lnTo>
                  <a:pt x="577396" y="457775"/>
                </a:lnTo>
                <a:cubicBezTo>
                  <a:pt x="584205" y="450984"/>
                  <a:pt x="584205" y="439943"/>
                  <a:pt x="577396" y="433151"/>
                </a:cubicBezTo>
                <a:cubicBezTo>
                  <a:pt x="562420" y="418174"/>
                  <a:pt x="543351" y="399106"/>
                  <a:pt x="528357" y="384112"/>
                </a:cubicBezTo>
                <a:cubicBezTo>
                  <a:pt x="521565" y="377320"/>
                  <a:pt x="510542" y="377320"/>
                  <a:pt x="503732" y="384112"/>
                </a:cubicBezTo>
                <a:lnTo>
                  <a:pt x="418889" y="468973"/>
                </a:lnTo>
                <a:lnTo>
                  <a:pt x="492536" y="542636"/>
                </a:lnTo>
                <a:lnTo>
                  <a:pt x="492536" y="542636"/>
                </a:lnTo>
                <a:close/>
                <a:moveTo>
                  <a:pt x="419029" y="368944"/>
                </a:moveTo>
                <a:lnTo>
                  <a:pt x="368945" y="419028"/>
                </a:lnTo>
                <a:lnTo>
                  <a:pt x="394247" y="444348"/>
                </a:lnTo>
                <a:lnTo>
                  <a:pt x="444350" y="394247"/>
                </a:lnTo>
                <a:lnTo>
                  <a:pt x="419029" y="368944"/>
                </a:lnTo>
                <a:close/>
                <a:moveTo>
                  <a:pt x="357050" y="381674"/>
                </a:moveTo>
                <a:lnTo>
                  <a:pt x="319261" y="419446"/>
                </a:lnTo>
                <a:cubicBezTo>
                  <a:pt x="312469" y="426255"/>
                  <a:pt x="301445" y="426238"/>
                  <a:pt x="294636" y="419446"/>
                </a:cubicBezTo>
                <a:lnTo>
                  <a:pt x="244413" y="369222"/>
                </a:lnTo>
                <a:lnTo>
                  <a:pt x="294497" y="319138"/>
                </a:lnTo>
                <a:lnTo>
                  <a:pt x="357050" y="381674"/>
                </a:lnTo>
                <a:lnTo>
                  <a:pt x="357050" y="381674"/>
                </a:lnTo>
                <a:close/>
                <a:moveTo>
                  <a:pt x="658374" y="376258"/>
                </a:moveTo>
                <a:lnTo>
                  <a:pt x="658704" y="376450"/>
                </a:lnTo>
                <a:cubicBezTo>
                  <a:pt x="736896" y="424200"/>
                  <a:pt x="837499" y="421048"/>
                  <a:pt x="912991" y="367220"/>
                </a:cubicBezTo>
                <a:cubicBezTo>
                  <a:pt x="917048" y="364225"/>
                  <a:pt x="919609" y="359610"/>
                  <a:pt x="919992" y="354577"/>
                </a:cubicBezTo>
                <a:cubicBezTo>
                  <a:pt x="920392" y="349509"/>
                  <a:pt x="918545" y="344511"/>
                  <a:pt x="914941" y="340906"/>
                </a:cubicBezTo>
                <a:cubicBezTo>
                  <a:pt x="849933" y="275898"/>
                  <a:pt x="682614" y="108579"/>
                  <a:pt x="617362" y="43815"/>
                </a:cubicBezTo>
                <a:cubicBezTo>
                  <a:pt x="617345" y="43815"/>
                  <a:pt x="617328" y="43798"/>
                  <a:pt x="617310" y="43780"/>
                </a:cubicBezTo>
                <a:cubicBezTo>
                  <a:pt x="613792" y="40245"/>
                  <a:pt x="608899" y="38452"/>
                  <a:pt x="603918" y="38834"/>
                </a:cubicBezTo>
                <a:cubicBezTo>
                  <a:pt x="598973" y="39218"/>
                  <a:pt x="594427" y="41743"/>
                  <a:pt x="591485" y="45748"/>
                </a:cubicBezTo>
                <a:cubicBezTo>
                  <a:pt x="536577" y="122180"/>
                  <a:pt x="534191" y="224804"/>
                  <a:pt x="584344" y="303500"/>
                </a:cubicBezTo>
                <a:lnTo>
                  <a:pt x="632949" y="254914"/>
                </a:lnTo>
                <a:cubicBezTo>
                  <a:pt x="639479" y="248383"/>
                  <a:pt x="648343" y="244709"/>
                  <a:pt x="657572" y="244709"/>
                </a:cubicBezTo>
                <a:cubicBezTo>
                  <a:pt x="666803" y="244709"/>
                  <a:pt x="675666" y="248383"/>
                  <a:pt x="682197" y="254914"/>
                </a:cubicBezTo>
                <a:lnTo>
                  <a:pt x="706334" y="279033"/>
                </a:lnTo>
                <a:cubicBezTo>
                  <a:pt x="712863" y="285563"/>
                  <a:pt x="716538" y="294427"/>
                  <a:pt x="716538" y="303657"/>
                </a:cubicBezTo>
                <a:cubicBezTo>
                  <a:pt x="716538" y="312904"/>
                  <a:pt x="712863" y="321751"/>
                  <a:pt x="706334" y="328299"/>
                </a:cubicBezTo>
                <a:lnTo>
                  <a:pt x="658374" y="376258"/>
                </a:lnTo>
                <a:lnTo>
                  <a:pt x="658374" y="376258"/>
                </a:lnTo>
                <a:close/>
                <a:moveTo>
                  <a:pt x="657572" y="279538"/>
                </a:moveTo>
                <a:cubicBezTo>
                  <a:pt x="657572" y="279538"/>
                  <a:pt x="681709" y="303657"/>
                  <a:pt x="681709" y="303657"/>
                </a:cubicBezTo>
                <a:cubicBezTo>
                  <a:pt x="681709" y="303657"/>
                  <a:pt x="590579" y="394787"/>
                  <a:pt x="590579" y="394787"/>
                </a:cubicBezTo>
                <a:cubicBezTo>
                  <a:pt x="590579" y="394787"/>
                  <a:pt x="566443" y="370668"/>
                  <a:pt x="566443" y="370668"/>
                </a:cubicBezTo>
                <a:lnTo>
                  <a:pt x="657572" y="279538"/>
                </a:lnTo>
                <a:lnTo>
                  <a:pt x="657572" y="279538"/>
                </a:lnTo>
                <a:close/>
                <a:moveTo>
                  <a:pt x="369222" y="244413"/>
                </a:moveTo>
                <a:lnTo>
                  <a:pt x="419446" y="294636"/>
                </a:lnTo>
                <a:cubicBezTo>
                  <a:pt x="426238" y="301445"/>
                  <a:pt x="426238" y="312469"/>
                  <a:pt x="419446" y="319260"/>
                </a:cubicBezTo>
                <a:lnTo>
                  <a:pt x="381674" y="357050"/>
                </a:lnTo>
                <a:lnTo>
                  <a:pt x="319122" y="294497"/>
                </a:lnTo>
                <a:lnTo>
                  <a:pt x="369222" y="244413"/>
                </a:lnTo>
                <a:lnTo>
                  <a:pt x="369222" y="244413"/>
                </a:lnTo>
                <a:close/>
                <a:moveTo>
                  <a:pt x="131254" y="256063"/>
                </a:moveTo>
                <a:lnTo>
                  <a:pt x="219790" y="344598"/>
                </a:lnTo>
                <a:lnTo>
                  <a:pt x="269873" y="294497"/>
                </a:lnTo>
                <a:lnTo>
                  <a:pt x="181355" y="205979"/>
                </a:lnTo>
                <a:lnTo>
                  <a:pt x="131254" y="256063"/>
                </a:lnTo>
                <a:lnTo>
                  <a:pt x="131254" y="256063"/>
                </a:lnTo>
                <a:close/>
                <a:moveTo>
                  <a:pt x="205980" y="181355"/>
                </a:moveTo>
                <a:lnTo>
                  <a:pt x="294497" y="269873"/>
                </a:lnTo>
                <a:lnTo>
                  <a:pt x="344582" y="219789"/>
                </a:lnTo>
                <a:lnTo>
                  <a:pt x="256063" y="131271"/>
                </a:lnTo>
                <a:lnTo>
                  <a:pt x="205980" y="181355"/>
                </a:lnTo>
                <a:lnTo>
                  <a:pt x="205980" y="181355"/>
                </a:lnTo>
                <a:close/>
                <a:moveTo>
                  <a:pt x="82806" y="107430"/>
                </a:moveTo>
                <a:lnTo>
                  <a:pt x="156713" y="181355"/>
                </a:lnTo>
                <a:lnTo>
                  <a:pt x="106629" y="231439"/>
                </a:lnTo>
                <a:lnTo>
                  <a:pt x="45034" y="169844"/>
                </a:lnTo>
                <a:cubicBezTo>
                  <a:pt x="38226" y="163035"/>
                  <a:pt x="38226" y="152011"/>
                  <a:pt x="45034" y="145202"/>
                </a:cubicBezTo>
                <a:lnTo>
                  <a:pt x="82806" y="107430"/>
                </a:lnTo>
                <a:lnTo>
                  <a:pt x="82806" y="107430"/>
                </a:lnTo>
                <a:close/>
                <a:moveTo>
                  <a:pt x="231439" y="106629"/>
                </a:moveTo>
                <a:lnTo>
                  <a:pt x="181355" y="156731"/>
                </a:lnTo>
                <a:lnTo>
                  <a:pt x="107431" y="82806"/>
                </a:lnTo>
                <a:lnTo>
                  <a:pt x="145202" y="45034"/>
                </a:lnTo>
                <a:cubicBezTo>
                  <a:pt x="152012" y="38225"/>
                  <a:pt x="163035" y="38225"/>
                  <a:pt x="169827" y="45034"/>
                </a:cubicBezTo>
                <a:lnTo>
                  <a:pt x="231439" y="106629"/>
                </a:lnTo>
                <a:close/>
                <a:moveTo>
                  <a:pt x="861027" y="97452"/>
                </a:moveTo>
                <a:cubicBezTo>
                  <a:pt x="869490" y="105898"/>
                  <a:pt x="869490" y="119638"/>
                  <a:pt x="861027" y="128084"/>
                </a:cubicBezTo>
                <a:cubicBezTo>
                  <a:pt x="852581" y="136547"/>
                  <a:pt x="838840" y="136547"/>
                  <a:pt x="830394" y="128084"/>
                </a:cubicBezTo>
                <a:cubicBezTo>
                  <a:pt x="821930" y="119638"/>
                  <a:pt x="821930" y="105898"/>
                  <a:pt x="830394" y="97452"/>
                </a:cubicBezTo>
                <a:cubicBezTo>
                  <a:pt x="838840" y="88988"/>
                  <a:pt x="852581" y="88988"/>
                  <a:pt x="861027" y="97452"/>
                </a:cubicBez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-1177077" y="5862504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14037886" y="-1002692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pic>
        <p:nvPicPr>
          <p:cNvPr id="29" name="Imag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014" y="434575"/>
            <a:ext cx="12239625" cy="86487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3207936" y="9127146"/>
            <a:ext cx="698473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3"/>
                <a:cs typeface="Space Mono 3"/>
              </a:rPr>
              <a:t>14</a:t>
            </a:r>
          </a:p>
        </p:txBody>
      </p:sp>
      <p:sp>
        <p:nvSpPr>
          <p:cNvPr id="31" name="Shape 31"/>
          <p:cNvSpPr/>
          <p:nvPr/>
        </p:nvSpPr>
        <p:spPr>
          <a:xfrm>
            <a:off x="14037887" y="-1002693"/>
            <a:ext cx="5427188" cy="542718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2" name="Shape 32"/>
          <p:cNvSpPr/>
          <p:nvPr/>
        </p:nvSpPr>
        <p:spPr>
          <a:xfrm>
            <a:off x="632448" y="566362"/>
            <a:ext cx="1843838" cy="184383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632448" y="3613761"/>
            <a:ext cx="992322" cy="99232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4" name="Shape 34"/>
          <p:cNvSpPr/>
          <p:nvPr/>
        </p:nvSpPr>
        <p:spPr>
          <a:xfrm>
            <a:off x="16573100" y="5347517"/>
            <a:ext cx="961386" cy="96138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5" name="Shape 35"/>
          <p:cNvSpPr/>
          <p:nvPr/>
        </p:nvSpPr>
        <p:spPr>
          <a:xfrm>
            <a:off x="-1177077" y="5862504"/>
            <a:ext cx="5427188" cy="542718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6" name="Shape 36"/>
          <p:cNvSpPr/>
          <p:nvPr/>
        </p:nvSpPr>
        <p:spPr>
          <a:xfrm>
            <a:off x="16277422" y="8045959"/>
            <a:ext cx="1963755" cy="208204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EFEFE"/>
          </a:solidFill>
        </p:spPr>
        <p:txBody>
          <a:bodyPr/>
          <a:lstStyle/>
          <a:p/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52500"/>
            <a:ext cx="18288002" cy="1219200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16606027" y="8286729"/>
            <a:ext cx="603438" cy="505725"/>
          </a:xfrm>
          <a:custGeom>
            <a:avLst/>
            <a:gdLst/>
            <a:rect l="0" t="0" r="603438" b="505725"/>
            <a:pathLst>
              <a:path w="603438" h="505725" fill="norm" stroke="0">
                <a:moveTo>
                  <a:pt x="29950" y="505429"/>
                </a:moveTo>
                <a:cubicBezTo>
                  <a:pt x="25598" y="504990"/>
                  <a:pt x="21496" y="503737"/>
                  <a:pt x="17644" y="501666"/>
                </a:cubicBezTo>
                <a:cubicBezTo>
                  <a:pt x="13791" y="499596"/>
                  <a:pt x="10482" y="496868"/>
                  <a:pt x="7714" y="493481"/>
                </a:cubicBezTo>
                <a:cubicBezTo>
                  <a:pt x="4947" y="490094"/>
                  <a:pt x="2933" y="486307"/>
                  <a:pt x="1671" y="482119"/>
                </a:cubicBezTo>
                <a:cubicBezTo>
                  <a:pt x="411" y="477931"/>
                  <a:pt x="0" y="473661"/>
                  <a:pt x="437" y="469309"/>
                </a:cubicBezTo>
                <a:cubicBezTo>
                  <a:pt x="5065" y="434119"/>
                  <a:pt x="13040" y="399704"/>
                  <a:pt x="24363" y="366065"/>
                </a:cubicBezTo>
                <a:cubicBezTo>
                  <a:pt x="35686" y="332426"/>
                  <a:pt x="50147" y="300195"/>
                  <a:pt x="67743" y="269370"/>
                </a:cubicBezTo>
                <a:cubicBezTo>
                  <a:pt x="85339" y="238545"/>
                  <a:pt x="105741" y="209705"/>
                  <a:pt x="128950" y="182851"/>
                </a:cubicBezTo>
                <a:cubicBezTo>
                  <a:pt x="152158" y="155996"/>
                  <a:pt x="177736" y="131631"/>
                  <a:pt x="205687" y="109754"/>
                </a:cubicBezTo>
                <a:cubicBezTo>
                  <a:pt x="231817" y="90055"/>
                  <a:pt x="259510" y="72872"/>
                  <a:pt x="288762" y="58204"/>
                </a:cubicBezTo>
                <a:cubicBezTo>
                  <a:pt x="318015" y="43537"/>
                  <a:pt x="348351" y="31626"/>
                  <a:pt x="379768" y="22471"/>
                </a:cubicBezTo>
                <a:cubicBezTo>
                  <a:pt x="411186" y="13316"/>
                  <a:pt x="443170" y="7067"/>
                  <a:pt x="475723" y="3724"/>
                </a:cubicBezTo>
                <a:cubicBezTo>
                  <a:pt x="508276" y="382"/>
                  <a:pt x="540863" y="0"/>
                  <a:pt x="573486" y="2579"/>
                </a:cubicBezTo>
                <a:cubicBezTo>
                  <a:pt x="577838" y="3017"/>
                  <a:pt x="581940" y="4271"/>
                  <a:pt x="585792" y="6341"/>
                </a:cubicBezTo>
                <a:cubicBezTo>
                  <a:pt x="589646" y="8411"/>
                  <a:pt x="592956" y="11140"/>
                  <a:pt x="595723" y="14526"/>
                </a:cubicBezTo>
                <a:cubicBezTo>
                  <a:pt x="598491" y="17913"/>
                  <a:pt x="600504" y="21701"/>
                  <a:pt x="601765" y="25889"/>
                </a:cubicBezTo>
                <a:cubicBezTo>
                  <a:pt x="603025" y="30077"/>
                  <a:pt x="603438" y="34347"/>
                  <a:pt x="602999" y="38698"/>
                </a:cubicBezTo>
                <a:cubicBezTo>
                  <a:pt x="602580" y="42912"/>
                  <a:pt x="601394" y="46898"/>
                  <a:pt x="599439" y="50654"/>
                </a:cubicBezTo>
                <a:cubicBezTo>
                  <a:pt x="597486" y="54411"/>
                  <a:pt x="594905" y="57671"/>
                  <a:pt x="591696" y="60433"/>
                </a:cubicBezTo>
                <a:cubicBezTo>
                  <a:pt x="588487" y="63196"/>
                  <a:pt x="584879" y="65263"/>
                  <a:pt x="580873" y="66636"/>
                </a:cubicBezTo>
                <a:cubicBezTo>
                  <a:pt x="576867" y="68009"/>
                  <a:pt x="572750" y="68589"/>
                  <a:pt x="568520" y="68376"/>
                </a:cubicBezTo>
                <a:cubicBezTo>
                  <a:pt x="553614" y="67055"/>
                  <a:pt x="538677" y="66453"/>
                  <a:pt x="523712" y="66571"/>
                </a:cubicBezTo>
                <a:cubicBezTo>
                  <a:pt x="508747" y="66689"/>
                  <a:pt x="493824" y="67527"/>
                  <a:pt x="478940" y="69084"/>
                </a:cubicBezTo>
                <a:cubicBezTo>
                  <a:pt x="464055" y="70641"/>
                  <a:pt x="449280" y="72910"/>
                  <a:pt x="434615" y="75891"/>
                </a:cubicBezTo>
                <a:cubicBezTo>
                  <a:pt x="419950" y="78873"/>
                  <a:pt x="405462" y="82552"/>
                  <a:pt x="391151" y="86930"/>
                </a:cubicBezTo>
                <a:cubicBezTo>
                  <a:pt x="376841" y="91308"/>
                  <a:pt x="362773" y="96364"/>
                  <a:pt x="348951" y="102098"/>
                </a:cubicBezTo>
                <a:cubicBezTo>
                  <a:pt x="335127" y="107832"/>
                  <a:pt x="321611" y="114218"/>
                  <a:pt x="308404" y="121255"/>
                </a:cubicBezTo>
                <a:cubicBezTo>
                  <a:pt x="295196" y="128292"/>
                  <a:pt x="282358" y="135948"/>
                  <a:pt x="269889" y="144223"/>
                </a:cubicBezTo>
                <a:cubicBezTo>
                  <a:pt x="257418" y="152497"/>
                  <a:pt x="245376" y="161353"/>
                  <a:pt x="233759" y="170788"/>
                </a:cubicBezTo>
                <a:cubicBezTo>
                  <a:pt x="222145" y="180224"/>
                  <a:pt x="211009" y="190197"/>
                  <a:pt x="200355" y="200706"/>
                </a:cubicBezTo>
                <a:cubicBezTo>
                  <a:pt x="189700" y="211215"/>
                  <a:pt x="179575" y="222212"/>
                  <a:pt x="169982" y="233698"/>
                </a:cubicBezTo>
                <a:cubicBezTo>
                  <a:pt x="160387" y="245183"/>
                  <a:pt x="151368" y="257103"/>
                  <a:pt x="142922" y="269457"/>
                </a:cubicBezTo>
                <a:cubicBezTo>
                  <a:pt x="134477" y="281812"/>
                  <a:pt x="126645" y="294545"/>
                  <a:pt x="119428" y="307654"/>
                </a:cubicBezTo>
                <a:cubicBezTo>
                  <a:pt x="112210" y="320764"/>
                  <a:pt x="105640" y="334190"/>
                  <a:pt x="99716" y="347934"/>
                </a:cubicBezTo>
                <a:cubicBezTo>
                  <a:pt x="93793" y="361677"/>
                  <a:pt x="88543" y="375673"/>
                  <a:pt x="83970" y="389922"/>
                </a:cubicBezTo>
                <a:cubicBezTo>
                  <a:pt x="79397" y="404171"/>
                  <a:pt x="75518" y="418608"/>
                  <a:pt x="72335" y="433231"/>
                </a:cubicBezTo>
                <a:cubicBezTo>
                  <a:pt x="69154" y="447854"/>
                  <a:pt x="66681" y="462596"/>
                  <a:pt x="64920" y="477457"/>
                </a:cubicBezTo>
                <a:cubicBezTo>
                  <a:pt x="64300" y="481561"/>
                  <a:pt x="62954" y="485410"/>
                  <a:pt x="60882" y="489006"/>
                </a:cubicBezTo>
                <a:cubicBezTo>
                  <a:pt x="58807" y="492601"/>
                  <a:pt x="56152" y="495695"/>
                  <a:pt x="52910" y="498287"/>
                </a:cubicBezTo>
                <a:cubicBezTo>
                  <a:pt x="49668" y="500880"/>
                  <a:pt x="46067" y="502792"/>
                  <a:pt x="42104" y="504025"/>
                </a:cubicBezTo>
                <a:cubicBezTo>
                  <a:pt x="38142" y="505257"/>
                  <a:pt x="34091" y="505725"/>
                  <a:pt x="29950" y="505429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6808360" y="8483703"/>
            <a:ext cx="344568" cy="294507"/>
          </a:xfrm>
          <a:custGeom>
            <a:avLst/>
            <a:gdLst/>
            <a:rect l="0" t="0" r="344568" b="294507"/>
            <a:pathLst>
              <a:path w="344568" h="294507" fill="norm" stroke="0">
                <a:moveTo>
                  <a:pt x="65872" y="266470"/>
                </a:moveTo>
                <a:cubicBezTo>
                  <a:pt x="65842" y="268566"/>
                  <a:pt x="65633" y="270645"/>
                  <a:pt x="65246" y="272705"/>
                </a:cubicBezTo>
                <a:cubicBezTo>
                  <a:pt x="63951" y="276222"/>
                  <a:pt x="62112" y="279425"/>
                  <a:pt x="59727" y="282314"/>
                </a:cubicBezTo>
                <a:cubicBezTo>
                  <a:pt x="57342" y="285204"/>
                  <a:pt x="54546" y="287617"/>
                  <a:pt x="51338" y="289554"/>
                </a:cubicBezTo>
                <a:cubicBezTo>
                  <a:pt x="48130" y="291490"/>
                  <a:pt x="44692" y="292841"/>
                  <a:pt x="41024" y="293606"/>
                </a:cubicBezTo>
                <a:cubicBezTo>
                  <a:pt x="37357" y="294371"/>
                  <a:pt x="33666" y="294507"/>
                  <a:pt x="29952" y="294014"/>
                </a:cubicBezTo>
                <a:cubicBezTo>
                  <a:pt x="25600" y="293576"/>
                  <a:pt x="21498" y="292322"/>
                  <a:pt x="17645" y="290252"/>
                </a:cubicBezTo>
                <a:cubicBezTo>
                  <a:pt x="13791" y="288182"/>
                  <a:pt x="10482" y="285454"/>
                  <a:pt x="7714" y="282067"/>
                </a:cubicBezTo>
                <a:cubicBezTo>
                  <a:pt x="4947" y="278680"/>
                  <a:pt x="2933" y="274892"/>
                  <a:pt x="1673" y="270704"/>
                </a:cubicBezTo>
                <a:cubicBezTo>
                  <a:pt x="412" y="266516"/>
                  <a:pt x="0" y="262246"/>
                  <a:pt x="439" y="257895"/>
                </a:cubicBezTo>
                <a:cubicBezTo>
                  <a:pt x="1522" y="248600"/>
                  <a:pt x="3049" y="239379"/>
                  <a:pt x="5020" y="230231"/>
                </a:cubicBezTo>
                <a:cubicBezTo>
                  <a:pt x="6992" y="221084"/>
                  <a:pt x="9398" y="212052"/>
                  <a:pt x="12238" y="203136"/>
                </a:cubicBezTo>
                <a:cubicBezTo>
                  <a:pt x="15080" y="194220"/>
                  <a:pt x="18342" y="185461"/>
                  <a:pt x="22027" y="176859"/>
                </a:cubicBezTo>
                <a:cubicBezTo>
                  <a:pt x="25710" y="168257"/>
                  <a:pt x="29798" y="159852"/>
                  <a:pt x="34292" y="151644"/>
                </a:cubicBezTo>
                <a:cubicBezTo>
                  <a:pt x="38785" y="143436"/>
                  <a:pt x="43662" y="135463"/>
                  <a:pt x="48924" y="127724"/>
                </a:cubicBezTo>
                <a:cubicBezTo>
                  <a:pt x="54186" y="119986"/>
                  <a:pt x="59806" y="112518"/>
                  <a:pt x="65787" y="105320"/>
                </a:cubicBezTo>
                <a:cubicBezTo>
                  <a:pt x="71766" y="98123"/>
                  <a:pt x="78079" y="91229"/>
                  <a:pt x="84724" y="84640"/>
                </a:cubicBezTo>
                <a:cubicBezTo>
                  <a:pt x="91367" y="78050"/>
                  <a:pt x="98312" y="71795"/>
                  <a:pt x="105558" y="65874"/>
                </a:cubicBezTo>
                <a:cubicBezTo>
                  <a:pt x="112804" y="59953"/>
                  <a:pt x="120318" y="54394"/>
                  <a:pt x="128099" y="49197"/>
                </a:cubicBezTo>
                <a:cubicBezTo>
                  <a:pt x="135882" y="43999"/>
                  <a:pt x="143894" y="39188"/>
                  <a:pt x="152140" y="34762"/>
                </a:cubicBezTo>
                <a:cubicBezTo>
                  <a:pt x="160384" y="30336"/>
                  <a:pt x="168822" y="26316"/>
                  <a:pt x="177454" y="22703"/>
                </a:cubicBezTo>
                <a:cubicBezTo>
                  <a:pt x="186086" y="19090"/>
                  <a:pt x="194872" y="15899"/>
                  <a:pt x="203811" y="13132"/>
                </a:cubicBezTo>
                <a:cubicBezTo>
                  <a:pt x="212750" y="10364"/>
                  <a:pt x="221800" y="8032"/>
                  <a:pt x="230964" y="6136"/>
                </a:cubicBezTo>
                <a:cubicBezTo>
                  <a:pt x="240128" y="4240"/>
                  <a:pt x="249362" y="2789"/>
                  <a:pt x="258665" y="1782"/>
                </a:cubicBezTo>
                <a:cubicBezTo>
                  <a:pt x="267968" y="775"/>
                  <a:pt x="277298" y="217"/>
                  <a:pt x="286655" y="109"/>
                </a:cubicBezTo>
                <a:cubicBezTo>
                  <a:pt x="296011" y="0"/>
                  <a:pt x="305352" y="341"/>
                  <a:pt x="314677" y="1132"/>
                </a:cubicBezTo>
                <a:cubicBezTo>
                  <a:pt x="318891" y="1550"/>
                  <a:pt x="322875" y="2737"/>
                  <a:pt x="326633" y="4691"/>
                </a:cubicBezTo>
                <a:cubicBezTo>
                  <a:pt x="330389" y="6645"/>
                  <a:pt x="333649" y="9226"/>
                  <a:pt x="336410" y="12435"/>
                </a:cubicBezTo>
                <a:cubicBezTo>
                  <a:pt x="339173" y="15645"/>
                  <a:pt x="341241" y="19252"/>
                  <a:pt x="342615" y="23258"/>
                </a:cubicBezTo>
                <a:cubicBezTo>
                  <a:pt x="343987" y="27264"/>
                  <a:pt x="344568" y="31381"/>
                  <a:pt x="344354" y="35610"/>
                </a:cubicBezTo>
                <a:cubicBezTo>
                  <a:pt x="344086" y="39369"/>
                  <a:pt x="343201" y="42977"/>
                  <a:pt x="341695" y="46432"/>
                </a:cubicBezTo>
                <a:cubicBezTo>
                  <a:pt x="340190" y="49887"/>
                  <a:pt x="338155" y="52993"/>
                  <a:pt x="335584" y="55751"/>
                </a:cubicBezTo>
                <a:cubicBezTo>
                  <a:pt x="333015" y="58508"/>
                  <a:pt x="330060" y="60758"/>
                  <a:pt x="326720" y="62502"/>
                </a:cubicBezTo>
                <a:cubicBezTo>
                  <a:pt x="323379" y="64246"/>
                  <a:pt x="319842" y="65384"/>
                  <a:pt x="316111" y="65916"/>
                </a:cubicBezTo>
                <a:lnTo>
                  <a:pt x="309876" y="65288"/>
                </a:lnTo>
                <a:cubicBezTo>
                  <a:pt x="302578" y="64650"/>
                  <a:pt x="295266" y="64364"/>
                  <a:pt x="287939" y="64433"/>
                </a:cubicBezTo>
                <a:cubicBezTo>
                  <a:pt x="280614" y="64501"/>
                  <a:pt x="273309" y="64922"/>
                  <a:pt x="266023" y="65697"/>
                </a:cubicBezTo>
                <a:cubicBezTo>
                  <a:pt x="258738" y="66472"/>
                  <a:pt x="251507" y="67596"/>
                  <a:pt x="244331" y="69071"/>
                </a:cubicBezTo>
                <a:cubicBezTo>
                  <a:pt x="237155" y="70545"/>
                  <a:pt x="230067" y="72362"/>
                  <a:pt x="223065" y="74522"/>
                </a:cubicBezTo>
                <a:cubicBezTo>
                  <a:pt x="216064" y="76681"/>
                  <a:pt x="209186" y="79174"/>
                  <a:pt x="202425" y="81999"/>
                </a:cubicBezTo>
                <a:cubicBezTo>
                  <a:pt x="195666" y="84824"/>
                  <a:pt x="189058" y="87969"/>
                  <a:pt x="182603" y="91433"/>
                </a:cubicBezTo>
                <a:cubicBezTo>
                  <a:pt x="176147" y="94898"/>
                  <a:pt x="169873" y="98665"/>
                  <a:pt x="163784" y="102736"/>
                </a:cubicBezTo>
                <a:cubicBezTo>
                  <a:pt x="157693" y="106807"/>
                  <a:pt x="151812" y="111162"/>
                  <a:pt x="146141" y="115802"/>
                </a:cubicBezTo>
                <a:cubicBezTo>
                  <a:pt x="140472" y="120442"/>
                  <a:pt x="135040" y="125344"/>
                  <a:pt x="129845" y="130509"/>
                </a:cubicBezTo>
                <a:cubicBezTo>
                  <a:pt x="124648" y="135674"/>
                  <a:pt x="119714" y="141078"/>
                  <a:pt x="115041" y="146721"/>
                </a:cubicBezTo>
                <a:cubicBezTo>
                  <a:pt x="110368" y="152363"/>
                  <a:pt x="105978" y="158218"/>
                  <a:pt x="101871" y="164285"/>
                </a:cubicBezTo>
                <a:cubicBezTo>
                  <a:pt x="97765" y="170352"/>
                  <a:pt x="93960" y="176602"/>
                  <a:pt x="90458" y="183037"/>
                </a:cubicBezTo>
                <a:cubicBezTo>
                  <a:pt x="86956" y="189472"/>
                  <a:pt x="83773" y="196061"/>
                  <a:pt x="80908" y="202804"/>
                </a:cubicBezTo>
                <a:cubicBezTo>
                  <a:pt x="78043" y="209547"/>
                  <a:pt x="75510" y="216412"/>
                  <a:pt x="73309" y="223400"/>
                </a:cubicBezTo>
                <a:cubicBezTo>
                  <a:pt x="71107" y="230388"/>
                  <a:pt x="69250" y="237465"/>
                  <a:pt x="67732" y="244633"/>
                </a:cubicBezTo>
                <a:cubicBezTo>
                  <a:pt x="66216" y="251800"/>
                  <a:pt x="65049" y="259024"/>
                  <a:pt x="64232" y="266305"/>
                </a:cubicBezTo>
                <a:lnTo>
                  <a:pt x="65872" y="266470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6968477" y="8642355"/>
            <a:ext cx="183322" cy="160471"/>
          </a:xfrm>
          <a:custGeom>
            <a:avLst/>
            <a:gdLst/>
            <a:rect l="0" t="0" r="183322" b="160471"/>
            <a:pathLst>
              <a:path w="183322" h="160471" fill="norm" stroke="0">
                <a:moveTo>
                  <a:pt x="142115" y="2330"/>
                </a:moveTo>
                <a:cubicBezTo>
                  <a:pt x="146789" y="620"/>
                  <a:pt x="151603" y="0"/>
                  <a:pt x="156556" y="469"/>
                </a:cubicBezTo>
                <a:cubicBezTo>
                  <a:pt x="163362" y="1915"/>
                  <a:pt x="169132" y="5187"/>
                  <a:pt x="173867" y="10284"/>
                </a:cubicBezTo>
                <a:cubicBezTo>
                  <a:pt x="178603" y="15382"/>
                  <a:pt x="181440" y="21377"/>
                  <a:pt x="182381" y="28271"/>
                </a:cubicBezTo>
                <a:cubicBezTo>
                  <a:pt x="183322" y="35164"/>
                  <a:pt x="182195" y="41701"/>
                  <a:pt x="178998" y="47881"/>
                </a:cubicBezTo>
                <a:cubicBezTo>
                  <a:pt x="175803" y="54061"/>
                  <a:pt x="171120" y="58759"/>
                  <a:pt x="164951" y="61976"/>
                </a:cubicBezTo>
                <a:cubicBezTo>
                  <a:pt x="144396" y="69543"/>
                  <a:pt x="125442" y="80011"/>
                  <a:pt x="108090" y="93379"/>
                </a:cubicBezTo>
                <a:cubicBezTo>
                  <a:pt x="88863" y="108359"/>
                  <a:pt x="72399" y="125928"/>
                  <a:pt x="58696" y="146086"/>
                </a:cubicBezTo>
                <a:cubicBezTo>
                  <a:pt x="55345" y="150859"/>
                  <a:pt x="51031" y="154488"/>
                  <a:pt x="45754" y="156973"/>
                </a:cubicBezTo>
                <a:cubicBezTo>
                  <a:pt x="40478" y="159458"/>
                  <a:pt x="34933" y="160471"/>
                  <a:pt x="29118" y="160014"/>
                </a:cubicBezTo>
                <a:cubicBezTo>
                  <a:pt x="23791" y="159500"/>
                  <a:pt x="18881" y="157790"/>
                  <a:pt x="14387" y="154885"/>
                </a:cubicBezTo>
                <a:cubicBezTo>
                  <a:pt x="9613" y="151534"/>
                  <a:pt x="5984" y="147220"/>
                  <a:pt x="3499" y="141943"/>
                </a:cubicBezTo>
                <a:cubicBezTo>
                  <a:pt x="1014" y="136667"/>
                  <a:pt x="0" y="131121"/>
                  <a:pt x="457" y="125307"/>
                </a:cubicBezTo>
                <a:cubicBezTo>
                  <a:pt x="1077" y="119962"/>
                  <a:pt x="2896" y="115062"/>
                  <a:pt x="5914" y="110608"/>
                </a:cubicBezTo>
                <a:cubicBezTo>
                  <a:pt x="23275" y="84524"/>
                  <a:pt x="44436" y="62014"/>
                  <a:pt x="69396" y="43076"/>
                </a:cubicBezTo>
                <a:cubicBezTo>
                  <a:pt x="91658" y="25965"/>
                  <a:pt x="115898" y="12383"/>
                  <a:pt x="142115" y="233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7273843" y="8353715"/>
            <a:ext cx="601788" cy="505846"/>
          </a:xfrm>
          <a:custGeom>
            <a:avLst/>
            <a:gdLst/>
            <a:rect l="0" t="0" r="601788" b="505846"/>
            <a:pathLst>
              <a:path w="601788" h="505846" fill="norm" stroke="0">
                <a:moveTo>
                  <a:pt x="28302" y="505496"/>
                </a:moveTo>
                <a:cubicBezTo>
                  <a:pt x="24115" y="504862"/>
                  <a:pt x="20196" y="503473"/>
                  <a:pt x="16545" y="501329"/>
                </a:cubicBezTo>
                <a:cubicBezTo>
                  <a:pt x="12892" y="499186"/>
                  <a:pt x="9770" y="496440"/>
                  <a:pt x="7175" y="493094"/>
                </a:cubicBezTo>
                <a:cubicBezTo>
                  <a:pt x="4581" y="489747"/>
                  <a:pt x="2701" y="486038"/>
                  <a:pt x="1535" y="481967"/>
                </a:cubicBezTo>
                <a:cubicBezTo>
                  <a:pt x="369" y="477897"/>
                  <a:pt x="0" y="473755"/>
                  <a:pt x="429" y="469542"/>
                </a:cubicBezTo>
                <a:cubicBezTo>
                  <a:pt x="4876" y="434426"/>
                  <a:pt x="12655" y="400064"/>
                  <a:pt x="23771" y="366458"/>
                </a:cubicBezTo>
                <a:cubicBezTo>
                  <a:pt x="34885" y="332851"/>
                  <a:pt x="49126" y="300627"/>
                  <a:pt x="66495" y="269784"/>
                </a:cubicBezTo>
                <a:cubicBezTo>
                  <a:pt x="83863" y="238941"/>
                  <a:pt x="104034" y="210056"/>
                  <a:pt x="127008" y="183128"/>
                </a:cubicBezTo>
                <a:cubicBezTo>
                  <a:pt x="149983" y="156200"/>
                  <a:pt x="175330" y="131731"/>
                  <a:pt x="203054" y="109723"/>
                </a:cubicBezTo>
                <a:cubicBezTo>
                  <a:pt x="229251" y="89975"/>
                  <a:pt x="257017" y="72757"/>
                  <a:pt x="286352" y="58068"/>
                </a:cubicBezTo>
                <a:cubicBezTo>
                  <a:pt x="315685" y="43378"/>
                  <a:pt x="346104" y="31460"/>
                  <a:pt x="377611" y="22312"/>
                </a:cubicBezTo>
                <a:cubicBezTo>
                  <a:pt x="409116" y="13165"/>
                  <a:pt x="441189" y="6938"/>
                  <a:pt x="473828" y="3633"/>
                </a:cubicBezTo>
                <a:cubicBezTo>
                  <a:pt x="506468" y="329"/>
                  <a:pt x="539138" y="0"/>
                  <a:pt x="571836" y="2647"/>
                </a:cubicBezTo>
                <a:cubicBezTo>
                  <a:pt x="576188" y="3085"/>
                  <a:pt x="580290" y="4339"/>
                  <a:pt x="584144" y="6409"/>
                </a:cubicBezTo>
                <a:cubicBezTo>
                  <a:pt x="587997" y="8479"/>
                  <a:pt x="591307" y="11207"/>
                  <a:pt x="594074" y="14594"/>
                </a:cubicBezTo>
                <a:cubicBezTo>
                  <a:pt x="596841" y="17981"/>
                  <a:pt x="598855" y="21768"/>
                  <a:pt x="600115" y="25957"/>
                </a:cubicBezTo>
                <a:cubicBezTo>
                  <a:pt x="601377" y="30144"/>
                  <a:pt x="601788" y="34414"/>
                  <a:pt x="601349" y="38766"/>
                </a:cubicBezTo>
                <a:cubicBezTo>
                  <a:pt x="600931" y="42980"/>
                  <a:pt x="599745" y="46965"/>
                  <a:pt x="597791" y="50722"/>
                </a:cubicBezTo>
                <a:cubicBezTo>
                  <a:pt x="595836" y="54479"/>
                  <a:pt x="593255" y="57738"/>
                  <a:pt x="590046" y="60501"/>
                </a:cubicBezTo>
                <a:cubicBezTo>
                  <a:pt x="586837" y="63263"/>
                  <a:pt x="583230" y="65331"/>
                  <a:pt x="579224" y="66704"/>
                </a:cubicBezTo>
                <a:cubicBezTo>
                  <a:pt x="575218" y="68077"/>
                  <a:pt x="571100" y="68657"/>
                  <a:pt x="566871" y="68444"/>
                </a:cubicBezTo>
                <a:cubicBezTo>
                  <a:pt x="538158" y="66208"/>
                  <a:pt x="509476" y="66570"/>
                  <a:pt x="480826" y="69530"/>
                </a:cubicBezTo>
                <a:cubicBezTo>
                  <a:pt x="452179" y="72491"/>
                  <a:pt x="424028" y="78001"/>
                  <a:pt x="396377" y="86061"/>
                </a:cubicBezTo>
                <a:cubicBezTo>
                  <a:pt x="368728" y="94121"/>
                  <a:pt x="342026" y="104600"/>
                  <a:pt x="316274" y="117497"/>
                </a:cubicBezTo>
                <a:cubicBezTo>
                  <a:pt x="290522" y="130395"/>
                  <a:pt x="266139" y="145501"/>
                  <a:pt x="243123" y="162816"/>
                </a:cubicBezTo>
                <a:cubicBezTo>
                  <a:pt x="218579" y="182149"/>
                  <a:pt x="196128" y="203666"/>
                  <a:pt x="175769" y="227367"/>
                </a:cubicBezTo>
                <a:cubicBezTo>
                  <a:pt x="155411" y="251067"/>
                  <a:pt x="137526" y="276507"/>
                  <a:pt x="122117" y="303686"/>
                </a:cubicBezTo>
                <a:cubicBezTo>
                  <a:pt x="106707" y="330865"/>
                  <a:pt x="94059" y="359274"/>
                  <a:pt x="84175" y="388914"/>
                </a:cubicBezTo>
                <a:cubicBezTo>
                  <a:pt x="74292" y="418553"/>
                  <a:pt x="67356" y="448867"/>
                  <a:pt x="63368" y="479855"/>
                </a:cubicBezTo>
                <a:cubicBezTo>
                  <a:pt x="62494" y="483753"/>
                  <a:pt x="60962" y="487373"/>
                  <a:pt x="58773" y="490715"/>
                </a:cubicBezTo>
                <a:cubicBezTo>
                  <a:pt x="56584" y="494057"/>
                  <a:pt x="53877" y="496906"/>
                  <a:pt x="50653" y="499264"/>
                </a:cubicBezTo>
                <a:cubicBezTo>
                  <a:pt x="47428" y="501622"/>
                  <a:pt x="43892" y="503338"/>
                  <a:pt x="40043" y="504411"/>
                </a:cubicBezTo>
                <a:cubicBezTo>
                  <a:pt x="36195" y="505484"/>
                  <a:pt x="32282" y="505846"/>
                  <a:pt x="28302" y="505496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17476505" y="8549326"/>
            <a:ext cx="341055" cy="295908"/>
          </a:xfrm>
          <a:custGeom>
            <a:avLst/>
            <a:gdLst/>
            <a:rect l="0" t="0" r="341055" b="295908"/>
            <a:pathLst>
              <a:path w="341055" h="295908" fill="norm" stroke="0">
                <a:moveTo>
                  <a:pt x="64751" y="262684"/>
                </a:moveTo>
                <a:cubicBezTo>
                  <a:pt x="64443" y="264311"/>
                  <a:pt x="64278" y="265951"/>
                  <a:pt x="64257" y="267607"/>
                </a:cubicBezTo>
                <a:cubicBezTo>
                  <a:pt x="63622" y="271794"/>
                  <a:pt x="62233" y="275713"/>
                  <a:pt x="60089" y="279364"/>
                </a:cubicBezTo>
                <a:cubicBezTo>
                  <a:pt x="57945" y="283016"/>
                  <a:pt x="55200" y="286139"/>
                  <a:pt x="51854" y="288734"/>
                </a:cubicBezTo>
                <a:cubicBezTo>
                  <a:pt x="48507" y="291328"/>
                  <a:pt x="44799" y="293208"/>
                  <a:pt x="40728" y="294374"/>
                </a:cubicBezTo>
                <a:cubicBezTo>
                  <a:pt x="36657" y="295540"/>
                  <a:pt x="32514" y="295908"/>
                  <a:pt x="28302" y="295479"/>
                </a:cubicBezTo>
                <a:cubicBezTo>
                  <a:pt x="24115" y="294845"/>
                  <a:pt x="20196" y="293456"/>
                  <a:pt x="16545" y="291312"/>
                </a:cubicBezTo>
                <a:cubicBezTo>
                  <a:pt x="12892" y="289168"/>
                  <a:pt x="9770" y="286423"/>
                  <a:pt x="7175" y="283076"/>
                </a:cubicBezTo>
                <a:cubicBezTo>
                  <a:pt x="4581" y="279730"/>
                  <a:pt x="2701" y="276021"/>
                  <a:pt x="1535" y="271950"/>
                </a:cubicBezTo>
                <a:cubicBezTo>
                  <a:pt x="369" y="267879"/>
                  <a:pt x="0" y="263738"/>
                  <a:pt x="429" y="259525"/>
                </a:cubicBezTo>
                <a:cubicBezTo>
                  <a:pt x="2919" y="240190"/>
                  <a:pt x="7246" y="221275"/>
                  <a:pt x="13410" y="202781"/>
                </a:cubicBezTo>
                <a:cubicBezTo>
                  <a:pt x="19574" y="184286"/>
                  <a:pt x="27459" y="166558"/>
                  <a:pt x="37066" y="149595"/>
                </a:cubicBezTo>
                <a:cubicBezTo>
                  <a:pt x="46673" y="132632"/>
                  <a:pt x="57823" y="116751"/>
                  <a:pt x="70514" y="101954"/>
                </a:cubicBezTo>
                <a:cubicBezTo>
                  <a:pt x="83204" y="87156"/>
                  <a:pt x="97200" y="73717"/>
                  <a:pt x="112502" y="61638"/>
                </a:cubicBezTo>
                <a:cubicBezTo>
                  <a:pt x="141515" y="39899"/>
                  <a:pt x="173425" y="23961"/>
                  <a:pt x="208234" y="13824"/>
                </a:cubicBezTo>
                <a:cubicBezTo>
                  <a:pt x="243041" y="3687"/>
                  <a:pt x="278519" y="0"/>
                  <a:pt x="314668" y="2762"/>
                </a:cubicBezTo>
                <a:cubicBezTo>
                  <a:pt x="318303" y="3515"/>
                  <a:pt x="321714" y="4843"/>
                  <a:pt x="324901" y="6748"/>
                </a:cubicBezTo>
                <a:cubicBezTo>
                  <a:pt x="328089" y="8652"/>
                  <a:pt x="330874" y="11027"/>
                  <a:pt x="333259" y="13873"/>
                </a:cubicBezTo>
                <a:cubicBezTo>
                  <a:pt x="335643" y="16718"/>
                  <a:pt x="337496" y="19876"/>
                  <a:pt x="338813" y="23347"/>
                </a:cubicBezTo>
                <a:cubicBezTo>
                  <a:pt x="340133" y="26817"/>
                  <a:pt x="340844" y="30408"/>
                  <a:pt x="340950" y="34119"/>
                </a:cubicBezTo>
                <a:cubicBezTo>
                  <a:pt x="341055" y="37830"/>
                  <a:pt x="340550" y="41456"/>
                  <a:pt x="339430" y="44996"/>
                </a:cubicBezTo>
                <a:cubicBezTo>
                  <a:pt x="338313" y="48536"/>
                  <a:pt x="336643" y="51795"/>
                  <a:pt x="334425" y="54771"/>
                </a:cubicBezTo>
                <a:cubicBezTo>
                  <a:pt x="332206" y="57748"/>
                  <a:pt x="329560" y="60278"/>
                  <a:pt x="326487" y="62361"/>
                </a:cubicBezTo>
                <a:cubicBezTo>
                  <a:pt x="323413" y="64444"/>
                  <a:pt x="320083" y="65964"/>
                  <a:pt x="316497" y="66923"/>
                </a:cubicBezTo>
                <a:lnTo>
                  <a:pt x="310262" y="66295"/>
                </a:lnTo>
                <a:cubicBezTo>
                  <a:pt x="295813" y="65023"/>
                  <a:pt x="281374" y="65131"/>
                  <a:pt x="266945" y="66620"/>
                </a:cubicBezTo>
                <a:cubicBezTo>
                  <a:pt x="252518" y="68108"/>
                  <a:pt x="238361" y="70950"/>
                  <a:pt x="224476" y="75145"/>
                </a:cubicBezTo>
                <a:cubicBezTo>
                  <a:pt x="210590" y="79341"/>
                  <a:pt x="197230" y="84814"/>
                  <a:pt x="184390" y="91564"/>
                </a:cubicBezTo>
                <a:cubicBezTo>
                  <a:pt x="171552" y="98314"/>
                  <a:pt x="159469" y="106220"/>
                  <a:pt x="148143" y="115280"/>
                </a:cubicBezTo>
                <a:cubicBezTo>
                  <a:pt x="136816" y="124341"/>
                  <a:pt x="126450" y="134393"/>
                  <a:pt x="117046" y="145435"/>
                </a:cubicBezTo>
                <a:cubicBezTo>
                  <a:pt x="107640" y="156478"/>
                  <a:pt x="99366" y="168311"/>
                  <a:pt x="92224" y="180936"/>
                </a:cubicBezTo>
                <a:cubicBezTo>
                  <a:pt x="85083" y="193561"/>
                  <a:pt x="79201" y="206748"/>
                  <a:pt x="74580" y="220497"/>
                </a:cubicBezTo>
                <a:cubicBezTo>
                  <a:pt x="69960" y="234246"/>
                  <a:pt x="66683" y="248309"/>
                  <a:pt x="64751" y="262684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17633248" y="8709409"/>
            <a:ext cx="186694" cy="159946"/>
          </a:xfrm>
          <a:custGeom>
            <a:avLst/>
            <a:gdLst/>
            <a:rect l="0" t="0" r="186694" b="159946"/>
            <a:pathLst>
              <a:path w="186694" h="159946" fill="norm" stroke="0">
                <a:moveTo>
                  <a:pt x="70794" y="43076"/>
                </a:moveTo>
                <a:cubicBezTo>
                  <a:pt x="93008" y="25881"/>
                  <a:pt x="117249" y="12298"/>
                  <a:pt x="143512" y="2330"/>
                </a:cubicBezTo>
                <a:cubicBezTo>
                  <a:pt x="148186" y="621"/>
                  <a:pt x="153000" y="0"/>
                  <a:pt x="157955" y="469"/>
                </a:cubicBezTo>
                <a:cubicBezTo>
                  <a:pt x="163936" y="1148"/>
                  <a:pt x="169326" y="3303"/>
                  <a:pt x="174127" y="6934"/>
                </a:cubicBezTo>
                <a:cubicBezTo>
                  <a:pt x="178929" y="10565"/>
                  <a:pt x="182471" y="15165"/>
                  <a:pt x="184753" y="20735"/>
                </a:cubicBezTo>
                <a:cubicBezTo>
                  <a:pt x="186116" y="24716"/>
                  <a:pt x="186694" y="28808"/>
                  <a:pt x="186489" y="33011"/>
                </a:cubicBezTo>
                <a:cubicBezTo>
                  <a:pt x="186286" y="37213"/>
                  <a:pt x="185313" y="41230"/>
                  <a:pt x="183572" y="45060"/>
                </a:cubicBezTo>
                <a:cubicBezTo>
                  <a:pt x="181831" y="48890"/>
                  <a:pt x="179443" y="52264"/>
                  <a:pt x="176411" y="55181"/>
                </a:cubicBezTo>
                <a:cubicBezTo>
                  <a:pt x="173379" y="58098"/>
                  <a:pt x="169915" y="60352"/>
                  <a:pt x="166021" y="61943"/>
                </a:cubicBezTo>
                <a:cubicBezTo>
                  <a:pt x="145039" y="69409"/>
                  <a:pt x="125647" y="79832"/>
                  <a:pt x="107846" y="93214"/>
                </a:cubicBezTo>
                <a:cubicBezTo>
                  <a:pt x="88523" y="108104"/>
                  <a:pt x="72059" y="125673"/>
                  <a:pt x="58452" y="145921"/>
                </a:cubicBezTo>
                <a:cubicBezTo>
                  <a:pt x="56014" y="149335"/>
                  <a:pt x="53031" y="152181"/>
                  <a:pt x="49504" y="154457"/>
                </a:cubicBezTo>
                <a:cubicBezTo>
                  <a:pt x="45979" y="156733"/>
                  <a:pt x="42157" y="158280"/>
                  <a:pt x="38041" y="159098"/>
                </a:cubicBezTo>
                <a:cubicBezTo>
                  <a:pt x="33925" y="159915"/>
                  <a:pt x="29801" y="159946"/>
                  <a:pt x="25674" y="159190"/>
                </a:cubicBezTo>
                <a:cubicBezTo>
                  <a:pt x="21546" y="158433"/>
                  <a:pt x="17701" y="156944"/>
                  <a:pt x="14142" y="154720"/>
                </a:cubicBezTo>
                <a:cubicBezTo>
                  <a:pt x="11229" y="152691"/>
                  <a:pt x="8708" y="150255"/>
                  <a:pt x="6581" y="147412"/>
                </a:cubicBezTo>
                <a:cubicBezTo>
                  <a:pt x="4454" y="144569"/>
                  <a:pt x="2828" y="141463"/>
                  <a:pt x="1704" y="138095"/>
                </a:cubicBezTo>
                <a:cubicBezTo>
                  <a:pt x="580" y="134727"/>
                  <a:pt x="14" y="131268"/>
                  <a:pt x="6" y="127717"/>
                </a:cubicBezTo>
                <a:cubicBezTo>
                  <a:pt x="0" y="124166"/>
                  <a:pt x="552" y="120704"/>
                  <a:pt x="1663" y="117332"/>
                </a:cubicBezTo>
                <a:cubicBezTo>
                  <a:pt x="2614" y="114877"/>
                  <a:pt x="3840" y="112570"/>
                  <a:pt x="5344" y="110410"/>
                </a:cubicBezTo>
                <a:cubicBezTo>
                  <a:pt x="23433" y="84342"/>
                  <a:pt x="45250" y="61898"/>
                  <a:pt x="70794" y="43076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16172514" y="8875279"/>
            <a:ext cx="1811052" cy="1394865"/>
          </a:xfrm>
          <a:custGeom>
            <a:avLst/>
            <a:gdLst/>
            <a:rect l="0" t="0" r="1811052" b="1394865"/>
            <a:pathLst>
              <a:path w="1811052" h="1394865" fill="norm" stroke="0">
                <a:moveTo>
                  <a:pt x="1810925" y="812938"/>
                </a:moveTo>
                <a:lnTo>
                  <a:pt x="1772411" y="1195574"/>
                </a:lnTo>
                <a:cubicBezTo>
                  <a:pt x="1771972" y="1199926"/>
                  <a:pt x="1770718" y="1204028"/>
                  <a:pt x="1768649" y="1207881"/>
                </a:cubicBezTo>
                <a:cubicBezTo>
                  <a:pt x="1766579" y="1211734"/>
                  <a:pt x="1763850" y="1215044"/>
                  <a:pt x="1760463" y="1217811"/>
                </a:cubicBezTo>
                <a:cubicBezTo>
                  <a:pt x="1757076" y="1220579"/>
                  <a:pt x="1753288" y="1222593"/>
                  <a:pt x="1749101" y="1223853"/>
                </a:cubicBezTo>
                <a:cubicBezTo>
                  <a:pt x="1744912" y="1225114"/>
                  <a:pt x="1740643" y="1225525"/>
                  <a:pt x="1736291" y="1225087"/>
                </a:cubicBezTo>
                <a:lnTo>
                  <a:pt x="1632265" y="1214616"/>
                </a:lnTo>
                <a:lnTo>
                  <a:pt x="1617135" y="1364914"/>
                </a:lnTo>
                <a:cubicBezTo>
                  <a:pt x="1616698" y="1369266"/>
                  <a:pt x="1615444" y="1373368"/>
                  <a:pt x="1613373" y="1377221"/>
                </a:cubicBezTo>
                <a:cubicBezTo>
                  <a:pt x="1611303" y="1381074"/>
                  <a:pt x="1608575" y="1384384"/>
                  <a:pt x="1605189" y="1387151"/>
                </a:cubicBezTo>
                <a:cubicBezTo>
                  <a:pt x="1601801" y="1389919"/>
                  <a:pt x="1598014" y="1391933"/>
                  <a:pt x="1593825" y="1393193"/>
                </a:cubicBezTo>
                <a:cubicBezTo>
                  <a:pt x="1589638" y="1394454"/>
                  <a:pt x="1585368" y="1394865"/>
                  <a:pt x="1581017" y="1394427"/>
                </a:cubicBezTo>
                <a:lnTo>
                  <a:pt x="1291250" y="1365260"/>
                </a:lnTo>
                <a:cubicBezTo>
                  <a:pt x="1286898" y="1364822"/>
                  <a:pt x="1282796" y="1363568"/>
                  <a:pt x="1278944" y="1361498"/>
                </a:cubicBezTo>
                <a:cubicBezTo>
                  <a:pt x="1275090" y="1359428"/>
                  <a:pt x="1271780" y="1356700"/>
                  <a:pt x="1269012" y="1353313"/>
                </a:cubicBezTo>
                <a:cubicBezTo>
                  <a:pt x="1266245" y="1349926"/>
                  <a:pt x="1264231" y="1346139"/>
                  <a:pt x="1262971" y="1341951"/>
                </a:cubicBezTo>
                <a:cubicBezTo>
                  <a:pt x="1261711" y="1337763"/>
                  <a:pt x="1261298" y="1333493"/>
                  <a:pt x="1261737" y="1329141"/>
                </a:cubicBezTo>
                <a:lnTo>
                  <a:pt x="1276964" y="1177859"/>
                </a:lnTo>
                <a:lnTo>
                  <a:pt x="489376" y="1098583"/>
                </a:lnTo>
                <a:lnTo>
                  <a:pt x="474149" y="1249865"/>
                </a:lnTo>
                <a:cubicBezTo>
                  <a:pt x="473712" y="1254217"/>
                  <a:pt x="472458" y="1258319"/>
                  <a:pt x="470387" y="1262172"/>
                </a:cubicBezTo>
                <a:cubicBezTo>
                  <a:pt x="468317" y="1266025"/>
                  <a:pt x="465589" y="1269335"/>
                  <a:pt x="462203" y="1272102"/>
                </a:cubicBezTo>
                <a:cubicBezTo>
                  <a:pt x="458815" y="1274870"/>
                  <a:pt x="455028" y="1276884"/>
                  <a:pt x="450839" y="1278144"/>
                </a:cubicBezTo>
                <a:cubicBezTo>
                  <a:pt x="446652" y="1279405"/>
                  <a:pt x="442382" y="1279816"/>
                  <a:pt x="438031" y="1279378"/>
                </a:cubicBezTo>
                <a:lnTo>
                  <a:pt x="146622" y="1250046"/>
                </a:lnTo>
                <a:cubicBezTo>
                  <a:pt x="142272" y="1249608"/>
                  <a:pt x="138168" y="1248354"/>
                  <a:pt x="134316" y="1246284"/>
                </a:cubicBezTo>
                <a:cubicBezTo>
                  <a:pt x="130463" y="1244214"/>
                  <a:pt x="127153" y="1241486"/>
                  <a:pt x="124386" y="1238099"/>
                </a:cubicBezTo>
                <a:cubicBezTo>
                  <a:pt x="121619" y="1234712"/>
                  <a:pt x="119605" y="1230925"/>
                  <a:pt x="118343" y="1226736"/>
                </a:cubicBezTo>
                <a:cubicBezTo>
                  <a:pt x="117083" y="1222548"/>
                  <a:pt x="116672" y="1218279"/>
                  <a:pt x="117109" y="1213927"/>
                </a:cubicBezTo>
                <a:lnTo>
                  <a:pt x="132338" y="1062645"/>
                </a:lnTo>
                <a:lnTo>
                  <a:pt x="29952" y="1052339"/>
                </a:lnTo>
                <a:cubicBezTo>
                  <a:pt x="25600" y="1051901"/>
                  <a:pt x="21498" y="1050646"/>
                  <a:pt x="17644" y="1048576"/>
                </a:cubicBezTo>
                <a:cubicBezTo>
                  <a:pt x="13791" y="1046506"/>
                  <a:pt x="10482" y="1043778"/>
                  <a:pt x="7714" y="1040391"/>
                </a:cubicBezTo>
                <a:cubicBezTo>
                  <a:pt x="4947" y="1037005"/>
                  <a:pt x="2933" y="1033217"/>
                  <a:pt x="1673" y="1029029"/>
                </a:cubicBezTo>
                <a:cubicBezTo>
                  <a:pt x="411" y="1024841"/>
                  <a:pt x="0" y="1020571"/>
                  <a:pt x="437" y="1016219"/>
                </a:cubicBezTo>
                <a:lnTo>
                  <a:pt x="38853" y="634568"/>
                </a:lnTo>
                <a:cubicBezTo>
                  <a:pt x="39292" y="630216"/>
                  <a:pt x="40546" y="626114"/>
                  <a:pt x="42616" y="622261"/>
                </a:cubicBezTo>
                <a:cubicBezTo>
                  <a:pt x="44686" y="618408"/>
                  <a:pt x="47414" y="615098"/>
                  <a:pt x="50802" y="612330"/>
                </a:cubicBezTo>
                <a:cubicBezTo>
                  <a:pt x="54187" y="609563"/>
                  <a:pt x="57975" y="607549"/>
                  <a:pt x="62164" y="606288"/>
                </a:cubicBezTo>
                <a:cubicBezTo>
                  <a:pt x="66351" y="605028"/>
                  <a:pt x="70622" y="604617"/>
                  <a:pt x="74974" y="605055"/>
                </a:cubicBezTo>
                <a:lnTo>
                  <a:pt x="698480" y="667815"/>
                </a:lnTo>
                <a:cubicBezTo>
                  <a:pt x="697237" y="656765"/>
                  <a:pt x="697244" y="645716"/>
                  <a:pt x="698502" y="634668"/>
                </a:cubicBezTo>
                <a:cubicBezTo>
                  <a:pt x="699350" y="626226"/>
                  <a:pt x="700906" y="617916"/>
                  <a:pt x="703169" y="609739"/>
                </a:cubicBezTo>
                <a:cubicBezTo>
                  <a:pt x="705434" y="601562"/>
                  <a:pt x="708374" y="593635"/>
                  <a:pt x="711988" y="585958"/>
                </a:cubicBezTo>
                <a:cubicBezTo>
                  <a:pt x="715603" y="578282"/>
                  <a:pt x="719840" y="570967"/>
                  <a:pt x="724702" y="564012"/>
                </a:cubicBezTo>
                <a:cubicBezTo>
                  <a:pt x="729563" y="557058"/>
                  <a:pt x="734977" y="550564"/>
                  <a:pt x="740944" y="544532"/>
                </a:cubicBezTo>
                <a:cubicBezTo>
                  <a:pt x="746911" y="538500"/>
                  <a:pt x="753345" y="533016"/>
                  <a:pt x="760247" y="528080"/>
                </a:cubicBezTo>
                <a:cubicBezTo>
                  <a:pt x="767149" y="523145"/>
                  <a:pt x="774418" y="518828"/>
                  <a:pt x="782055" y="515131"/>
                </a:cubicBezTo>
                <a:cubicBezTo>
                  <a:pt x="789691" y="511433"/>
                  <a:pt x="797587" y="508408"/>
                  <a:pt x="805738" y="506056"/>
                </a:cubicBezTo>
                <a:cubicBezTo>
                  <a:pt x="813891" y="503704"/>
                  <a:pt x="822184" y="502058"/>
                  <a:pt x="830616" y="501118"/>
                </a:cubicBezTo>
                <a:lnTo>
                  <a:pt x="878842" y="22002"/>
                </a:lnTo>
                <a:cubicBezTo>
                  <a:pt x="880089" y="18544"/>
                  <a:pt x="881864" y="15382"/>
                  <a:pt x="884168" y="12518"/>
                </a:cubicBezTo>
                <a:cubicBezTo>
                  <a:pt x="886470" y="9653"/>
                  <a:pt x="889177" y="7240"/>
                  <a:pt x="892287" y="5280"/>
                </a:cubicBezTo>
                <a:cubicBezTo>
                  <a:pt x="895398" y="3321"/>
                  <a:pt x="898742" y="1920"/>
                  <a:pt x="902320" y="1078"/>
                </a:cubicBezTo>
                <a:cubicBezTo>
                  <a:pt x="905898" y="237"/>
                  <a:pt x="909517" y="0"/>
                  <a:pt x="913174" y="368"/>
                </a:cubicBezTo>
                <a:cubicBezTo>
                  <a:pt x="916832" y="736"/>
                  <a:pt x="920330" y="1689"/>
                  <a:pt x="923669" y="3227"/>
                </a:cubicBezTo>
                <a:cubicBezTo>
                  <a:pt x="927009" y="4765"/>
                  <a:pt x="930005" y="6804"/>
                  <a:pt x="932662" y="9344"/>
                </a:cubicBezTo>
                <a:cubicBezTo>
                  <a:pt x="935320" y="11885"/>
                  <a:pt x="937492" y="14788"/>
                  <a:pt x="939178" y="18055"/>
                </a:cubicBezTo>
                <a:cubicBezTo>
                  <a:pt x="940865" y="21321"/>
                  <a:pt x="941974" y="24773"/>
                  <a:pt x="942505" y="28411"/>
                </a:cubicBezTo>
                <a:lnTo>
                  <a:pt x="894048" y="509823"/>
                </a:lnTo>
                <a:cubicBezTo>
                  <a:pt x="902125" y="512425"/>
                  <a:pt x="909923" y="515690"/>
                  <a:pt x="917443" y="519620"/>
                </a:cubicBezTo>
                <a:cubicBezTo>
                  <a:pt x="924962" y="523550"/>
                  <a:pt x="932097" y="528088"/>
                  <a:pt x="938843" y="533233"/>
                </a:cubicBezTo>
                <a:cubicBezTo>
                  <a:pt x="945590" y="538378"/>
                  <a:pt x="951852" y="544057"/>
                  <a:pt x="957631" y="550269"/>
                </a:cubicBezTo>
                <a:cubicBezTo>
                  <a:pt x="963411" y="556481"/>
                  <a:pt x="968625" y="563138"/>
                  <a:pt x="973269" y="570238"/>
                </a:cubicBezTo>
                <a:cubicBezTo>
                  <a:pt x="977914" y="577338"/>
                  <a:pt x="981926" y="584780"/>
                  <a:pt x="985303" y="592564"/>
                </a:cubicBezTo>
                <a:cubicBezTo>
                  <a:pt x="988681" y="600347"/>
                  <a:pt x="991375" y="608361"/>
                  <a:pt x="993387" y="616604"/>
                </a:cubicBezTo>
                <a:cubicBezTo>
                  <a:pt x="995400" y="624847"/>
                  <a:pt x="996700" y="633200"/>
                  <a:pt x="997290" y="641665"/>
                </a:cubicBezTo>
                <a:cubicBezTo>
                  <a:pt x="997879" y="650129"/>
                  <a:pt x="997748" y="658582"/>
                  <a:pt x="996897" y="667024"/>
                </a:cubicBezTo>
                <a:cubicBezTo>
                  <a:pt x="995927" y="678101"/>
                  <a:pt x="993732" y="688930"/>
                  <a:pt x="990312" y="699510"/>
                </a:cubicBezTo>
                <a:lnTo>
                  <a:pt x="1368682" y="737595"/>
                </a:lnTo>
                <a:cubicBezTo>
                  <a:pt x="1367439" y="726546"/>
                  <a:pt x="1367447" y="715497"/>
                  <a:pt x="1368704" y="704449"/>
                </a:cubicBezTo>
                <a:cubicBezTo>
                  <a:pt x="1369572" y="696001"/>
                  <a:pt x="1371147" y="687687"/>
                  <a:pt x="1373431" y="679507"/>
                </a:cubicBezTo>
                <a:cubicBezTo>
                  <a:pt x="1375713" y="671328"/>
                  <a:pt x="1378671" y="663399"/>
                  <a:pt x="1382302" y="655722"/>
                </a:cubicBezTo>
                <a:cubicBezTo>
                  <a:pt x="1385934" y="648046"/>
                  <a:pt x="1390188" y="640731"/>
                  <a:pt x="1395064" y="633778"/>
                </a:cubicBezTo>
                <a:cubicBezTo>
                  <a:pt x="1399941" y="626825"/>
                  <a:pt x="1405368" y="620334"/>
                  <a:pt x="1411350" y="614305"/>
                </a:cubicBezTo>
                <a:cubicBezTo>
                  <a:pt x="1417331" y="608275"/>
                  <a:pt x="1423777" y="602795"/>
                  <a:pt x="1430691" y="597862"/>
                </a:cubicBezTo>
                <a:cubicBezTo>
                  <a:pt x="1437604" y="592930"/>
                  <a:pt x="1444884" y="588617"/>
                  <a:pt x="1452531" y="584923"/>
                </a:cubicBezTo>
                <a:cubicBezTo>
                  <a:pt x="1460179" y="581230"/>
                  <a:pt x="1468082" y="578208"/>
                  <a:pt x="1476243" y="575860"/>
                </a:cubicBezTo>
                <a:cubicBezTo>
                  <a:pt x="1484406" y="573511"/>
                  <a:pt x="1492706" y="571868"/>
                  <a:pt x="1501147" y="570932"/>
                </a:cubicBezTo>
                <a:lnTo>
                  <a:pt x="1549605" y="89519"/>
                </a:lnTo>
                <a:cubicBezTo>
                  <a:pt x="1550899" y="86138"/>
                  <a:pt x="1552701" y="83054"/>
                  <a:pt x="1555011" y="80267"/>
                </a:cubicBezTo>
                <a:cubicBezTo>
                  <a:pt x="1557320" y="77479"/>
                  <a:pt x="1560016" y="75136"/>
                  <a:pt x="1563098" y="73236"/>
                </a:cubicBezTo>
                <a:cubicBezTo>
                  <a:pt x="1566180" y="71337"/>
                  <a:pt x="1569486" y="69981"/>
                  <a:pt x="1573014" y="69170"/>
                </a:cubicBezTo>
                <a:cubicBezTo>
                  <a:pt x="1576541" y="68358"/>
                  <a:pt x="1580107" y="68134"/>
                  <a:pt x="1583708" y="68496"/>
                </a:cubicBezTo>
                <a:cubicBezTo>
                  <a:pt x="1587311" y="68859"/>
                  <a:pt x="1590759" y="69789"/>
                  <a:pt x="1594055" y="71288"/>
                </a:cubicBezTo>
                <a:cubicBezTo>
                  <a:pt x="1597351" y="72786"/>
                  <a:pt x="1600319" y="74773"/>
                  <a:pt x="1602961" y="77248"/>
                </a:cubicBezTo>
                <a:cubicBezTo>
                  <a:pt x="1605601" y="79724"/>
                  <a:pt x="1607776" y="82558"/>
                  <a:pt x="1609485" y="85750"/>
                </a:cubicBezTo>
                <a:cubicBezTo>
                  <a:pt x="1611193" y="88942"/>
                  <a:pt x="1612345" y="92323"/>
                  <a:pt x="1612939" y="95894"/>
                </a:cubicBezTo>
                <a:lnTo>
                  <a:pt x="1564515" y="576979"/>
                </a:lnTo>
                <a:cubicBezTo>
                  <a:pt x="1572588" y="579611"/>
                  <a:pt x="1580383" y="582904"/>
                  <a:pt x="1587895" y="586859"/>
                </a:cubicBezTo>
                <a:cubicBezTo>
                  <a:pt x="1595410" y="590814"/>
                  <a:pt x="1602538" y="595374"/>
                  <a:pt x="1609277" y="600539"/>
                </a:cubicBezTo>
                <a:cubicBezTo>
                  <a:pt x="1616018" y="605704"/>
                  <a:pt x="1622275" y="611400"/>
                  <a:pt x="1628048" y="617627"/>
                </a:cubicBezTo>
                <a:cubicBezTo>
                  <a:pt x="1633821" y="623854"/>
                  <a:pt x="1639027" y="630523"/>
                  <a:pt x="1643669" y="637634"/>
                </a:cubicBezTo>
                <a:cubicBezTo>
                  <a:pt x="1648310" y="644745"/>
                  <a:pt x="1652319" y="652196"/>
                  <a:pt x="1655696" y="659987"/>
                </a:cubicBezTo>
                <a:cubicBezTo>
                  <a:pt x="1659071" y="667779"/>
                  <a:pt x="1661767" y="675799"/>
                  <a:pt x="1663782" y="684048"/>
                </a:cubicBezTo>
                <a:cubicBezTo>
                  <a:pt x="1665796" y="692297"/>
                  <a:pt x="1667101" y="700656"/>
                  <a:pt x="1667698" y="709127"/>
                </a:cubicBezTo>
                <a:cubicBezTo>
                  <a:pt x="1668294" y="717598"/>
                  <a:pt x="1668171" y="726058"/>
                  <a:pt x="1667331" y="734508"/>
                </a:cubicBezTo>
                <a:cubicBezTo>
                  <a:pt x="1666360" y="745585"/>
                  <a:pt x="1664165" y="756413"/>
                  <a:pt x="1660745" y="766993"/>
                </a:cubicBezTo>
                <a:lnTo>
                  <a:pt x="1781181" y="779116"/>
                </a:lnTo>
                <a:cubicBezTo>
                  <a:pt x="1785342" y="779525"/>
                  <a:pt x="1789283" y="780682"/>
                  <a:pt x="1793004" y="782589"/>
                </a:cubicBezTo>
                <a:cubicBezTo>
                  <a:pt x="1796724" y="784497"/>
                  <a:pt x="1799965" y="787020"/>
                  <a:pt x="1802726" y="790159"/>
                </a:cubicBezTo>
                <a:cubicBezTo>
                  <a:pt x="1805487" y="793299"/>
                  <a:pt x="1807575" y="796835"/>
                  <a:pt x="1808990" y="800769"/>
                </a:cubicBezTo>
                <a:cubicBezTo>
                  <a:pt x="1810407" y="804703"/>
                  <a:pt x="1811052" y="808759"/>
                  <a:pt x="1810925" y="812938"/>
                </a:cubicBezTo>
                <a:close/>
                <a:moveTo>
                  <a:pt x="1517904" y="944546"/>
                </a:moveTo>
                <a:lnTo>
                  <a:pt x="810388" y="873330"/>
                </a:lnTo>
                <a:cubicBezTo>
                  <a:pt x="808030" y="872480"/>
                  <a:pt x="805605" y="871906"/>
                  <a:pt x="803117" y="871609"/>
                </a:cubicBezTo>
                <a:cubicBezTo>
                  <a:pt x="800627" y="871312"/>
                  <a:pt x="798136" y="871299"/>
                  <a:pt x="795644" y="871569"/>
                </a:cubicBezTo>
                <a:cubicBezTo>
                  <a:pt x="793152" y="871840"/>
                  <a:pt x="790722" y="872388"/>
                  <a:pt x="788355" y="873213"/>
                </a:cubicBezTo>
                <a:cubicBezTo>
                  <a:pt x="785988" y="874037"/>
                  <a:pt x="783743" y="875118"/>
                  <a:pt x="781622" y="876454"/>
                </a:cubicBezTo>
                <a:cubicBezTo>
                  <a:pt x="779501" y="877791"/>
                  <a:pt x="777557" y="879349"/>
                  <a:pt x="775793" y="881129"/>
                </a:cubicBezTo>
                <a:cubicBezTo>
                  <a:pt x="774027" y="882908"/>
                  <a:pt x="772485" y="884864"/>
                  <a:pt x="771164" y="886995"/>
                </a:cubicBezTo>
                <a:cubicBezTo>
                  <a:pt x="769844" y="889127"/>
                  <a:pt x="768781" y="891379"/>
                  <a:pt x="767975" y="893753"/>
                </a:cubicBezTo>
                <a:cubicBezTo>
                  <a:pt x="767169" y="896127"/>
                  <a:pt x="766640" y="898561"/>
                  <a:pt x="766390" y="901055"/>
                </a:cubicBezTo>
                <a:cubicBezTo>
                  <a:pt x="766139" y="903550"/>
                  <a:pt x="766172" y="906040"/>
                  <a:pt x="766488" y="908527"/>
                </a:cubicBezTo>
                <a:cubicBezTo>
                  <a:pt x="766804" y="911014"/>
                  <a:pt x="767398" y="913433"/>
                  <a:pt x="768266" y="915785"/>
                </a:cubicBezTo>
                <a:cubicBezTo>
                  <a:pt x="769134" y="918136"/>
                  <a:pt x="770257" y="920360"/>
                  <a:pt x="771632" y="922456"/>
                </a:cubicBezTo>
                <a:cubicBezTo>
                  <a:pt x="773009" y="924552"/>
                  <a:pt x="774602" y="926466"/>
                  <a:pt x="776413" y="928198"/>
                </a:cubicBezTo>
                <a:cubicBezTo>
                  <a:pt x="778225" y="929930"/>
                  <a:pt x="780210" y="931437"/>
                  <a:pt x="782365" y="932717"/>
                </a:cubicBezTo>
                <a:cubicBezTo>
                  <a:pt x="784521" y="933997"/>
                  <a:pt x="786792" y="935018"/>
                  <a:pt x="789181" y="935780"/>
                </a:cubicBezTo>
                <a:cubicBezTo>
                  <a:pt x="791569" y="936542"/>
                  <a:pt x="794012" y="937025"/>
                  <a:pt x="796511" y="937230"/>
                </a:cubicBezTo>
                <a:cubicBezTo>
                  <a:pt x="799010" y="937435"/>
                  <a:pt x="801500" y="937356"/>
                  <a:pt x="803980" y="936993"/>
                </a:cubicBezTo>
                <a:lnTo>
                  <a:pt x="1510182" y="1008077"/>
                </a:lnTo>
                <a:cubicBezTo>
                  <a:pt x="1513821" y="1007545"/>
                  <a:pt x="1517272" y="1006436"/>
                  <a:pt x="1520538" y="1004750"/>
                </a:cubicBezTo>
                <a:cubicBezTo>
                  <a:pt x="1523805" y="1003064"/>
                  <a:pt x="1526708" y="1000892"/>
                  <a:pt x="1529249" y="998235"/>
                </a:cubicBezTo>
                <a:cubicBezTo>
                  <a:pt x="1531789" y="995578"/>
                  <a:pt x="1533829" y="992579"/>
                  <a:pt x="1535367" y="989241"/>
                </a:cubicBezTo>
                <a:cubicBezTo>
                  <a:pt x="1536905" y="985902"/>
                  <a:pt x="1537857" y="982403"/>
                  <a:pt x="1538225" y="978746"/>
                </a:cubicBezTo>
                <a:cubicBezTo>
                  <a:pt x="1538593" y="975088"/>
                  <a:pt x="1538357" y="971470"/>
                  <a:pt x="1537515" y="967892"/>
                </a:cubicBezTo>
                <a:cubicBezTo>
                  <a:pt x="1536674" y="964313"/>
                  <a:pt x="1535272" y="960969"/>
                  <a:pt x="1533313" y="957859"/>
                </a:cubicBezTo>
                <a:cubicBezTo>
                  <a:pt x="1531353" y="954749"/>
                  <a:pt x="1528941" y="952042"/>
                  <a:pt x="1526076" y="949739"/>
                </a:cubicBezTo>
                <a:cubicBezTo>
                  <a:pt x="1523211" y="947435"/>
                  <a:pt x="1520050" y="945660"/>
                  <a:pt x="1516591" y="944414"/>
                </a:cubicBezTo>
                <a:lnTo>
                  <a:pt x="1517904" y="944546"/>
                </a:lnTo>
                <a:close/>
                <a:moveTo>
                  <a:pt x="628565" y="888177"/>
                </a:moveTo>
                <a:cubicBezTo>
                  <a:pt x="629003" y="883825"/>
                  <a:pt x="628591" y="879555"/>
                  <a:pt x="627331" y="875367"/>
                </a:cubicBezTo>
                <a:cubicBezTo>
                  <a:pt x="626070" y="871179"/>
                  <a:pt x="624056" y="867392"/>
                  <a:pt x="621289" y="864005"/>
                </a:cubicBezTo>
                <a:cubicBezTo>
                  <a:pt x="618522" y="860618"/>
                  <a:pt x="615212" y="857890"/>
                  <a:pt x="611358" y="855820"/>
                </a:cubicBezTo>
                <a:cubicBezTo>
                  <a:pt x="607506" y="853750"/>
                  <a:pt x="603403" y="852496"/>
                  <a:pt x="599052" y="852058"/>
                </a:cubicBezTo>
                <a:lnTo>
                  <a:pt x="557047" y="847830"/>
                </a:lnTo>
                <a:cubicBezTo>
                  <a:pt x="553410" y="848362"/>
                  <a:pt x="549959" y="849471"/>
                  <a:pt x="546692" y="851157"/>
                </a:cubicBezTo>
                <a:cubicBezTo>
                  <a:pt x="543424" y="852843"/>
                  <a:pt x="540522" y="855015"/>
                  <a:pt x="537981" y="857672"/>
                </a:cubicBezTo>
                <a:cubicBezTo>
                  <a:pt x="535440" y="860329"/>
                  <a:pt x="533402" y="863327"/>
                  <a:pt x="531864" y="866666"/>
                </a:cubicBezTo>
                <a:cubicBezTo>
                  <a:pt x="530326" y="870005"/>
                  <a:pt x="529374" y="873503"/>
                  <a:pt x="529005" y="877161"/>
                </a:cubicBezTo>
                <a:cubicBezTo>
                  <a:pt x="528638" y="880818"/>
                  <a:pt x="528873" y="884437"/>
                  <a:pt x="529715" y="888015"/>
                </a:cubicBezTo>
                <a:cubicBezTo>
                  <a:pt x="530557" y="891593"/>
                  <a:pt x="531957" y="894938"/>
                  <a:pt x="533918" y="898048"/>
                </a:cubicBezTo>
                <a:cubicBezTo>
                  <a:pt x="535877" y="901158"/>
                  <a:pt x="538290" y="903865"/>
                  <a:pt x="541155" y="906168"/>
                </a:cubicBezTo>
                <a:cubicBezTo>
                  <a:pt x="544020" y="908472"/>
                  <a:pt x="547181" y="910247"/>
                  <a:pt x="550639" y="911493"/>
                </a:cubicBezTo>
                <a:lnTo>
                  <a:pt x="591658" y="915622"/>
                </a:lnTo>
                <a:cubicBezTo>
                  <a:pt x="595854" y="915919"/>
                  <a:pt x="599954" y="915432"/>
                  <a:pt x="603963" y="914161"/>
                </a:cubicBezTo>
                <a:cubicBezTo>
                  <a:pt x="607971" y="912889"/>
                  <a:pt x="611603" y="910923"/>
                  <a:pt x="614860" y="908262"/>
                </a:cubicBezTo>
                <a:cubicBezTo>
                  <a:pt x="618116" y="905602"/>
                  <a:pt x="620767" y="902434"/>
                  <a:pt x="622812" y="898760"/>
                </a:cubicBezTo>
                <a:cubicBezTo>
                  <a:pt x="624856" y="895086"/>
                  <a:pt x="626151" y="891164"/>
                  <a:pt x="626695" y="886994"/>
                </a:cubicBezTo>
                <a:lnTo>
                  <a:pt x="628565" y="888177"/>
                </a:lnTo>
                <a:close/>
                <a:moveTo>
                  <a:pt x="373255" y="862478"/>
                </a:moveTo>
                <a:cubicBezTo>
                  <a:pt x="373693" y="858127"/>
                  <a:pt x="373283" y="853857"/>
                  <a:pt x="372021" y="849669"/>
                </a:cubicBezTo>
                <a:cubicBezTo>
                  <a:pt x="370760" y="845481"/>
                  <a:pt x="368746" y="841693"/>
                  <a:pt x="365979" y="838306"/>
                </a:cubicBezTo>
                <a:cubicBezTo>
                  <a:pt x="363212" y="834920"/>
                  <a:pt x="359902" y="832191"/>
                  <a:pt x="356050" y="830121"/>
                </a:cubicBezTo>
                <a:cubicBezTo>
                  <a:pt x="352196" y="828051"/>
                  <a:pt x="348093" y="826797"/>
                  <a:pt x="343742" y="826359"/>
                </a:cubicBezTo>
                <a:lnTo>
                  <a:pt x="301738" y="822131"/>
                </a:lnTo>
                <a:cubicBezTo>
                  <a:pt x="299379" y="821281"/>
                  <a:pt x="296956" y="820707"/>
                  <a:pt x="294466" y="820410"/>
                </a:cubicBezTo>
                <a:cubicBezTo>
                  <a:pt x="291978" y="820113"/>
                  <a:pt x="289486" y="820100"/>
                  <a:pt x="286993" y="820370"/>
                </a:cubicBezTo>
                <a:cubicBezTo>
                  <a:pt x="284502" y="820641"/>
                  <a:pt x="282073" y="821189"/>
                  <a:pt x="279705" y="822014"/>
                </a:cubicBezTo>
                <a:cubicBezTo>
                  <a:pt x="277338" y="822838"/>
                  <a:pt x="275093" y="823919"/>
                  <a:pt x="272972" y="825256"/>
                </a:cubicBezTo>
                <a:cubicBezTo>
                  <a:pt x="270852" y="826592"/>
                  <a:pt x="268908" y="828150"/>
                  <a:pt x="267142" y="829930"/>
                </a:cubicBezTo>
                <a:cubicBezTo>
                  <a:pt x="265376" y="831709"/>
                  <a:pt x="263834" y="833665"/>
                  <a:pt x="262514" y="835797"/>
                </a:cubicBezTo>
                <a:cubicBezTo>
                  <a:pt x="261195" y="837928"/>
                  <a:pt x="260131" y="840180"/>
                  <a:pt x="259325" y="842554"/>
                </a:cubicBezTo>
                <a:cubicBezTo>
                  <a:pt x="258519" y="844928"/>
                  <a:pt x="257990" y="847362"/>
                  <a:pt x="257739" y="849856"/>
                </a:cubicBezTo>
                <a:cubicBezTo>
                  <a:pt x="257488" y="852351"/>
                  <a:pt x="257522" y="854841"/>
                  <a:pt x="257839" y="857328"/>
                </a:cubicBezTo>
                <a:cubicBezTo>
                  <a:pt x="258155" y="859815"/>
                  <a:pt x="258749" y="862234"/>
                  <a:pt x="259617" y="864586"/>
                </a:cubicBezTo>
                <a:cubicBezTo>
                  <a:pt x="260485" y="866937"/>
                  <a:pt x="261607" y="869161"/>
                  <a:pt x="262982" y="871257"/>
                </a:cubicBezTo>
                <a:cubicBezTo>
                  <a:pt x="264358" y="873353"/>
                  <a:pt x="265951" y="875267"/>
                  <a:pt x="267764" y="876999"/>
                </a:cubicBezTo>
                <a:cubicBezTo>
                  <a:pt x="269576" y="878732"/>
                  <a:pt x="271560" y="880238"/>
                  <a:pt x="273715" y="881518"/>
                </a:cubicBezTo>
                <a:cubicBezTo>
                  <a:pt x="275870" y="882798"/>
                  <a:pt x="278143" y="883819"/>
                  <a:pt x="280530" y="884581"/>
                </a:cubicBezTo>
                <a:cubicBezTo>
                  <a:pt x="282919" y="885343"/>
                  <a:pt x="285362" y="885826"/>
                  <a:pt x="287861" y="886031"/>
                </a:cubicBezTo>
                <a:cubicBezTo>
                  <a:pt x="290359" y="886236"/>
                  <a:pt x="292849" y="886157"/>
                  <a:pt x="295329" y="885794"/>
                </a:cubicBezTo>
                <a:lnTo>
                  <a:pt x="336677" y="889956"/>
                </a:lnTo>
                <a:cubicBezTo>
                  <a:pt x="340847" y="890210"/>
                  <a:pt x="344918" y="889690"/>
                  <a:pt x="348890" y="888397"/>
                </a:cubicBezTo>
                <a:cubicBezTo>
                  <a:pt x="352862" y="887104"/>
                  <a:pt x="356459" y="885127"/>
                  <a:pt x="359680" y="882467"/>
                </a:cubicBezTo>
                <a:cubicBezTo>
                  <a:pt x="362902" y="879807"/>
                  <a:pt x="365523" y="876649"/>
                  <a:pt x="367543" y="872993"/>
                </a:cubicBezTo>
                <a:cubicBezTo>
                  <a:pt x="369565" y="869337"/>
                  <a:pt x="370846" y="865438"/>
                  <a:pt x="371385" y="861296"/>
                </a:cubicBezTo>
                <a:lnTo>
                  <a:pt x="373255" y="862478"/>
                </a:lnTo>
                <a:close/>
                <a:moveTo>
                  <a:pt x="1330441" y="1305228"/>
                </a:moveTo>
                <a:lnTo>
                  <a:pt x="1556872" y="1328020"/>
                </a:lnTo>
                <a:lnTo>
                  <a:pt x="1569028" y="1207257"/>
                </a:lnTo>
                <a:lnTo>
                  <a:pt x="1342597" y="1184465"/>
                </a:lnTo>
                <a:lnTo>
                  <a:pt x="1330441" y="1305228"/>
                </a:lnTo>
                <a:close/>
                <a:moveTo>
                  <a:pt x="186142" y="1190047"/>
                </a:moveTo>
                <a:lnTo>
                  <a:pt x="411589" y="1212740"/>
                </a:lnTo>
                <a:lnTo>
                  <a:pt x="423745" y="1091977"/>
                </a:lnTo>
                <a:lnTo>
                  <a:pt x="197314" y="1069185"/>
                </a:lnTo>
                <a:lnTo>
                  <a:pt x="186142" y="1190047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878409" y="1378336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2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2"/>
                  <a:pt x="43101" y="37837"/>
                </a:cubicBezTo>
                <a:cubicBezTo>
                  <a:pt x="44948" y="35292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1785933" y="1721915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4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1785048" y="1536561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4" y="38991"/>
                  <a:pt x="7439" y="41254"/>
                  <a:pt x="9984" y="43101"/>
                </a:cubicBezTo>
                <a:cubicBezTo>
                  <a:pt x="12528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2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1760192" y="1234273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1603488" y="1678216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5" y="47702"/>
                  <a:pt x="24527" y="47821"/>
                  <a:pt x="27632" y="47328"/>
                </a:cubicBezTo>
                <a:cubicBezTo>
                  <a:pt x="30738" y="46834"/>
                  <a:pt x="33630" y="45765"/>
                  <a:pt x="36310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4" y="17083"/>
                  <a:pt x="45766" y="14191"/>
                  <a:pt x="44121" y="11511"/>
                </a:cubicBezTo>
                <a:cubicBezTo>
                  <a:pt x="42477" y="8830"/>
                  <a:pt x="40382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4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4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1549874" y="1183898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1409056" y="1706935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6" y="47702"/>
                  <a:pt x="24527" y="47821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2"/>
                  <a:pt x="46238" y="32491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4"/>
                  <a:pt x="6568" y="7439"/>
                  <a:pt x="4721" y="9983"/>
                </a:cubicBezTo>
                <a:cubicBezTo>
                  <a:pt x="2874" y="12529"/>
                  <a:pt x="1584" y="15329"/>
                  <a:pt x="852" y="18387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1355502" y="1212364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1270723" y="1451768"/>
            <a:ext cx="48400" cy="48353"/>
          </a:xfrm>
          <a:custGeom>
            <a:avLst/>
            <a:gdLst/>
            <a:rect l="0" t="0" r="48400" b="48353"/>
            <a:pathLst>
              <a:path w="48400" h="48353" fill="norm" stroke="0">
                <a:moveTo>
                  <a:pt x="18388" y="47423"/>
                </a:moveTo>
                <a:cubicBezTo>
                  <a:pt x="21486" y="48200"/>
                  <a:pt x="24614" y="48353"/>
                  <a:pt x="27772" y="47880"/>
                </a:cubicBezTo>
                <a:cubicBezTo>
                  <a:pt x="30931" y="47406"/>
                  <a:pt x="33877" y="46345"/>
                  <a:pt x="36612" y="44695"/>
                </a:cubicBezTo>
                <a:cubicBezTo>
                  <a:pt x="39346" y="43044"/>
                  <a:pt x="41658" y="40932"/>
                  <a:pt x="43548" y="38357"/>
                </a:cubicBezTo>
                <a:cubicBezTo>
                  <a:pt x="45438" y="35782"/>
                  <a:pt x="46760" y="32943"/>
                  <a:pt x="47516" y="29840"/>
                </a:cubicBezTo>
                <a:cubicBezTo>
                  <a:pt x="48271" y="26736"/>
                  <a:pt x="48400" y="23607"/>
                  <a:pt x="47905" y="20452"/>
                </a:cubicBezTo>
                <a:cubicBezTo>
                  <a:pt x="47409" y="17297"/>
                  <a:pt x="46326" y="14358"/>
                  <a:pt x="44656" y="11636"/>
                </a:cubicBezTo>
                <a:cubicBezTo>
                  <a:pt x="42986" y="8913"/>
                  <a:pt x="40857" y="6617"/>
                  <a:pt x="38268" y="4745"/>
                </a:cubicBezTo>
                <a:cubicBezTo>
                  <a:pt x="35680" y="2874"/>
                  <a:pt x="32832" y="1573"/>
                  <a:pt x="29723" y="839"/>
                </a:cubicBezTo>
                <a:cubicBezTo>
                  <a:pt x="26614" y="107"/>
                  <a:pt x="23484" y="0"/>
                  <a:pt x="20333" y="518"/>
                </a:cubicBezTo>
                <a:cubicBezTo>
                  <a:pt x="17181" y="1036"/>
                  <a:pt x="14251" y="2140"/>
                  <a:pt x="11540" y="3830"/>
                </a:cubicBezTo>
                <a:cubicBezTo>
                  <a:pt x="8830" y="5520"/>
                  <a:pt x="6549" y="7665"/>
                  <a:pt x="4696" y="10268"/>
                </a:cubicBezTo>
                <a:cubicBezTo>
                  <a:pt x="2844" y="12869"/>
                  <a:pt x="1562" y="15727"/>
                  <a:pt x="852" y="18841"/>
                </a:cubicBezTo>
                <a:cubicBezTo>
                  <a:pt x="119" y="21899"/>
                  <a:pt x="0" y="24980"/>
                  <a:pt x="493" y="28085"/>
                </a:cubicBezTo>
                <a:cubicBezTo>
                  <a:pt x="987" y="31190"/>
                  <a:pt x="2056" y="34083"/>
                  <a:pt x="3700" y="36764"/>
                </a:cubicBezTo>
                <a:cubicBezTo>
                  <a:pt x="5345" y="39443"/>
                  <a:pt x="7439" y="41707"/>
                  <a:pt x="9984" y="43554"/>
                </a:cubicBezTo>
                <a:cubicBezTo>
                  <a:pt x="12529" y="45401"/>
                  <a:pt x="15330" y="46690"/>
                  <a:pt x="18388" y="4742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198798" y="1656305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3"/>
                </a:moveTo>
                <a:cubicBezTo>
                  <a:pt x="26376" y="120"/>
                  <a:pt x="23295" y="0"/>
                  <a:pt x="20189" y="494"/>
                </a:cubicBezTo>
                <a:cubicBezTo>
                  <a:pt x="17084" y="988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3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5"/>
                  <a:pt x="9984" y="43101"/>
                </a:cubicBezTo>
                <a:cubicBezTo>
                  <a:pt x="12529" y="44948"/>
                  <a:pt x="15330" y="46238"/>
                  <a:pt x="18388" y="46971"/>
                </a:cubicBezTo>
                <a:cubicBezTo>
                  <a:pt x="21446" y="47703"/>
                  <a:pt x="24527" y="47822"/>
                  <a:pt x="27632" y="47329"/>
                </a:cubicBezTo>
                <a:cubicBezTo>
                  <a:pt x="30738" y="46835"/>
                  <a:pt x="33631" y="45766"/>
                  <a:pt x="36311" y="44122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5"/>
                </a:cubicBezTo>
                <a:cubicBezTo>
                  <a:pt x="47702" y="26377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2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1170746" y="1235362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726186" y="662634"/>
            <a:ext cx="1653231" cy="1653109"/>
          </a:xfrm>
          <a:custGeom>
            <a:avLst/>
            <a:gdLst/>
            <a:rect l="0" t="0" r="1653231" b="1653109"/>
            <a:pathLst>
              <a:path w="1653231" h="1653109" fill="norm" stroke="0">
                <a:moveTo>
                  <a:pt x="1614661" y="668348"/>
                </a:moveTo>
                <a:cubicBezTo>
                  <a:pt x="1616418" y="669309"/>
                  <a:pt x="1618261" y="670057"/>
                  <a:pt x="1620190" y="670592"/>
                </a:cubicBezTo>
                <a:cubicBezTo>
                  <a:pt x="1622119" y="671128"/>
                  <a:pt x="1624084" y="671438"/>
                  <a:pt x="1626085" y="671520"/>
                </a:cubicBezTo>
                <a:cubicBezTo>
                  <a:pt x="1628086" y="671603"/>
                  <a:pt x="1630069" y="671457"/>
                  <a:pt x="1632036" y="671083"/>
                </a:cubicBezTo>
                <a:cubicBezTo>
                  <a:pt x="1634003" y="670709"/>
                  <a:pt x="1635902" y="670116"/>
                  <a:pt x="1637732" y="669303"/>
                </a:cubicBezTo>
                <a:cubicBezTo>
                  <a:pt x="1639562" y="668491"/>
                  <a:pt x="1641276" y="667482"/>
                  <a:pt x="1642873" y="666274"/>
                </a:cubicBezTo>
                <a:cubicBezTo>
                  <a:pt x="1644471" y="665067"/>
                  <a:pt x="1645910" y="663694"/>
                  <a:pt x="1647191" y="662155"/>
                </a:cubicBezTo>
                <a:cubicBezTo>
                  <a:pt x="1648472" y="660616"/>
                  <a:pt x="1649561" y="658952"/>
                  <a:pt x="1650458" y="657161"/>
                </a:cubicBezTo>
                <a:cubicBezTo>
                  <a:pt x="1651355" y="655372"/>
                  <a:pt x="1652037" y="653503"/>
                  <a:pt x="1652503" y="651556"/>
                </a:cubicBezTo>
                <a:cubicBezTo>
                  <a:pt x="1652970" y="649608"/>
                  <a:pt x="1653208" y="647634"/>
                  <a:pt x="1653219" y="645632"/>
                </a:cubicBezTo>
                <a:cubicBezTo>
                  <a:pt x="1653231" y="643630"/>
                  <a:pt x="1653014" y="641652"/>
                  <a:pt x="1652569" y="639700"/>
                </a:cubicBezTo>
                <a:cubicBezTo>
                  <a:pt x="1652125" y="637748"/>
                  <a:pt x="1651464" y="635872"/>
                  <a:pt x="1650586" y="634072"/>
                </a:cubicBezTo>
                <a:cubicBezTo>
                  <a:pt x="1649709" y="632272"/>
                  <a:pt x="1648639" y="630596"/>
                  <a:pt x="1647375" y="629042"/>
                </a:cubicBezTo>
                <a:cubicBezTo>
                  <a:pt x="1646112" y="627489"/>
                  <a:pt x="1644688" y="626100"/>
                  <a:pt x="1643104" y="624875"/>
                </a:cubicBezTo>
                <a:cubicBezTo>
                  <a:pt x="1641520" y="623650"/>
                  <a:pt x="1639818" y="622622"/>
                  <a:pt x="1637997" y="621789"/>
                </a:cubicBezTo>
                <a:cubicBezTo>
                  <a:pt x="1636176" y="620957"/>
                  <a:pt x="1634284" y="620342"/>
                  <a:pt x="1632321" y="619946"/>
                </a:cubicBezTo>
                <a:cubicBezTo>
                  <a:pt x="1630358" y="619550"/>
                  <a:pt x="1628376" y="619382"/>
                  <a:pt x="1626375" y="619442"/>
                </a:cubicBezTo>
                <a:lnTo>
                  <a:pt x="1483460" y="585212"/>
                </a:lnTo>
                <a:lnTo>
                  <a:pt x="1522971" y="420250"/>
                </a:lnTo>
                <a:cubicBezTo>
                  <a:pt x="1523776" y="416890"/>
                  <a:pt x="1523907" y="413503"/>
                  <a:pt x="1523365" y="410091"/>
                </a:cubicBezTo>
                <a:cubicBezTo>
                  <a:pt x="1522822" y="406679"/>
                  <a:pt x="1521648" y="403500"/>
                  <a:pt x="1519841" y="400555"/>
                </a:cubicBezTo>
                <a:cubicBezTo>
                  <a:pt x="1518034" y="397610"/>
                  <a:pt x="1515732" y="395122"/>
                  <a:pt x="1512936" y="393093"/>
                </a:cubicBezTo>
                <a:cubicBezTo>
                  <a:pt x="1510139" y="391064"/>
                  <a:pt x="1507061" y="389646"/>
                  <a:pt x="1503701" y="388841"/>
                </a:cubicBezTo>
                <a:lnTo>
                  <a:pt x="1339500" y="349512"/>
                </a:lnTo>
                <a:lnTo>
                  <a:pt x="1373549" y="207357"/>
                </a:lnTo>
                <a:cubicBezTo>
                  <a:pt x="1374702" y="205610"/>
                  <a:pt x="1375631" y="203750"/>
                  <a:pt x="1376336" y="201779"/>
                </a:cubicBezTo>
                <a:cubicBezTo>
                  <a:pt x="1377040" y="199808"/>
                  <a:pt x="1377501" y="197782"/>
                  <a:pt x="1377717" y="195699"/>
                </a:cubicBezTo>
                <a:cubicBezTo>
                  <a:pt x="1377934" y="193617"/>
                  <a:pt x="1377899" y="191539"/>
                  <a:pt x="1377615" y="189465"/>
                </a:cubicBezTo>
                <a:cubicBezTo>
                  <a:pt x="1377330" y="187391"/>
                  <a:pt x="1376803" y="185380"/>
                  <a:pt x="1376034" y="183433"/>
                </a:cubicBezTo>
                <a:cubicBezTo>
                  <a:pt x="1375265" y="181487"/>
                  <a:pt x="1374276" y="179659"/>
                  <a:pt x="1373066" y="177950"/>
                </a:cubicBezTo>
                <a:cubicBezTo>
                  <a:pt x="1371856" y="176241"/>
                  <a:pt x="1370461" y="174701"/>
                  <a:pt x="1368880" y="173329"/>
                </a:cubicBezTo>
                <a:cubicBezTo>
                  <a:pt x="1367299" y="171957"/>
                  <a:pt x="1365578" y="170792"/>
                  <a:pt x="1363716" y="169835"/>
                </a:cubicBezTo>
                <a:cubicBezTo>
                  <a:pt x="1361854" y="168877"/>
                  <a:pt x="1359906" y="168155"/>
                  <a:pt x="1357870" y="167667"/>
                </a:cubicBezTo>
                <a:cubicBezTo>
                  <a:pt x="1355834" y="167180"/>
                  <a:pt x="1353769" y="166941"/>
                  <a:pt x="1351676" y="166951"/>
                </a:cubicBezTo>
                <a:cubicBezTo>
                  <a:pt x="1349583" y="166961"/>
                  <a:pt x="1347520" y="167219"/>
                  <a:pt x="1345489" y="167726"/>
                </a:cubicBezTo>
                <a:cubicBezTo>
                  <a:pt x="1343458" y="168233"/>
                  <a:pt x="1341516" y="168974"/>
                  <a:pt x="1339664" y="169949"/>
                </a:cubicBezTo>
                <a:cubicBezTo>
                  <a:pt x="1337811" y="170924"/>
                  <a:pt x="1336101" y="172106"/>
                  <a:pt x="1334534" y="173493"/>
                </a:cubicBezTo>
                <a:cubicBezTo>
                  <a:pt x="1332966" y="174880"/>
                  <a:pt x="1331585" y="176434"/>
                  <a:pt x="1330392" y="178154"/>
                </a:cubicBezTo>
                <a:cubicBezTo>
                  <a:pt x="1329198" y="179874"/>
                  <a:pt x="1328227" y="181711"/>
                  <a:pt x="1327476" y="183666"/>
                </a:cubicBezTo>
                <a:cubicBezTo>
                  <a:pt x="1326726" y="185620"/>
                  <a:pt x="1326218" y="187635"/>
                  <a:pt x="1325953" y="189712"/>
                </a:cubicBezTo>
                <a:cubicBezTo>
                  <a:pt x="1325689" y="191788"/>
                  <a:pt x="1325674" y="193866"/>
                  <a:pt x="1325910" y="195947"/>
                </a:cubicBezTo>
                <a:lnTo>
                  <a:pt x="1291680" y="338862"/>
                </a:lnTo>
                <a:lnTo>
                  <a:pt x="1164981" y="308515"/>
                </a:lnTo>
                <a:lnTo>
                  <a:pt x="1199212" y="165600"/>
                </a:lnTo>
                <a:cubicBezTo>
                  <a:pt x="1200017" y="162240"/>
                  <a:pt x="1200148" y="158854"/>
                  <a:pt x="1199606" y="155441"/>
                </a:cubicBezTo>
                <a:cubicBezTo>
                  <a:pt x="1199064" y="152029"/>
                  <a:pt x="1197889" y="148850"/>
                  <a:pt x="1196082" y="145905"/>
                </a:cubicBezTo>
                <a:cubicBezTo>
                  <a:pt x="1194275" y="142959"/>
                  <a:pt x="1191974" y="140472"/>
                  <a:pt x="1189177" y="138443"/>
                </a:cubicBezTo>
                <a:cubicBezTo>
                  <a:pt x="1186381" y="136413"/>
                  <a:pt x="1183302" y="134996"/>
                  <a:pt x="1179942" y="134191"/>
                </a:cubicBezTo>
                <a:cubicBezTo>
                  <a:pt x="1176582" y="133386"/>
                  <a:pt x="1173195" y="133255"/>
                  <a:pt x="1169783" y="133797"/>
                </a:cubicBezTo>
                <a:cubicBezTo>
                  <a:pt x="1166371" y="134340"/>
                  <a:pt x="1163192" y="135514"/>
                  <a:pt x="1160246" y="137321"/>
                </a:cubicBezTo>
                <a:cubicBezTo>
                  <a:pt x="1157301" y="139128"/>
                  <a:pt x="1154814" y="141430"/>
                  <a:pt x="1152785" y="144227"/>
                </a:cubicBezTo>
                <a:cubicBezTo>
                  <a:pt x="1150755" y="147023"/>
                  <a:pt x="1149338" y="150102"/>
                  <a:pt x="1148533" y="153462"/>
                </a:cubicBezTo>
                <a:lnTo>
                  <a:pt x="1114302" y="296377"/>
                </a:lnTo>
                <a:lnTo>
                  <a:pt x="987604" y="266030"/>
                </a:lnTo>
                <a:lnTo>
                  <a:pt x="1021835" y="123115"/>
                </a:lnTo>
                <a:cubicBezTo>
                  <a:pt x="1022640" y="119755"/>
                  <a:pt x="1022771" y="116368"/>
                  <a:pt x="1022229" y="112956"/>
                </a:cubicBezTo>
                <a:cubicBezTo>
                  <a:pt x="1021687" y="109544"/>
                  <a:pt x="1020512" y="106365"/>
                  <a:pt x="1018705" y="103419"/>
                </a:cubicBezTo>
                <a:cubicBezTo>
                  <a:pt x="1016898" y="100474"/>
                  <a:pt x="1014596" y="97987"/>
                  <a:pt x="1011800" y="95958"/>
                </a:cubicBezTo>
                <a:cubicBezTo>
                  <a:pt x="1009003" y="93928"/>
                  <a:pt x="1005925" y="92511"/>
                  <a:pt x="1002565" y="91706"/>
                </a:cubicBezTo>
                <a:cubicBezTo>
                  <a:pt x="999205" y="90901"/>
                  <a:pt x="995818" y="90770"/>
                  <a:pt x="992406" y="91312"/>
                </a:cubicBezTo>
                <a:cubicBezTo>
                  <a:pt x="988993" y="91855"/>
                  <a:pt x="985814" y="93029"/>
                  <a:pt x="982869" y="94836"/>
                </a:cubicBezTo>
                <a:cubicBezTo>
                  <a:pt x="979924" y="96643"/>
                  <a:pt x="977437" y="98945"/>
                  <a:pt x="975407" y="101741"/>
                </a:cubicBezTo>
                <a:cubicBezTo>
                  <a:pt x="973378" y="104538"/>
                  <a:pt x="971961" y="107616"/>
                  <a:pt x="971156" y="110976"/>
                </a:cubicBezTo>
                <a:lnTo>
                  <a:pt x="936925" y="253891"/>
                </a:lnTo>
                <a:lnTo>
                  <a:pt x="810227" y="223545"/>
                </a:lnTo>
                <a:lnTo>
                  <a:pt x="844458" y="80630"/>
                </a:lnTo>
                <a:cubicBezTo>
                  <a:pt x="845419" y="78873"/>
                  <a:pt x="846167" y="77030"/>
                  <a:pt x="846703" y="75101"/>
                </a:cubicBezTo>
                <a:cubicBezTo>
                  <a:pt x="847238" y="73172"/>
                  <a:pt x="847548" y="71207"/>
                  <a:pt x="847631" y="69206"/>
                </a:cubicBezTo>
                <a:cubicBezTo>
                  <a:pt x="847714" y="67205"/>
                  <a:pt x="847568" y="65222"/>
                  <a:pt x="847193" y="63255"/>
                </a:cubicBezTo>
                <a:cubicBezTo>
                  <a:pt x="846819" y="61288"/>
                  <a:pt x="846226" y="59389"/>
                  <a:pt x="845414" y="57559"/>
                </a:cubicBezTo>
                <a:cubicBezTo>
                  <a:pt x="844601" y="55729"/>
                  <a:pt x="843592" y="54015"/>
                  <a:pt x="842385" y="52418"/>
                </a:cubicBezTo>
                <a:cubicBezTo>
                  <a:pt x="841177" y="50820"/>
                  <a:pt x="839804" y="49381"/>
                  <a:pt x="838265" y="48100"/>
                </a:cubicBezTo>
                <a:cubicBezTo>
                  <a:pt x="836726" y="46820"/>
                  <a:pt x="835062" y="45731"/>
                  <a:pt x="833272" y="44833"/>
                </a:cubicBezTo>
                <a:cubicBezTo>
                  <a:pt x="831482" y="43936"/>
                  <a:pt x="829613" y="43255"/>
                  <a:pt x="827666" y="42788"/>
                </a:cubicBezTo>
                <a:cubicBezTo>
                  <a:pt x="825719" y="42321"/>
                  <a:pt x="823744" y="42083"/>
                  <a:pt x="821742" y="42072"/>
                </a:cubicBezTo>
                <a:cubicBezTo>
                  <a:pt x="819740" y="42060"/>
                  <a:pt x="817762" y="42277"/>
                  <a:pt x="815810" y="42722"/>
                </a:cubicBezTo>
                <a:cubicBezTo>
                  <a:pt x="813858" y="43166"/>
                  <a:pt x="811982" y="43828"/>
                  <a:pt x="810182" y="44705"/>
                </a:cubicBezTo>
                <a:cubicBezTo>
                  <a:pt x="808382" y="45582"/>
                  <a:pt x="806705" y="46652"/>
                  <a:pt x="805152" y="47916"/>
                </a:cubicBezTo>
                <a:cubicBezTo>
                  <a:pt x="803599" y="49179"/>
                  <a:pt x="802210" y="50603"/>
                  <a:pt x="800985" y="52188"/>
                </a:cubicBezTo>
                <a:cubicBezTo>
                  <a:pt x="799760" y="53771"/>
                  <a:pt x="798732" y="55473"/>
                  <a:pt x="797899" y="57294"/>
                </a:cubicBezTo>
                <a:cubicBezTo>
                  <a:pt x="797067" y="59116"/>
                  <a:pt x="796452" y="61007"/>
                  <a:pt x="796056" y="62970"/>
                </a:cubicBezTo>
                <a:cubicBezTo>
                  <a:pt x="795660" y="64932"/>
                  <a:pt x="795492" y="66915"/>
                  <a:pt x="795552" y="68916"/>
                </a:cubicBezTo>
                <a:lnTo>
                  <a:pt x="761321" y="211831"/>
                </a:lnTo>
                <a:lnTo>
                  <a:pt x="634623" y="181485"/>
                </a:lnTo>
                <a:lnTo>
                  <a:pt x="668854" y="38570"/>
                </a:lnTo>
                <a:cubicBezTo>
                  <a:pt x="669815" y="36812"/>
                  <a:pt x="670563" y="34970"/>
                  <a:pt x="671099" y="33041"/>
                </a:cubicBezTo>
                <a:cubicBezTo>
                  <a:pt x="671635" y="31111"/>
                  <a:pt x="671944" y="29146"/>
                  <a:pt x="672027" y="27146"/>
                </a:cubicBezTo>
                <a:cubicBezTo>
                  <a:pt x="672110" y="25145"/>
                  <a:pt x="671964" y="23161"/>
                  <a:pt x="671590" y="21195"/>
                </a:cubicBezTo>
                <a:cubicBezTo>
                  <a:pt x="671215" y="19228"/>
                  <a:pt x="670622" y="17329"/>
                  <a:pt x="669810" y="15499"/>
                </a:cubicBezTo>
                <a:cubicBezTo>
                  <a:pt x="668998" y="13669"/>
                  <a:pt x="667988" y="11955"/>
                  <a:pt x="666781" y="10358"/>
                </a:cubicBezTo>
                <a:cubicBezTo>
                  <a:pt x="665574" y="8760"/>
                  <a:pt x="664201" y="7320"/>
                  <a:pt x="662662" y="6040"/>
                </a:cubicBezTo>
                <a:cubicBezTo>
                  <a:pt x="661123" y="4759"/>
                  <a:pt x="659458" y="3670"/>
                  <a:pt x="657668" y="2773"/>
                </a:cubicBezTo>
                <a:cubicBezTo>
                  <a:pt x="655878" y="1876"/>
                  <a:pt x="654010" y="1194"/>
                  <a:pt x="652063" y="728"/>
                </a:cubicBezTo>
                <a:cubicBezTo>
                  <a:pt x="650115" y="261"/>
                  <a:pt x="648141" y="22"/>
                  <a:pt x="646138" y="12"/>
                </a:cubicBezTo>
                <a:cubicBezTo>
                  <a:pt x="644136" y="0"/>
                  <a:pt x="642159" y="217"/>
                  <a:pt x="640207" y="661"/>
                </a:cubicBezTo>
                <a:cubicBezTo>
                  <a:pt x="638254" y="1106"/>
                  <a:pt x="636378" y="1767"/>
                  <a:pt x="634578" y="2644"/>
                </a:cubicBezTo>
                <a:cubicBezTo>
                  <a:pt x="632778" y="3521"/>
                  <a:pt x="631102" y="4592"/>
                  <a:pt x="629549" y="5855"/>
                </a:cubicBezTo>
                <a:cubicBezTo>
                  <a:pt x="627996" y="7119"/>
                  <a:pt x="626607" y="8543"/>
                  <a:pt x="625382" y="10127"/>
                </a:cubicBezTo>
                <a:cubicBezTo>
                  <a:pt x="624157" y="11711"/>
                  <a:pt x="623128" y="13413"/>
                  <a:pt x="622296" y="15234"/>
                </a:cubicBezTo>
                <a:cubicBezTo>
                  <a:pt x="621463" y="17055"/>
                  <a:pt x="620849" y="18947"/>
                  <a:pt x="620452" y="20910"/>
                </a:cubicBezTo>
                <a:cubicBezTo>
                  <a:pt x="620056" y="22872"/>
                  <a:pt x="619888" y="24854"/>
                  <a:pt x="619949" y="26856"/>
                </a:cubicBezTo>
                <a:lnTo>
                  <a:pt x="585718" y="169771"/>
                </a:lnTo>
                <a:lnTo>
                  <a:pt x="420250" y="130139"/>
                </a:lnTo>
                <a:cubicBezTo>
                  <a:pt x="416890" y="129333"/>
                  <a:pt x="413504" y="129202"/>
                  <a:pt x="410091" y="129745"/>
                </a:cubicBezTo>
                <a:cubicBezTo>
                  <a:pt x="406679" y="130287"/>
                  <a:pt x="403500" y="131462"/>
                  <a:pt x="400555" y="133269"/>
                </a:cubicBezTo>
                <a:cubicBezTo>
                  <a:pt x="397610" y="135075"/>
                  <a:pt x="395122" y="137377"/>
                  <a:pt x="393093" y="140174"/>
                </a:cubicBezTo>
                <a:cubicBezTo>
                  <a:pt x="391063" y="142970"/>
                  <a:pt x="389646" y="146048"/>
                  <a:pt x="388841" y="149409"/>
                </a:cubicBezTo>
                <a:lnTo>
                  <a:pt x="349330" y="314369"/>
                </a:lnTo>
                <a:lnTo>
                  <a:pt x="207175" y="280321"/>
                </a:lnTo>
                <a:cubicBezTo>
                  <a:pt x="205418" y="279360"/>
                  <a:pt x="203575" y="278612"/>
                  <a:pt x="201646" y="278076"/>
                </a:cubicBezTo>
                <a:cubicBezTo>
                  <a:pt x="199717" y="277540"/>
                  <a:pt x="197752" y="277230"/>
                  <a:pt x="195751" y="277147"/>
                </a:cubicBezTo>
                <a:cubicBezTo>
                  <a:pt x="193751" y="277064"/>
                  <a:pt x="191767" y="277210"/>
                  <a:pt x="189800" y="277585"/>
                </a:cubicBezTo>
                <a:cubicBezTo>
                  <a:pt x="187833" y="277960"/>
                  <a:pt x="185935" y="278553"/>
                  <a:pt x="184104" y="279365"/>
                </a:cubicBezTo>
                <a:cubicBezTo>
                  <a:pt x="182274" y="280177"/>
                  <a:pt x="180560" y="281187"/>
                  <a:pt x="178963" y="282394"/>
                </a:cubicBezTo>
                <a:cubicBezTo>
                  <a:pt x="177365" y="283601"/>
                  <a:pt x="175926" y="284974"/>
                  <a:pt x="174645" y="286513"/>
                </a:cubicBezTo>
                <a:cubicBezTo>
                  <a:pt x="173365" y="288052"/>
                  <a:pt x="172276" y="289716"/>
                  <a:pt x="171378" y="291506"/>
                </a:cubicBezTo>
                <a:cubicBezTo>
                  <a:pt x="170481" y="293297"/>
                  <a:pt x="169799" y="295165"/>
                  <a:pt x="169333" y="297112"/>
                </a:cubicBezTo>
                <a:cubicBezTo>
                  <a:pt x="168867" y="299059"/>
                  <a:pt x="168628" y="301034"/>
                  <a:pt x="168617" y="303037"/>
                </a:cubicBezTo>
                <a:cubicBezTo>
                  <a:pt x="168606" y="305039"/>
                  <a:pt x="168822" y="307016"/>
                  <a:pt x="169267" y="308968"/>
                </a:cubicBezTo>
                <a:cubicBezTo>
                  <a:pt x="169712" y="310921"/>
                  <a:pt x="170373" y="312796"/>
                  <a:pt x="171250" y="314596"/>
                </a:cubicBezTo>
                <a:cubicBezTo>
                  <a:pt x="172127" y="316396"/>
                  <a:pt x="173197" y="318073"/>
                  <a:pt x="174461" y="319626"/>
                </a:cubicBezTo>
                <a:cubicBezTo>
                  <a:pt x="175725" y="321179"/>
                  <a:pt x="177148" y="322568"/>
                  <a:pt x="178732" y="323793"/>
                </a:cubicBezTo>
                <a:cubicBezTo>
                  <a:pt x="180316" y="325018"/>
                  <a:pt x="182019" y="326047"/>
                  <a:pt x="183840" y="326879"/>
                </a:cubicBezTo>
                <a:cubicBezTo>
                  <a:pt x="185661" y="327712"/>
                  <a:pt x="187552" y="328326"/>
                  <a:pt x="189515" y="328723"/>
                </a:cubicBezTo>
                <a:cubicBezTo>
                  <a:pt x="191478" y="329119"/>
                  <a:pt x="193460" y="329287"/>
                  <a:pt x="195461" y="329226"/>
                </a:cubicBezTo>
                <a:lnTo>
                  <a:pt x="338376" y="363457"/>
                </a:lnTo>
                <a:lnTo>
                  <a:pt x="308030" y="490155"/>
                </a:lnTo>
                <a:lnTo>
                  <a:pt x="165114" y="455924"/>
                </a:lnTo>
                <a:cubicBezTo>
                  <a:pt x="163358" y="454921"/>
                  <a:pt x="161510" y="454134"/>
                  <a:pt x="159570" y="453561"/>
                </a:cubicBezTo>
                <a:cubicBezTo>
                  <a:pt x="157631" y="452988"/>
                  <a:pt x="155651" y="452646"/>
                  <a:pt x="153631" y="452534"/>
                </a:cubicBezTo>
                <a:cubicBezTo>
                  <a:pt x="151612" y="452423"/>
                  <a:pt x="149607" y="452544"/>
                  <a:pt x="147615" y="452899"/>
                </a:cubicBezTo>
                <a:cubicBezTo>
                  <a:pt x="145624" y="453255"/>
                  <a:pt x="143701" y="453834"/>
                  <a:pt x="141844" y="454637"/>
                </a:cubicBezTo>
                <a:cubicBezTo>
                  <a:pt x="139988" y="455440"/>
                  <a:pt x="138249" y="456447"/>
                  <a:pt x="136627" y="457655"/>
                </a:cubicBezTo>
                <a:cubicBezTo>
                  <a:pt x="135005" y="458863"/>
                  <a:pt x="133544" y="460242"/>
                  <a:pt x="132243" y="461790"/>
                </a:cubicBezTo>
                <a:cubicBezTo>
                  <a:pt x="130942" y="463338"/>
                  <a:pt x="129836" y="465016"/>
                  <a:pt x="128926" y="466822"/>
                </a:cubicBezTo>
                <a:cubicBezTo>
                  <a:pt x="128015" y="468628"/>
                  <a:pt x="127324" y="470515"/>
                  <a:pt x="126853" y="472481"/>
                </a:cubicBezTo>
                <a:cubicBezTo>
                  <a:pt x="126382" y="474449"/>
                  <a:pt x="126143" y="476443"/>
                  <a:pt x="126137" y="478465"/>
                </a:cubicBezTo>
                <a:cubicBezTo>
                  <a:pt x="126130" y="480489"/>
                  <a:pt x="126356" y="482485"/>
                  <a:pt x="126814" y="484454"/>
                </a:cubicBezTo>
                <a:cubicBezTo>
                  <a:pt x="127272" y="486425"/>
                  <a:pt x="127951" y="488315"/>
                  <a:pt x="128849" y="490127"/>
                </a:cubicBezTo>
                <a:cubicBezTo>
                  <a:pt x="129748" y="491939"/>
                  <a:pt x="130843" y="493623"/>
                  <a:pt x="132134" y="495181"/>
                </a:cubicBezTo>
                <a:cubicBezTo>
                  <a:pt x="133424" y="496738"/>
                  <a:pt x="134877" y="498125"/>
                  <a:pt x="136491" y="499345"/>
                </a:cubicBezTo>
                <a:cubicBezTo>
                  <a:pt x="138105" y="500563"/>
                  <a:pt x="139838" y="501580"/>
                  <a:pt x="141688" y="502396"/>
                </a:cubicBezTo>
                <a:cubicBezTo>
                  <a:pt x="143539" y="503211"/>
                  <a:pt x="145459" y="503803"/>
                  <a:pt x="147448" y="504172"/>
                </a:cubicBezTo>
                <a:cubicBezTo>
                  <a:pt x="149437" y="504540"/>
                  <a:pt x="151441" y="504675"/>
                  <a:pt x="153461" y="504576"/>
                </a:cubicBezTo>
                <a:lnTo>
                  <a:pt x="296377" y="538807"/>
                </a:lnTo>
                <a:lnTo>
                  <a:pt x="266030" y="665505"/>
                </a:lnTo>
                <a:lnTo>
                  <a:pt x="123115" y="631274"/>
                </a:lnTo>
                <a:cubicBezTo>
                  <a:pt x="119755" y="630469"/>
                  <a:pt x="116368" y="630338"/>
                  <a:pt x="112956" y="630880"/>
                </a:cubicBezTo>
                <a:cubicBezTo>
                  <a:pt x="109543" y="631423"/>
                  <a:pt x="106364" y="632597"/>
                  <a:pt x="103419" y="634405"/>
                </a:cubicBezTo>
                <a:cubicBezTo>
                  <a:pt x="100474" y="636212"/>
                  <a:pt x="97987" y="638513"/>
                  <a:pt x="95957" y="641310"/>
                </a:cubicBezTo>
                <a:cubicBezTo>
                  <a:pt x="93928" y="644106"/>
                  <a:pt x="92511" y="647185"/>
                  <a:pt x="91706" y="650545"/>
                </a:cubicBezTo>
                <a:cubicBezTo>
                  <a:pt x="90901" y="653905"/>
                  <a:pt x="90770" y="657291"/>
                  <a:pt x="91312" y="660703"/>
                </a:cubicBezTo>
                <a:cubicBezTo>
                  <a:pt x="91854" y="664116"/>
                  <a:pt x="93029" y="667295"/>
                  <a:pt x="94836" y="670240"/>
                </a:cubicBezTo>
                <a:cubicBezTo>
                  <a:pt x="96643" y="673185"/>
                  <a:pt x="98945" y="675673"/>
                  <a:pt x="101741" y="677702"/>
                </a:cubicBezTo>
                <a:cubicBezTo>
                  <a:pt x="104538" y="679731"/>
                  <a:pt x="107616" y="681148"/>
                  <a:pt x="110976" y="681954"/>
                </a:cubicBezTo>
                <a:lnTo>
                  <a:pt x="253892" y="716184"/>
                </a:lnTo>
                <a:lnTo>
                  <a:pt x="223545" y="842883"/>
                </a:lnTo>
                <a:lnTo>
                  <a:pt x="80630" y="808651"/>
                </a:lnTo>
                <a:cubicBezTo>
                  <a:pt x="78873" y="807691"/>
                  <a:pt x="77030" y="806942"/>
                  <a:pt x="75101" y="806407"/>
                </a:cubicBezTo>
                <a:cubicBezTo>
                  <a:pt x="73171" y="805871"/>
                  <a:pt x="71207" y="805562"/>
                  <a:pt x="69206" y="805479"/>
                </a:cubicBezTo>
                <a:cubicBezTo>
                  <a:pt x="67205" y="805396"/>
                  <a:pt x="65222" y="805542"/>
                  <a:pt x="63255" y="805916"/>
                </a:cubicBezTo>
                <a:cubicBezTo>
                  <a:pt x="61288" y="806290"/>
                  <a:pt x="59389" y="806883"/>
                  <a:pt x="57559" y="807696"/>
                </a:cubicBezTo>
                <a:cubicBezTo>
                  <a:pt x="55729" y="808508"/>
                  <a:pt x="54015" y="809517"/>
                  <a:pt x="52418" y="810725"/>
                </a:cubicBezTo>
                <a:cubicBezTo>
                  <a:pt x="50820" y="811932"/>
                  <a:pt x="49381" y="813305"/>
                  <a:pt x="48100" y="814844"/>
                </a:cubicBezTo>
                <a:cubicBezTo>
                  <a:pt x="46819" y="816383"/>
                  <a:pt x="45730" y="818048"/>
                  <a:pt x="44833" y="819838"/>
                </a:cubicBezTo>
                <a:cubicBezTo>
                  <a:pt x="43936" y="821627"/>
                  <a:pt x="43254" y="823496"/>
                  <a:pt x="42788" y="825443"/>
                </a:cubicBezTo>
                <a:cubicBezTo>
                  <a:pt x="42321" y="827391"/>
                  <a:pt x="42083" y="829365"/>
                  <a:pt x="42071" y="831367"/>
                </a:cubicBezTo>
                <a:cubicBezTo>
                  <a:pt x="42060" y="833369"/>
                  <a:pt x="42277" y="835347"/>
                  <a:pt x="42722" y="837299"/>
                </a:cubicBezTo>
                <a:cubicBezTo>
                  <a:pt x="43166" y="839251"/>
                  <a:pt x="43827" y="841128"/>
                  <a:pt x="44704" y="842928"/>
                </a:cubicBezTo>
                <a:cubicBezTo>
                  <a:pt x="45582" y="844728"/>
                  <a:pt x="46652" y="846404"/>
                  <a:pt x="47916" y="847957"/>
                </a:cubicBezTo>
                <a:cubicBezTo>
                  <a:pt x="49179" y="849510"/>
                  <a:pt x="50603" y="850899"/>
                  <a:pt x="52187" y="852124"/>
                </a:cubicBezTo>
                <a:cubicBezTo>
                  <a:pt x="53771" y="853349"/>
                  <a:pt x="55473" y="854377"/>
                  <a:pt x="57294" y="855210"/>
                </a:cubicBezTo>
                <a:cubicBezTo>
                  <a:pt x="59115" y="856042"/>
                  <a:pt x="61007" y="856657"/>
                  <a:pt x="62970" y="857053"/>
                </a:cubicBezTo>
                <a:cubicBezTo>
                  <a:pt x="64932" y="857450"/>
                  <a:pt x="66914" y="857617"/>
                  <a:pt x="68916" y="857557"/>
                </a:cubicBezTo>
                <a:lnTo>
                  <a:pt x="211831" y="891788"/>
                </a:lnTo>
                <a:lnTo>
                  <a:pt x="181485" y="1018486"/>
                </a:lnTo>
                <a:lnTo>
                  <a:pt x="38569" y="984255"/>
                </a:lnTo>
                <a:cubicBezTo>
                  <a:pt x="36812" y="983294"/>
                  <a:pt x="34970" y="982546"/>
                  <a:pt x="33040" y="982010"/>
                </a:cubicBezTo>
                <a:cubicBezTo>
                  <a:pt x="31111" y="981474"/>
                  <a:pt x="29146" y="981165"/>
                  <a:pt x="27146" y="981082"/>
                </a:cubicBezTo>
                <a:cubicBezTo>
                  <a:pt x="25145" y="980999"/>
                  <a:pt x="23161" y="981145"/>
                  <a:pt x="21194" y="981519"/>
                </a:cubicBezTo>
                <a:cubicBezTo>
                  <a:pt x="19227" y="981894"/>
                  <a:pt x="17329" y="982487"/>
                  <a:pt x="15499" y="983299"/>
                </a:cubicBezTo>
                <a:cubicBezTo>
                  <a:pt x="13668" y="984111"/>
                  <a:pt x="11955" y="985120"/>
                  <a:pt x="10357" y="986328"/>
                </a:cubicBezTo>
                <a:cubicBezTo>
                  <a:pt x="8760" y="987535"/>
                  <a:pt x="7321" y="988909"/>
                  <a:pt x="6040" y="990447"/>
                </a:cubicBezTo>
                <a:cubicBezTo>
                  <a:pt x="4759" y="991986"/>
                  <a:pt x="3670" y="993651"/>
                  <a:pt x="2773" y="995441"/>
                </a:cubicBezTo>
                <a:cubicBezTo>
                  <a:pt x="1876" y="997231"/>
                  <a:pt x="1194" y="999099"/>
                  <a:pt x="727" y="1001047"/>
                </a:cubicBezTo>
                <a:cubicBezTo>
                  <a:pt x="261" y="1002994"/>
                  <a:pt x="22" y="1004969"/>
                  <a:pt x="11" y="1006970"/>
                </a:cubicBezTo>
                <a:cubicBezTo>
                  <a:pt x="0" y="1008973"/>
                  <a:pt x="217" y="1010950"/>
                  <a:pt x="661" y="1012903"/>
                </a:cubicBezTo>
                <a:cubicBezTo>
                  <a:pt x="1106" y="1014854"/>
                  <a:pt x="1767" y="1016731"/>
                  <a:pt x="2644" y="1018531"/>
                </a:cubicBezTo>
                <a:cubicBezTo>
                  <a:pt x="3521" y="1020331"/>
                  <a:pt x="4592" y="1022007"/>
                  <a:pt x="5855" y="1023560"/>
                </a:cubicBezTo>
                <a:cubicBezTo>
                  <a:pt x="7119" y="1025113"/>
                  <a:pt x="8543" y="1026502"/>
                  <a:pt x="10127" y="1027727"/>
                </a:cubicBezTo>
                <a:cubicBezTo>
                  <a:pt x="11710" y="1028952"/>
                  <a:pt x="13413" y="1029981"/>
                  <a:pt x="15234" y="1030814"/>
                </a:cubicBezTo>
                <a:cubicBezTo>
                  <a:pt x="17055" y="1031646"/>
                  <a:pt x="18947" y="1032260"/>
                  <a:pt x="20909" y="1032656"/>
                </a:cubicBezTo>
                <a:cubicBezTo>
                  <a:pt x="22872" y="1033053"/>
                  <a:pt x="24854" y="1033221"/>
                  <a:pt x="26855" y="1033160"/>
                </a:cubicBezTo>
                <a:lnTo>
                  <a:pt x="169771" y="1067391"/>
                </a:lnTo>
                <a:lnTo>
                  <a:pt x="130260" y="1232353"/>
                </a:lnTo>
                <a:cubicBezTo>
                  <a:pt x="129455" y="1235712"/>
                  <a:pt x="129323" y="1239099"/>
                  <a:pt x="129866" y="1242511"/>
                </a:cubicBezTo>
                <a:cubicBezTo>
                  <a:pt x="130408" y="1245924"/>
                  <a:pt x="131583" y="1249103"/>
                  <a:pt x="133390" y="1252048"/>
                </a:cubicBezTo>
                <a:cubicBezTo>
                  <a:pt x="135197" y="1254993"/>
                  <a:pt x="137498" y="1257480"/>
                  <a:pt x="140295" y="1259509"/>
                </a:cubicBezTo>
                <a:cubicBezTo>
                  <a:pt x="143091" y="1261539"/>
                  <a:pt x="146170" y="1262956"/>
                  <a:pt x="149530" y="1263762"/>
                </a:cubicBezTo>
                <a:lnTo>
                  <a:pt x="314491" y="1303272"/>
                </a:lnTo>
                <a:lnTo>
                  <a:pt x="280321" y="1445934"/>
                </a:lnTo>
                <a:cubicBezTo>
                  <a:pt x="279360" y="1447691"/>
                  <a:pt x="278611" y="1449534"/>
                  <a:pt x="278076" y="1451463"/>
                </a:cubicBezTo>
                <a:cubicBezTo>
                  <a:pt x="277540" y="1453393"/>
                  <a:pt x="277230" y="1455358"/>
                  <a:pt x="277148" y="1457358"/>
                </a:cubicBezTo>
                <a:cubicBezTo>
                  <a:pt x="277065" y="1459359"/>
                  <a:pt x="277210" y="1461343"/>
                  <a:pt x="277585" y="1463309"/>
                </a:cubicBezTo>
                <a:cubicBezTo>
                  <a:pt x="277959" y="1465276"/>
                  <a:pt x="278553" y="1467175"/>
                  <a:pt x="279365" y="1469005"/>
                </a:cubicBezTo>
                <a:cubicBezTo>
                  <a:pt x="280177" y="1470835"/>
                  <a:pt x="281186" y="1472549"/>
                  <a:pt x="282394" y="1474146"/>
                </a:cubicBezTo>
                <a:cubicBezTo>
                  <a:pt x="283601" y="1475744"/>
                  <a:pt x="284974" y="1477183"/>
                  <a:pt x="286513" y="1478464"/>
                </a:cubicBezTo>
                <a:cubicBezTo>
                  <a:pt x="288052" y="1479745"/>
                  <a:pt x="289716" y="1480834"/>
                  <a:pt x="291506" y="1481730"/>
                </a:cubicBezTo>
                <a:cubicBezTo>
                  <a:pt x="293296" y="1482628"/>
                  <a:pt x="295165" y="1483309"/>
                  <a:pt x="297112" y="1483776"/>
                </a:cubicBezTo>
                <a:cubicBezTo>
                  <a:pt x="299059" y="1484243"/>
                  <a:pt x="301034" y="1484481"/>
                  <a:pt x="303036" y="1484492"/>
                </a:cubicBezTo>
                <a:cubicBezTo>
                  <a:pt x="305039" y="1484503"/>
                  <a:pt x="307016" y="1484287"/>
                  <a:pt x="308968" y="1483842"/>
                </a:cubicBezTo>
                <a:cubicBezTo>
                  <a:pt x="310920" y="1483398"/>
                  <a:pt x="312796" y="1482737"/>
                  <a:pt x="314596" y="1481859"/>
                </a:cubicBezTo>
                <a:cubicBezTo>
                  <a:pt x="316396" y="1480982"/>
                  <a:pt x="318073" y="1479912"/>
                  <a:pt x="319626" y="1478649"/>
                </a:cubicBezTo>
                <a:cubicBezTo>
                  <a:pt x="321179" y="1477385"/>
                  <a:pt x="322568" y="1475961"/>
                  <a:pt x="323793" y="1474377"/>
                </a:cubicBezTo>
                <a:cubicBezTo>
                  <a:pt x="325018" y="1472793"/>
                  <a:pt x="326047" y="1471091"/>
                  <a:pt x="326879" y="1469270"/>
                </a:cubicBezTo>
                <a:cubicBezTo>
                  <a:pt x="327712" y="1467448"/>
                  <a:pt x="328326" y="1465557"/>
                  <a:pt x="328722" y="1463594"/>
                </a:cubicBezTo>
                <a:cubicBezTo>
                  <a:pt x="329119" y="1461632"/>
                  <a:pt x="329287" y="1459650"/>
                  <a:pt x="329226" y="1457648"/>
                </a:cubicBezTo>
                <a:lnTo>
                  <a:pt x="363457" y="1314733"/>
                </a:lnTo>
                <a:lnTo>
                  <a:pt x="490155" y="1345079"/>
                </a:lnTo>
                <a:lnTo>
                  <a:pt x="455924" y="1487994"/>
                </a:lnTo>
                <a:cubicBezTo>
                  <a:pt x="454921" y="1489751"/>
                  <a:pt x="454133" y="1491599"/>
                  <a:pt x="453561" y="1493539"/>
                </a:cubicBezTo>
                <a:cubicBezTo>
                  <a:pt x="452988" y="1495478"/>
                  <a:pt x="452646" y="1497458"/>
                  <a:pt x="452534" y="1499477"/>
                </a:cubicBezTo>
                <a:cubicBezTo>
                  <a:pt x="452422" y="1501497"/>
                  <a:pt x="452544" y="1503503"/>
                  <a:pt x="452899" y="1505493"/>
                </a:cubicBezTo>
                <a:cubicBezTo>
                  <a:pt x="453255" y="1507485"/>
                  <a:pt x="453834" y="1509409"/>
                  <a:pt x="454637" y="1511264"/>
                </a:cubicBezTo>
                <a:cubicBezTo>
                  <a:pt x="455441" y="1513121"/>
                  <a:pt x="456446" y="1514860"/>
                  <a:pt x="457655" y="1516482"/>
                </a:cubicBezTo>
                <a:cubicBezTo>
                  <a:pt x="458863" y="1518104"/>
                  <a:pt x="460241" y="1519565"/>
                  <a:pt x="461790" y="1520867"/>
                </a:cubicBezTo>
                <a:cubicBezTo>
                  <a:pt x="463338" y="1522168"/>
                  <a:pt x="465016" y="1523273"/>
                  <a:pt x="466822" y="1524184"/>
                </a:cubicBezTo>
                <a:cubicBezTo>
                  <a:pt x="468628" y="1525095"/>
                  <a:pt x="470514" y="1525785"/>
                  <a:pt x="472481" y="1526256"/>
                </a:cubicBezTo>
                <a:cubicBezTo>
                  <a:pt x="474448" y="1526727"/>
                  <a:pt x="476443" y="1526966"/>
                  <a:pt x="478466" y="1526973"/>
                </a:cubicBezTo>
                <a:cubicBezTo>
                  <a:pt x="480488" y="1526979"/>
                  <a:pt x="482484" y="1526753"/>
                  <a:pt x="484454" y="1526295"/>
                </a:cubicBezTo>
                <a:cubicBezTo>
                  <a:pt x="486424" y="1525837"/>
                  <a:pt x="488315" y="1525159"/>
                  <a:pt x="490127" y="1524260"/>
                </a:cubicBezTo>
                <a:cubicBezTo>
                  <a:pt x="491939" y="1523361"/>
                  <a:pt x="493624" y="1522267"/>
                  <a:pt x="495181" y="1520975"/>
                </a:cubicBezTo>
                <a:cubicBezTo>
                  <a:pt x="496738" y="1519685"/>
                  <a:pt x="498126" y="1518232"/>
                  <a:pt x="499345" y="1516618"/>
                </a:cubicBezTo>
                <a:cubicBezTo>
                  <a:pt x="500563" y="1515004"/>
                  <a:pt x="501580" y="1513271"/>
                  <a:pt x="502396" y="1511421"/>
                </a:cubicBezTo>
                <a:cubicBezTo>
                  <a:pt x="503211" y="1509570"/>
                  <a:pt x="503803" y="1507650"/>
                  <a:pt x="504171" y="1505661"/>
                </a:cubicBezTo>
                <a:cubicBezTo>
                  <a:pt x="504540" y="1503673"/>
                  <a:pt x="504674" y="1501668"/>
                  <a:pt x="504576" y="1499648"/>
                </a:cubicBezTo>
                <a:lnTo>
                  <a:pt x="538807" y="1356733"/>
                </a:lnTo>
                <a:lnTo>
                  <a:pt x="665505" y="1387079"/>
                </a:lnTo>
                <a:lnTo>
                  <a:pt x="631274" y="1529994"/>
                </a:lnTo>
                <a:cubicBezTo>
                  <a:pt x="630469" y="1533354"/>
                  <a:pt x="630338" y="1536741"/>
                  <a:pt x="630880" y="1540153"/>
                </a:cubicBezTo>
                <a:cubicBezTo>
                  <a:pt x="631423" y="1543565"/>
                  <a:pt x="632597" y="1546744"/>
                  <a:pt x="634404" y="1549690"/>
                </a:cubicBezTo>
                <a:cubicBezTo>
                  <a:pt x="636211" y="1552635"/>
                  <a:pt x="638513" y="1555122"/>
                  <a:pt x="641309" y="1557151"/>
                </a:cubicBezTo>
                <a:cubicBezTo>
                  <a:pt x="644106" y="1559182"/>
                  <a:pt x="647184" y="1560599"/>
                  <a:pt x="650544" y="1561403"/>
                </a:cubicBezTo>
                <a:cubicBezTo>
                  <a:pt x="653905" y="1562209"/>
                  <a:pt x="657291" y="1562340"/>
                  <a:pt x="660703" y="1561797"/>
                </a:cubicBezTo>
                <a:cubicBezTo>
                  <a:pt x="664116" y="1561255"/>
                  <a:pt x="667295" y="1560080"/>
                  <a:pt x="670240" y="1558273"/>
                </a:cubicBezTo>
                <a:cubicBezTo>
                  <a:pt x="673185" y="1556466"/>
                  <a:pt x="675672" y="1554165"/>
                  <a:pt x="677702" y="1551368"/>
                </a:cubicBezTo>
                <a:cubicBezTo>
                  <a:pt x="679731" y="1548571"/>
                  <a:pt x="681148" y="1545493"/>
                  <a:pt x="681953" y="1542133"/>
                </a:cubicBezTo>
                <a:lnTo>
                  <a:pt x="716184" y="1399218"/>
                </a:lnTo>
                <a:lnTo>
                  <a:pt x="842882" y="1429565"/>
                </a:lnTo>
                <a:lnTo>
                  <a:pt x="808651" y="1572480"/>
                </a:lnTo>
                <a:cubicBezTo>
                  <a:pt x="807691" y="1574236"/>
                  <a:pt x="806942" y="1576080"/>
                  <a:pt x="806406" y="1578008"/>
                </a:cubicBezTo>
                <a:cubicBezTo>
                  <a:pt x="805871" y="1579938"/>
                  <a:pt x="805561" y="1581903"/>
                  <a:pt x="805478" y="1583903"/>
                </a:cubicBezTo>
                <a:cubicBezTo>
                  <a:pt x="805395" y="1585904"/>
                  <a:pt x="805541" y="1587888"/>
                  <a:pt x="805916" y="1589855"/>
                </a:cubicBezTo>
                <a:cubicBezTo>
                  <a:pt x="806290" y="1591821"/>
                  <a:pt x="806883" y="1593721"/>
                  <a:pt x="807696" y="1595551"/>
                </a:cubicBezTo>
                <a:cubicBezTo>
                  <a:pt x="808508" y="1597381"/>
                  <a:pt x="809517" y="1599095"/>
                  <a:pt x="810724" y="1600691"/>
                </a:cubicBezTo>
                <a:cubicBezTo>
                  <a:pt x="811932" y="1602289"/>
                  <a:pt x="813305" y="1603728"/>
                  <a:pt x="814844" y="1605009"/>
                </a:cubicBezTo>
                <a:cubicBezTo>
                  <a:pt x="816383" y="1606290"/>
                  <a:pt x="818047" y="1607379"/>
                  <a:pt x="819837" y="1608276"/>
                </a:cubicBezTo>
                <a:cubicBezTo>
                  <a:pt x="821627" y="1609173"/>
                  <a:pt x="823496" y="1609855"/>
                  <a:pt x="825443" y="1610322"/>
                </a:cubicBezTo>
                <a:cubicBezTo>
                  <a:pt x="827390" y="1610788"/>
                  <a:pt x="829365" y="1611026"/>
                  <a:pt x="831367" y="1611037"/>
                </a:cubicBezTo>
                <a:cubicBezTo>
                  <a:pt x="833369" y="1611049"/>
                  <a:pt x="835347" y="1610832"/>
                  <a:pt x="837299" y="1610388"/>
                </a:cubicBezTo>
                <a:cubicBezTo>
                  <a:pt x="839251" y="1609943"/>
                  <a:pt x="841127" y="1609282"/>
                  <a:pt x="842927" y="1608405"/>
                </a:cubicBezTo>
                <a:cubicBezTo>
                  <a:pt x="844727" y="1607527"/>
                  <a:pt x="846404" y="1606457"/>
                  <a:pt x="847957" y="1605193"/>
                </a:cubicBezTo>
                <a:cubicBezTo>
                  <a:pt x="849510" y="1603930"/>
                  <a:pt x="850899" y="1602506"/>
                  <a:pt x="852124" y="1600922"/>
                </a:cubicBezTo>
                <a:cubicBezTo>
                  <a:pt x="853349" y="1599338"/>
                  <a:pt x="854377" y="1597636"/>
                  <a:pt x="855210" y="1595815"/>
                </a:cubicBezTo>
                <a:cubicBezTo>
                  <a:pt x="856042" y="1593994"/>
                  <a:pt x="856657" y="1592102"/>
                  <a:pt x="857053" y="1590139"/>
                </a:cubicBezTo>
                <a:cubicBezTo>
                  <a:pt x="857449" y="1588177"/>
                  <a:pt x="857617" y="1586195"/>
                  <a:pt x="857557" y="1584193"/>
                </a:cubicBezTo>
                <a:lnTo>
                  <a:pt x="891788" y="1441278"/>
                </a:lnTo>
                <a:lnTo>
                  <a:pt x="1018486" y="1471625"/>
                </a:lnTo>
                <a:lnTo>
                  <a:pt x="984255" y="1614540"/>
                </a:lnTo>
                <a:cubicBezTo>
                  <a:pt x="983294" y="1616297"/>
                  <a:pt x="982546" y="1618140"/>
                  <a:pt x="982010" y="1620069"/>
                </a:cubicBezTo>
                <a:cubicBezTo>
                  <a:pt x="981474" y="1621998"/>
                  <a:pt x="981165" y="1623963"/>
                  <a:pt x="981082" y="1625964"/>
                </a:cubicBezTo>
                <a:cubicBezTo>
                  <a:pt x="980999" y="1627964"/>
                  <a:pt x="981145" y="1629948"/>
                  <a:pt x="981519" y="1631915"/>
                </a:cubicBezTo>
                <a:cubicBezTo>
                  <a:pt x="981894" y="1633882"/>
                  <a:pt x="982487" y="1635781"/>
                  <a:pt x="983299" y="1637611"/>
                </a:cubicBezTo>
                <a:cubicBezTo>
                  <a:pt x="984111" y="1639441"/>
                  <a:pt x="985121" y="1641155"/>
                  <a:pt x="986328" y="1642752"/>
                </a:cubicBezTo>
                <a:cubicBezTo>
                  <a:pt x="987535" y="1644349"/>
                  <a:pt x="988908" y="1645789"/>
                  <a:pt x="990447" y="1647069"/>
                </a:cubicBezTo>
                <a:cubicBezTo>
                  <a:pt x="991986" y="1648351"/>
                  <a:pt x="993651" y="1649440"/>
                  <a:pt x="995441" y="1650336"/>
                </a:cubicBezTo>
                <a:cubicBezTo>
                  <a:pt x="997231" y="1651233"/>
                  <a:pt x="999099" y="1651915"/>
                  <a:pt x="1001047" y="1652382"/>
                </a:cubicBezTo>
                <a:cubicBezTo>
                  <a:pt x="1002994" y="1652848"/>
                  <a:pt x="1004968" y="1653087"/>
                  <a:pt x="1006971" y="1653098"/>
                </a:cubicBezTo>
                <a:cubicBezTo>
                  <a:pt x="1008973" y="1653109"/>
                  <a:pt x="1010950" y="1652892"/>
                  <a:pt x="1012902" y="1652448"/>
                </a:cubicBezTo>
                <a:cubicBezTo>
                  <a:pt x="1014855" y="1652003"/>
                  <a:pt x="1016731" y="1651343"/>
                  <a:pt x="1018531" y="1650465"/>
                </a:cubicBezTo>
                <a:cubicBezTo>
                  <a:pt x="1020331" y="1649588"/>
                  <a:pt x="1022007" y="1648518"/>
                  <a:pt x="1023560" y="1647254"/>
                </a:cubicBezTo>
                <a:cubicBezTo>
                  <a:pt x="1025113" y="1645990"/>
                  <a:pt x="1026503" y="1644566"/>
                  <a:pt x="1027727" y="1642983"/>
                </a:cubicBezTo>
                <a:cubicBezTo>
                  <a:pt x="1028952" y="1641399"/>
                  <a:pt x="1029981" y="1639696"/>
                  <a:pt x="1030813" y="1637875"/>
                </a:cubicBezTo>
                <a:cubicBezTo>
                  <a:pt x="1031646" y="1636054"/>
                  <a:pt x="1032260" y="1634162"/>
                  <a:pt x="1032657" y="1632200"/>
                </a:cubicBezTo>
                <a:cubicBezTo>
                  <a:pt x="1033053" y="1630237"/>
                  <a:pt x="1033221" y="1628255"/>
                  <a:pt x="1033160" y="1626254"/>
                </a:cubicBezTo>
                <a:lnTo>
                  <a:pt x="1067391" y="1483338"/>
                </a:lnTo>
                <a:lnTo>
                  <a:pt x="1232352" y="1522850"/>
                </a:lnTo>
                <a:cubicBezTo>
                  <a:pt x="1235712" y="1523654"/>
                  <a:pt x="1239099" y="1523786"/>
                  <a:pt x="1242511" y="1523243"/>
                </a:cubicBezTo>
                <a:cubicBezTo>
                  <a:pt x="1245924" y="1522701"/>
                  <a:pt x="1249102" y="1521527"/>
                  <a:pt x="1252047" y="1519720"/>
                </a:cubicBezTo>
                <a:cubicBezTo>
                  <a:pt x="1254993" y="1517913"/>
                  <a:pt x="1257480" y="1515611"/>
                  <a:pt x="1259509" y="1512815"/>
                </a:cubicBezTo>
                <a:cubicBezTo>
                  <a:pt x="1261539" y="1510018"/>
                  <a:pt x="1262956" y="1506940"/>
                  <a:pt x="1263761" y="1503580"/>
                </a:cubicBezTo>
                <a:lnTo>
                  <a:pt x="1303090" y="1339379"/>
                </a:lnTo>
                <a:lnTo>
                  <a:pt x="1445752" y="1373549"/>
                </a:lnTo>
                <a:cubicBezTo>
                  <a:pt x="1447500" y="1374702"/>
                  <a:pt x="1449359" y="1375631"/>
                  <a:pt x="1451330" y="1376336"/>
                </a:cubicBezTo>
                <a:cubicBezTo>
                  <a:pt x="1453301" y="1377041"/>
                  <a:pt x="1455328" y="1377501"/>
                  <a:pt x="1457410" y="1377717"/>
                </a:cubicBezTo>
                <a:cubicBezTo>
                  <a:pt x="1459493" y="1377934"/>
                  <a:pt x="1461571" y="1377900"/>
                  <a:pt x="1463644" y="1377615"/>
                </a:cubicBezTo>
                <a:cubicBezTo>
                  <a:pt x="1465719" y="1377331"/>
                  <a:pt x="1467729" y="1376804"/>
                  <a:pt x="1469676" y="1376035"/>
                </a:cubicBezTo>
                <a:cubicBezTo>
                  <a:pt x="1471623" y="1375266"/>
                  <a:pt x="1473451" y="1374276"/>
                  <a:pt x="1475159" y="1373067"/>
                </a:cubicBezTo>
                <a:cubicBezTo>
                  <a:pt x="1476868" y="1371857"/>
                  <a:pt x="1478408" y="1370461"/>
                  <a:pt x="1479780" y="1368880"/>
                </a:cubicBezTo>
                <a:cubicBezTo>
                  <a:pt x="1481153" y="1367299"/>
                  <a:pt x="1482317" y="1365578"/>
                  <a:pt x="1483275" y="1363717"/>
                </a:cubicBezTo>
                <a:cubicBezTo>
                  <a:pt x="1484232" y="1361855"/>
                  <a:pt x="1484955" y="1359906"/>
                  <a:pt x="1485442" y="1357870"/>
                </a:cubicBezTo>
                <a:cubicBezTo>
                  <a:pt x="1485930" y="1355834"/>
                  <a:pt x="1486169" y="1353769"/>
                  <a:pt x="1486159" y="1351676"/>
                </a:cubicBezTo>
                <a:cubicBezTo>
                  <a:pt x="1486149" y="1349583"/>
                  <a:pt x="1485890" y="1347521"/>
                  <a:pt x="1485383" y="1345489"/>
                </a:cubicBezTo>
                <a:cubicBezTo>
                  <a:pt x="1484876" y="1343458"/>
                  <a:pt x="1484135" y="1341517"/>
                  <a:pt x="1483160" y="1339664"/>
                </a:cubicBezTo>
                <a:cubicBezTo>
                  <a:pt x="1482185" y="1337811"/>
                  <a:pt x="1481003" y="1336101"/>
                  <a:pt x="1479616" y="1334533"/>
                </a:cubicBezTo>
                <a:cubicBezTo>
                  <a:pt x="1478229" y="1332966"/>
                  <a:pt x="1476675" y="1331585"/>
                  <a:pt x="1474955" y="1330392"/>
                </a:cubicBezTo>
                <a:cubicBezTo>
                  <a:pt x="1473236" y="1329199"/>
                  <a:pt x="1471398" y="1328227"/>
                  <a:pt x="1469444" y="1327476"/>
                </a:cubicBezTo>
                <a:cubicBezTo>
                  <a:pt x="1467490" y="1326726"/>
                  <a:pt x="1465474" y="1326218"/>
                  <a:pt x="1463398" y="1325953"/>
                </a:cubicBezTo>
                <a:cubicBezTo>
                  <a:pt x="1461321" y="1325689"/>
                  <a:pt x="1459243" y="1325674"/>
                  <a:pt x="1457162" y="1325911"/>
                </a:cubicBezTo>
                <a:lnTo>
                  <a:pt x="1314247" y="1291679"/>
                </a:lnTo>
                <a:lnTo>
                  <a:pt x="1344594" y="1164982"/>
                </a:lnTo>
                <a:lnTo>
                  <a:pt x="1487509" y="1199213"/>
                </a:lnTo>
                <a:cubicBezTo>
                  <a:pt x="1490869" y="1200017"/>
                  <a:pt x="1494256" y="1200148"/>
                  <a:pt x="1497668" y="1199606"/>
                </a:cubicBezTo>
                <a:cubicBezTo>
                  <a:pt x="1501081" y="1199064"/>
                  <a:pt x="1504259" y="1197889"/>
                  <a:pt x="1507205" y="1196082"/>
                </a:cubicBezTo>
                <a:cubicBezTo>
                  <a:pt x="1510150" y="1194275"/>
                  <a:pt x="1512637" y="1191974"/>
                  <a:pt x="1514667" y="1189177"/>
                </a:cubicBezTo>
                <a:cubicBezTo>
                  <a:pt x="1516696" y="1186381"/>
                  <a:pt x="1518113" y="1183302"/>
                  <a:pt x="1518918" y="1179942"/>
                </a:cubicBezTo>
                <a:cubicBezTo>
                  <a:pt x="1519723" y="1176582"/>
                  <a:pt x="1519854" y="1173196"/>
                  <a:pt x="1519312" y="1169783"/>
                </a:cubicBezTo>
                <a:cubicBezTo>
                  <a:pt x="1518769" y="1166371"/>
                  <a:pt x="1517595" y="1163192"/>
                  <a:pt x="1515788" y="1160247"/>
                </a:cubicBezTo>
                <a:cubicBezTo>
                  <a:pt x="1513981" y="1157301"/>
                  <a:pt x="1511679" y="1154814"/>
                  <a:pt x="1508883" y="1152785"/>
                </a:cubicBezTo>
                <a:cubicBezTo>
                  <a:pt x="1506086" y="1150755"/>
                  <a:pt x="1503008" y="1149338"/>
                  <a:pt x="1499648" y="1148533"/>
                </a:cubicBezTo>
                <a:lnTo>
                  <a:pt x="1356732" y="1114303"/>
                </a:lnTo>
                <a:lnTo>
                  <a:pt x="1387079" y="987604"/>
                </a:lnTo>
                <a:lnTo>
                  <a:pt x="1529994" y="1021835"/>
                </a:lnTo>
                <a:cubicBezTo>
                  <a:pt x="1533355" y="1022640"/>
                  <a:pt x="1536741" y="1022772"/>
                  <a:pt x="1540153" y="1022229"/>
                </a:cubicBezTo>
                <a:cubicBezTo>
                  <a:pt x="1543566" y="1021686"/>
                  <a:pt x="1546745" y="1020512"/>
                  <a:pt x="1549690" y="1018705"/>
                </a:cubicBezTo>
                <a:cubicBezTo>
                  <a:pt x="1552635" y="1016898"/>
                  <a:pt x="1555122" y="1014596"/>
                  <a:pt x="1557152" y="1011800"/>
                </a:cubicBezTo>
                <a:cubicBezTo>
                  <a:pt x="1559181" y="1009004"/>
                  <a:pt x="1560598" y="1005925"/>
                  <a:pt x="1561403" y="1002565"/>
                </a:cubicBezTo>
                <a:cubicBezTo>
                  <a:pt x="1562208" y="999205"/>
                  <a:pt x="1562339" y="995818"/>
                  <a:pt x="1561797" y="992406"/>
                </a:cubicBezTo>
                <a:cubicBezTo>
                  <a:pt x="1561255" y="988993"/>
                  <a:pt x="1560080" y="985814"/>
                  <a:pt x="1558273" y="982869"/>
                </a:cubicBezTo>
                <a:cubicBezTo>
                  <a:pt x="1556466" y="979924"/>
                  <a:pt x="1554164" y="977437"/>
                  <a:pt x="1551368" y="975407"/>
                </a:cubicBezTo>
                <a:cubicBezTo>
                  <a:pt x="1548571" y="973378"/>
                  <a:pt x="1545493" y="971961"/>
                  <a:pt x="1542133" y="971156"/>
                </a:cubicBezTo>
                <a:lnTo>
                  <a:pt x="1399218" y="936925"/>
                </a:lnTo>
                <a:lnTo>
                  <a:pt x="1429564" y="810227"/>
                </a:lnTo>
                <a:lnTo>
                  <a:pt x="1572480" y="844458"/>
                </a:lnTo>
                <a:cubicBezTo>
                  <a:pt x="1574236" y="845419"/>
                  <a:pt x="1576079" y="846167"/>
                  <a:pt x="1578008" y="846703"/>
                </a:cubicBezTo>
                <a:cubicBezTo>
                  <a:pt x="1579938" y="847239"/>
                  <a:pt x="1581903" y="847548"/>
                  <a:pt x="1583903" y="847631"/>
                </a:cubicBezTo>
                <a:cubicBezTo>
                  <a:pt x="1585904" y="847714"/>
                  <a:pt x="1587887" y="847568"/>
                  <a:pt x="1589854" y="847193"/>
                </a:cubicBezTo>
                <a:cubicBezTo>
                  <a:pt x="1591821" y="846819"/>
                  <a:pt x="1593720" y="846226"/>
                  <a:pt x="1595550" y="845414"/>
                </a:cubicBezTo>
                <a:cubicBezTo>
                  <a:pt x="1597380" y="844602"/>
                  <a:pt x="1599094" y="843592"/>
                  <a:pt x="1600691" y="842385"/>
                </a:cubicBezTo>
                <a:cubicBezTo>
                  <a:pt x="1602289" y="841177"/>
                  <a:pt x="1603728" y="839805"/>
                  <a:pt x="1605009" y="838266"/>
                </a:cubicBezTo>
                <a:cubicBezTo>
                  <a:pt x="1606290" y="836726"/>
                  <a:pt x="1607379" y="835062"/>
                  <a:pt x="1608276" y="833272"/>
                </a:cubicBezTo>
                <a:cubicBezTo>
                  <a:pt x="1609173" y="831482"/>
                  <a:pt x="1609855" y="829614"/>
                  <a:pt x="1610321" y="827667"/>
                </a:cubicBezTo>
                <a:cubicBezTo>
                  <a:pt x="1610788" y="825719"/>
                  <a:pt x="1611026" y="823744"/>
                  <a:pt x="1611038" y="821742"/>
                </a:cubicBezTo>
                <a:cubicBezTo>
                  <a:pt x="1611049" y="819740"/>
                  <a:pt x="1610832" y="817762"/>
                  <a:pt x="1610387" y="815811"/>
                </a:cubicBezTo>
                <a:cubicBezTo>
                  <a:pt x="1609943" y="813858"/>
                  <a:pt x="1609282" y="811982"/>
                  <a:pt x="1608405" y="810182"/>
                </a:cubicBezTo>
                <a:cubicBezTo>
                  <a:pt x="1607527" y="808382"/>
                  <a:pt x="1606457" y="806706"/>
                  <a:pt x="1605193" y="805152"/>
                </a:cubicBezTo>
                <a:cubicBezTo>
                  <a:pt x="1603930" y="803599"/>
                  <a:pt x="1602506" y="802210"/>
                  <a:pt x="1600922" y="800985"/>
                </a:cubicBezTo>
                <a:cubicBezTo>
                  <a:pt x="1599338" y="799760"/>
                  <a:pt x="1597636" y="798732"/>
                  <a:pt x="1595815" y="797899"/>
                </a:cubicBezTo>
                <a:cubicBezTo>
                  <a:pt x="1593994" y="797067"/>
                  <a:pt x="1592102" y="796452"/>
                  <a:pt x="1590139" y="796056"/>
                </a:cubicBezTo>
                <a:cubicBezTo>
                  <a:pt x="1588177" y="795660"/>
                  <a:pt x="1586195" y="795492"/>
                  <a:pt x="1584193" y="795552"/>
                </a:cubicBezTo>
                <a:lnTo>
                  <a:pt x="1441278" y="761322"/>
                </a:lnTo>
                <a:lnTo>
                  <a:pt x="1471625" y="634623"/>
                </a:lnTo>
                <a:lnTo>
                  <a:pt x="1614661" y="668348"/>
                </a:lnTo>
                <a:close/>
                <a:moveTo>
                  <a:pt x="1207711" y="1025022"/>
                </a:moveTo>
                <a:lnTo>
                  <a:pt x="1138000" y="948040"/>
                </a:lnTo>
                <a:cubicBezTo>
                  <a:pt x="1134225" y="952259"/>
                  <a:pt x="1130022" y="955995"/>
                  <a:pt x="1125390" y="959249"/>
                </a:cubicBezTo>
                <a:cubicBezTo>
                  <a:pt x="1120757" y="962503"/>
                  <a:pt x="1115817" y="965191"/>
                  <a:pt x="1110568" y="967311"/>
                </a:cubicBezTo>
                <a:cubicBezTo>
                  <a:pt x="1105319" y="969432"/>
                  <a:pt x="1099899" y="970929"/>
                  <a:pt x="1094306" y="971806"/>
                </a:cubicBezTo>
                <a:cubicBezTo>
                  <a:pt x="1088713" y="972682"/>
                  <a:pt x="1083094" y="972913"/>
                  <a:pt x="1077448" y="972500"/>
                </a:cubicBezTo>
                <a:cubicBezTo>
                  <a:pt x="1071802" y="972086"/>
                  <a:pt x="1066277" y="971039"/>
                  <a:pt x="1060872" y="969358"/>
                </a:cubicBezTo>
                <a:cubicBezTo>
                  <a:pt x="1055466" y="967677"/>
                  <a:pt x="1050321" y="965405"/>
                  <a:pt x="1045437" y="962543"/>
                </a:cubicBezTo>
                <a:cubicBezTo>
                  <a:pt x="1040553" y="959680"/>
                  <a:pt x="1036057" y="956302"/>
                  <a:pt x="1031948" y="952409"/>
                </a:cubicBezTo>
                <a:cubicBezTo>
                  <a:pt x="1027839" y="948514"/>
                  <a:pt x="1024225" y="944206"/>
                  <a:pt x="1021105" y="939482"/>
                </a:cubicBezTo>
                <a:cubicBezTo>
                  <a:pt x="1017985" y="934758"/>
                  <a:pt x="1015441" y="929743"/>
                  <a:pt x="1013472" y="924436"/>
                </a:cubicBezTo>
                <a:cubicBezTo>
                  <a:pt x="1011503" y="919128"/>
                  <a:pt x="1010160" y="913667"/>
                  <a:pt x="1009445" y="908052"/>
                </a:cubicBezTo>
                <a:cubicBezTo>
                  <a:pt x="1008729" y="902436"/>
                  <a:pt x="1008659" y="896812"/>
                  <a:pt x="1009234" y="891180"/>
                </a:cubicBezTo>
                <a:cubicBezTo>
                  <a:pt x="1009809" y="885549"/>
                  <a:pt x="1011015" y="880056"/>
                  <a:pt x="1012850" y="874701"/>
                </a:cubicBezTo>
                <a:cubicBezTo>
                  <a:pt x="1014686" y="869345"/>
                  <a:pt x="1017104" y="864268"/>
                  <a:pt x="1020105" y="859468"/>
                </a:cubicBezTo>
                <a:cubicBezTo>
                  <a:pt x="1023106" y="854668"/>
                  <a:pt x="1026612" y="850271"/>
                  <a:pt x="1030622" y="846275"/>
                </a:cubicBezTo>
                <a:cubicBezTo>
                  <a:pt x="1034633" y="842280"/>
                  <a:pt x="1039043" y="838791"/>
                  <a:pt x="1043854" y="835807"/>
                </a:cubicBezTo>
                <a:cubicBezTo>
                  <a:pt x="1048665" y="832824"/>
                  <a:pt x="1053752" y="830425"/>
                  <a:pt x="1059114" y="828608"/>
                </a:cubicBezTo>
                <a:cubicBezTo>
                  <a:pt x="1064475" y="826792"/>
                  <a:pt x="1069973" y="825608"/>
                  <a:pt x="1075607" y="825054"/>
                </a:cubicBezTo>
                <a:cubicBezTo>
                  <a:pt x="1081240" y="824499"/>
                  <a:pt x="1086864" y="824590"/>
                  <a:pt x="1092476" y="825326"/>
                </a:cubicBezTo>
                <a:cubicBezTo>
                  <a:pt x="1098089" y="826063"/>
                  <a:pt x="1103546" y="827425"/>
                  <a:pt x="1108846" y="829414"/>
                </a:cubicBezTo>
                <a:cubicBezTo>
                  <a:pt x="1114146" y="831402"/>
                  <a:pt x="1119152" y="833965"/>
                  <a:pt x="1123864" y="837102"/>
                </a:cubicBezTo>
                <a:cubicBezTo>
                  <a:pt x="1128576" y="840240"/>
                  <a:pt x="1132871" y="843870"/>
                  <a:pt x="1136750" y="847993"/>
                </a:cubicBezTo>
                <a:cubicBezTo>
                  <a:pt x="1140629" y="852116"/>
                  <a:pt x="1143990" y="856625"/>
                  <a:pt x="1146835" y="861520"/>
                </a:cubicBezTo>
                <a:cubicBezTo>
                  <a:pt x="1149679" y="866415"/>
                  <a:pt x="1151931" y="871568"/>
                  <a:pt x="1153593" y="876979"/>
                </a:cubicBezTo>
                <a:cubicBezTo>
                  <a:pt x="1155254" y="882391"/>
                  <a:pt x="1156281" y="887920"/>
                  <a:pt x="1156673" y="893567"/>
                </a:cubicBezTo>
                <a:lnTo>
                  <a:pt x="1158701" y="894053"/>
                </a:lnTo>
                <a:lnTo>
                  <a:pt x="1240235" y="984317"/>
                </a:lnTo>
                <a:lnTo>
                  <a:pt x="1330698" y="1005984"/>
                </a:lnTo>
                <a:lnTo>
                  <a:pt x="1318984" y="1054889"/>
                </a:lnTo>
                <a:lnTo>
                  <a:pt x="1220920" y="1031401"/>
                </a:lnTo>
                <a:cubicBezTo>
                  <a:pt x="1215893" y="1030567"/>
                  <a:pt x="1211490" y="1028440"/>
                  <a:pt x="1207711" y="1025022"/>
                </a:cubicBezTo>
                <a:close/>
                <a:moveTo>
                  <a:pt x="1137400" y="676480"/>
                </a:moveTo>
                <a:cubicBezTo>
                  <a:pt x="1140047" y="674858"/>
                  <a:pt x="1142785" y="673409"/>
                  <a:pt x="1145614" y="672132"/>
                </a:cubicBezTo>
                <a:cubicBezTo>
                  <a:pt x="1148444" y="670854"/>
                  <a:pt x="1151342" y="669759"/>
                  <a:pt x="1154309" y="668847"/>
                </a:cubicBezTo>
                <a:cubicBezTo>
                  <a:pt x="1157277" y="667934"/>
                  <a:pt x="1160289" y="667212"/>
                  <a:pt x="1163348" y="666679"/>
                </a:cubicBezTo>
                <a:cubicBezTo>
                  <a:pt x="1166406" y="666145"/>
                  <a:pt x="1169485" y="665806"/>
                  <a:pt x="1172586" y="665660"/>
                </a:cubicBezTo>
                <a:cubicBezTo>
                  <a:pt x="1175687" y="665514"/>
                  <a:pt x="1178785" y="665563"/>
                  <a:pt x="1181880" y="665807"/>
                </a:cubicBezTo>
                <a:cubicBezTo>
                  <a:pt x="1184975" y="666052"/>
                  <a:pt x="1188042" y="666489"/>
                  <a:pt x="1191082" y="667119"/>
                </a:cubicBezTo>
                <a:cubicBezTo>
                  <a:pt x="1194121" y="667749"/>
                  <a:pt x="1197110" y="668568"/>
                  <a:pt x="1200046" y="669574"/>
                </a:cubicBezTo>
                <a:cubicBezTo>
                  <a:pt x="1202983" y="670580"/>
                  <a:pt x="1205845" y="671767"/>
                  <a:pt x="1208633" y="673133"/>
                </a:cubicBezTo>
                <a:cubicBezTo>
                  <a:pt x="1211420" y="674500"/>
                  <a:pt x="1214111" y="676035"/>
                  <a:pt x="1216705" y="677740"/>
                </a:cubicBezTo>
                <a:cubicBezTo>
                  <a:pt x="1219299" y="679445"/>
                  <a:pt x="1221776" y="681306"/>
                  <a:pt x="1224136" y="683323"/>
                </a:cubicBezTo>
                <a:cubicBezTo>
                  <a:pt x="1226496" y="685340"/>
                  <a:pt x="1228720" y="687497"/>
                  <a:pt x="1230809" y="689794"/>
                </a:cubicBezTo>
                <a:cubicBezTo>
                  <a:pt x="1232897" y="692090"/>
                  <a:pt x="1234834" y="694509"/>
                  <a:pt x="1236618" y="697050"/>
                </a:cubicBezTo>
                <a:cubicBezTo>
                  <a:pt x="1238402" y="699590"/>
                  <a:pt x="1240020" y="702232"/>
                  <a:pt x="1241472" y="704976"/>
                </a:cubicBezTo>
                <a:cubicBezTo>
                  <a:pt x="1242923" y="707720"/>
                  <a:pt x="1244197" y="710545"/>
                  <a:pt x="1245293" y="713449"/>
                </a:cubicBezTo>
                <a:cubicBezTo>
                  <a:pt x="1246389" y="716353"/>
                  <a:pt x="1247299" y="719315"/>
                  <a:pt x="1248022" y="722334"/>
                </a:cubicBezTo>
                <a:cubicBezTo>
                  <a:pt x="1248746" y="725353"/>
                  <a:pt x="1249277" y="728405"/>
                  <a:pt x="1249616" y="731491"/>
                </a:cubicBezTo>
                <a:lnTo>
                  <a:pt x="1388478" y="764751"/>
                </a:lnTo>
                <a:lnTo>
                  <a:pt x="1376764" y="813657"/>
                </a:lnTo>
                <a:lnTo>
                  <a:pt x="1237903" y="780397"/>
                </a:lnTo>
                <a:cubicBezTo>
                  <a:pt x="1234803" y="784944"/>
                  <a:pt x="1231240" y="789094"/>
                  <a:pt x="1227214" y="792846"/>
                </a:cubicBezTo>
                <a:cubicBezTo>
                  <a:pt x="1223188" y="796599"/>
                  <a:pt x="1218798" y="799861"/>
                  <a:pt x="1214044" y="802635"/>
                </a:cubicBezTo>
                <a:cubicBezTo>
                  <a:pt x="1209290" y="805407"/>
                  <a:pt x="1204289" y="807622"/>
                  <a:pt x="1199041" y="809279"/>
                </a:cubicBezTo>
                <a:cubicBezTo>
                  <a:pt x="1193793" y="810937"/>
                  <a:pt x="1188427" y="811995"/>
                  <a:pt x="1182942" y="812455"/>
                </a:cubicBezTo>
                <a:cubicBezTo>
                  <a:pt x="1177458" y="812915"/>
                  <a:pt x="1171991" y="812765"/>
                  <a:pt x="1166540" y="812005"/>
                </a:cubicBezTo>
                <a:cubicBezTo>
                  <a:pt x="1161089" y="811245"/>
                  <a:pt x="1155789" y="809894"/>
                  <a:pt x="1150640" y="807951"/>
                </a:cubicBezTo>
                <a:cubicBezTo>
                  <a:pt x="1145490" y="806009"/>
                  <a:pt x="1140618" y="803522"/>
                  <a:pt x="1136024" y="800493"/>
                </a:cubicBezTo>
                <a:cubicBezTo>
                  <a:pt x="1131429" y="797464"/>
                  <a:pt x="1127225" y="793965"/>
                  <a:pt x="1123411" y="789998"/>
                </a:cubicBezTo>
                <a:cubicBezTo>
                  <a:pt x="1119596" y="786030"/>
                  <a:pt x="1116266" y="781690"/>
                  <a:pt x="1113421" y="776980"/>
                </a:cubicBezTo>
                <a:cubicBezTo>
                  <a:pt x="1110575" y="772269"/>
                  <a:pt x="1108283" y="767303"/>
                  <a:pt x="1106545" y="762081"/>
                </a:cubicBezTo>
                <a:cubicBezTo>
                  <a:pt x="1104807" y="756859"/>
                  <a:pt x="1103666" y="751510"/>
                  <a:pt x="1103121" y="746034"/>
                </a:cubicBezTo>
                <a:cubicBezTo>
                  <a:pt x="1102577" y="740557"/>
                  <a:pt x="1102643" y="735088"/>
                  <a:pt x="1103319" y="729626"/>
                </a:cubicBezTo>
                <a:cubicBezTo>
                  <a:pt x="1103995" y="724164"/>
                  <a:pt x="1105264" y="718844"/>
                  <a:pt x="1107127" y="713665"/>
                </a:cubicBezTo>
                <a:cubicBezTo>
                  <a:pt x="1108990" y="708486"/>
                  <a:pt x="1111401" y="703576"/>
                  <a:pt x="1114359" y="698936"/>
                </a:cubicBezTo>
                <a:cubicBezTo>
                  <a:pt x="1117318" y="694295"/>
                  <a:pt x="1120751" y="690037"/>
                  <a:pt x="1124659" y="686163"/>
                </a:cubicBezTo>
                <a:cubicBezTo>
                  <a:pt x="1128568" y="682288"/>
                  <a:pt x="1132855" y="678891"/>
                  <a:pt x="1137521" y="675973"/>
                </a:cubicBezTo>
                <a:lnTo>
                  <a:pt x="1137400" y="676480"/>
                </a:lnTo>
                <a:close/>
                <a:moveTo>
                  <a:pt x="1141308" y="355896"/>
                </a:moveTo>
                <a:lnTo>
                  <a:pt x="1098823" y="533274"/>
                </a:lnTo>
                <a:cubicBezTo>
                  <a:pt x="1103635" y="536452"/>
                  <a:pt x="1108016" y="540142"/>
                  <a:pt x="1111966" y="544344"/>
                </a:cubicBezTo>
                <a:cubicBezTo>
                  <a:pt x="1115916" y="548547"/>
                  <a:pt x="1119328" y="553148"/>
                  <a:pt x="1122201" y="558149"/>
                </a:cubicBezTo>
                <a:cubicBezTo>
                  <a:pt x="1125075" y="563149"/>
                  <a:pt x="1127334" y="568413"/>
                  <a:pt x="1128977" y="573942"/>
                </a:cubicBezTo>
                <a:cubicBezTo>
                  <a:pt x="1130620" y="579470"/>
                  <a:pt x="1131603" y="585113"/>
                  <a:pt x="1131926" y="590872"/>
                </a:cubicBezTo>
                <a:cubicBezTo>
                  <a:pt x="1132250" y="596629"/>
                  <a:pt x="1131905" y="602348"/>
                  <a:pt x="1130892" y="608025"/>
                </a:cubicBezTo>
                <a:cubicBezTo>
                  <a:pt x="1129878" y="613703"/>
                  <a:pt x="1128224" y="619187"/>
                  <a:pt x="1125928" y="624477"/>
                </a:cubicBezTo>
                <a:cubicBezTo>
                  <a:pt x="1123633" y="629769"/>
                  <a:pt x="1120758" y="634723"/>
                  <a:pt x="1117304" y="639342"/>
                </a:cubicBezTo>
                <a:cubicBezTo>
                  <a:pt x="1113850" y="643960"/>
                  <a:pt x="1109910" y="648118"/>
                  <a:pt x="1105484" y="651815"/>
                </a:cubicBezTo>
                <a:cubicBezTo>
                  <a:pt x="1101057" y="655513"/>
                  <a:pt x="1096265" y="658650"/>
                  <a:pt x="1091105" y="661226"/>
                </a:cubicBezTo>
                <a:cubicBezTo>
                  <a:pt x="1085945" y="663803"/>
                  <a:pt x="1080558" y="665750"/>
                  <a:pt x="1074943" y="667067"/>
                </a:cubicBezTo>
                <a:cubicBezTo>
                  <a:pt x="1069328" y="668385"/>
                  <a:pt x="1063637" y="669037"/>
                  <a:pt x="1057870" y="669023"/>
                </a:cubicBezTo>
                <a:cubicBezTo>
                  <a:pt x="1052103" y="669010"/>
                  <a:pt x="1046415" y="668331"/>
                  <a:pt x="1040806" y="666987"/>
                </a:cubicBezTo>
                <a:cubicBezTo>
                  <a:pt x="1035198" y="665644"/>
                  <a:pt x="1029819" y="663672"/>
                  <a:pt x="1024672" y="661071"/>
                </a:cubicBezTo>
                <a:cubicBezTo>
                  <a:pt x="1019524" y="658471"/>
                  <a:pt x="1014746" y="655311"/>
                  <a:pt x="1010337" y="651593"/>
                </a:cubicBezTo>
                <a:cubicBezTo>
                  <a:pt x="1005928" y="647875"/>
                  <a:pt x="1002008" y="643699"/>
                  <a:pt x="998575" y="639064"/>
                </a:cubicBezTo>
                <a:cubicBezTo>
                  <a:pt x="995143" y="634429"/>
                  <a:pt x="992291" y="629462"/>
                  <a:pt x="990020" y="624160"/>
                </a:cubicBezTo>
                <a:cubicBezTo>
                  <a:pt x="987750" y="618858"/>
                  <a:pt x="986121" y="613366"/>
                  <a:pt x="985134" y="607685"/>
                </a:cubicBezTo>
                <a:cubicBezTo>
                  <a:pt x="984147" y="602002"/>
                  <a:pt x="983829" y="596283"/>
                  <a:pt x="984180" y="590526"/>
                </a:cubicBezTo>
                <a:cubicBezTo>
                  <a:pt x="984530" y="584770"/>
                  <a:pt x="985540" y="579131"/>
                  <a:pt x="987209" y="573610"/>
                </a:cubicBezTo>
                <a:cubicBezTo>
                  <a:pt x="988877" y="568089"/>
                  <a:pt x="991160" y="562836"/>
                  <a:pt x="994058" y="557850"/>
                </a:cubicBezTo>
                <a:cubicBezTo>
                  <a:pt x="996955" y="552862"/>
                  <a:pt x="1000388" y="548277"/>
                  <a:pt x="1004358" y="544093"/>
                </a:cubicBezTo>
                <a:cubicBezTo>
                  <a:pt x="1008327" y="539909"/>
                  <a:pt x="1012725" y="536239"/>
                  <a:pt x="1017552" y="533084"/>
                </a:cubicBezTo>
                <a:cubicBezTo>
                  <a:pt x="1022380" y="529928"/>
                  <a:pt x="1027506" y="527372"/>
                  <a:pt x="1032931" y="525414"/>
                </a:cubicBezTo>
                <a:cubicBezTo>
                  <a:pt x="1038356" y="523457"/>
                  <a:pt x="1043934" y="522152"/>
                  <a:pt x="1049664" y="521499"/>
                </a:cubicBezTo>
                <a:lnTo>
                  <a:pt x="1092149" y="344122"/>
                </a:lnTo>
                <a:lnTo>
                  <a:pt x="1141308" y="355896"/>
                </a:lnTo>
                <a:close/>
                <a:moveTo>
                  <a:pt x="919573" y="563486"/>
                </a:moveTo>
                <a:cubicBezTo>
                  <a:pt x="918515" y="567927"/>
                  <a:pt x="917059" y="572234"/>
                  <a:pt x="915207" y="576407"/>
                </a:cubicBezTo>
                <a:cubicBezTo>
                  <a:pt x="913354" y="580581"/>
                  <a:pt x="911135" y="584549"/>
                  <a:pt x="908550" y="588313"/>
                </a:cubicBezTo>
                <a:cubicBezTo>
                  <a:pt x="905966" y="592076"/>
                  <a:pt x="903058" y="595572"/>
                  <a:pt x="899829" y="598800"/>
                </a:cubicBezTo>
                <a:cubicBezTo>
                  <a:pt x="896600" y="602028"/>
                  <a:pt x="893102" y="604933"/>
                  <a:pt x="889337" y="607515"/>
                </a:cubicBezTo>
                <a:cubicBezTo>
                  <a:pt x="885571" y="610098"/>
                  <a:pt x="881602" y="612314"/>
                  <a:pt x="877427" y="614164"/>
                </a:cubicBezTo>
                <a:cubicBezTo>
                  <a:pt x="873253" y="616014"/>
                  <a:pt x="868945" y="617467"/>
                  <a:pt x="864503" y="618523"/>
                </a:cubicBezTo>
                <a:cubicBezTo>
                  <a:pt x="860061" y="619578"/>
                  <a:pt x="855559" y="620219"/>
                  <a:pt x="850999" y="620444"/>
                </a:cubicBezTo>
                <a:cubicBezTo>
                  <a:pt x="846439" y="620669"/>
                  <a:pt x="841896" y="620476"/>
                  <a:pt x="837372" y="619863"/>
                </a:cubicBezTo>
                <a:cubicBezTo>
                  <a:pt x="832847" y="619251"/>
                  <a:pt x="828417" y="618230"/>
                  <a:pt x="824080" y="616800"/>
                </a:cubicBezTo>
                <a:cubicBezTo>
                  <a:pt x="819744" y="615370"/>
                  <a:pt x="815575" y="613556"/>
                  <a:pt x="811574" y="611357"/>
                </a:cubicBezTo>
                <a:cubicBezTo>
                  <a:pt x="807572" y="609158"/>
                  <a:pt x="803805" y="606612"/>
                  <a:pt x="800273" y="603718"/>
                </a:cubicBezTo>
                <a:cubicBezTo>
                  <a:pt x="796741" y="600825"/>
                  <a:pt x="793504" y="597633"/>
                  <a:pt x="790561" y="594142"/>
                </a:cubicBezTo>
                <a:cubicBezTo>
                  <a:pt x="787617" y="590652"/>
                  <a:pt x="785018" y="586921"/>
                  <a:pt x="782763" y="582951"/>
                </a:cubicBezTo>
                <a:cubicBezTo>
                  <a:pt x="780508" y="578981"/>
                  <a:pt x="778635" y="574838"/>
                  <a:pt x="777144" y="570523"/>
                </a:cubicBezTo>
                <a:cubicBezTo>
                  <a:pt x="775654" y="566207"/>
                  <a:pt x="774570" y="561791"/>
                  <a:pt x="773894" y="557275"/>
                </a:cubicBezTo>
                <a:cubicBezTo>
                  <a:pt x="773217" y="552760"/>
                  <a:pt x="772959" y="548221"/>
                  <a:pt x="773120" y="543658"/>
                </a:cubicBezTo>
                <a:cubicBezTo>
                  <a:pt x="773281" y="539095"/>
                  <a:pt x="773858" y="534585"/>
                  <a:pt x="774851" y="530128"/>
                </a:cubicBezTo>
                <a:cubicBezTo>
                  <a:pt x="775843" y="525672"/>
                  <a:pt x="777235" y="521343"/>
                  <a:pt x="779026" y="517144"/>
                </a:cubicBezTo>
                <a:cubicBezTo>
                  <a:pt x="780817" y="512943"/>
                  <a:pt x="782977" y="508943"/>
                  <a:pt x="785506" y="505141"/>
                </a:cubicBezTo>
                <a:cubicBezTo>
                  <a:pt x="788035" y="501340"/>
                  <a:pt x="790891" y="497801"/>
                  <a:pt x="794072" y="494527"/>
                </a:cubicBezTo>
                <a:cubicBezTo>
                  <a:pt x="797254" y="491252"/>
                  <a:pt x="800708" y="488296"/>
                  <a:pt x="804435" y="485658"/>
                </a:cubicBezTo>
                <a:cubicBezTo>
                  <a:pt x="808162" y="483021"/>
                  <a:pt x="812099" y="480746"/>
                  <a:pt x="816245" y="478834"/>
                </a:cubicBezTo>
                <a:cubicBezTo>
                  <a:pt x="820392" y="476923"/>
                  <a:pt x="824678" y="475407"/>
                  <a:pt x="829104" y="474286"/>
                </a:cubicBezTo>
                <a:cubicBezTo>
                  <a:pt x="833531" y="473165"/>
                  <a:pt x="838022" y="472459"/>
                  <a:pt x="842578" y="472166"/>
                </a:cubicBezTo>
                <a:cubicBezTo>
                  <a:pt x="843084" y="471512"/>
                  <a:pt x="843669" y="470937"/>
                  <a:pt x="844331" y="470443"/>
                </a:cubicBezTo>
                <a:lnTo>
                  <a:pt x="934341" y="388847"/>
                </a:lnTo>
                <a:lnTo>
                  <a:pt x="953277" y="309787"/>
                </a:lnTo>
                <a:lnTo>
                  <a:pt x="1001169" y="321259"/>
                </a:lnTo>
                <a:lnTo>
                  <a:pt x="980412" y="407920"/>
                </a:lnTo>
                <a:cubicBezTo>
                  <a:pt x="979157" y="412988"/>
                  <a:pt x="976608" y="417289"/>
                  <a:pt x="972766" y="420825"/>
                </a:cubicBezTo>
                <a:lnTo>
                  <a:pt x="897041" y="489765"/>
                </a:lnTo>
                <a:cubicBezTo>
                  <a:pt x="902034" y="494240"/>
                  <a:pt x="906345" y="499296"/>
                  <a:pt x="909973" y="504934"/>
                </a:cubicBezTo>
                <a:cubicBezTo>
                  <a:pt x="913602" y="510572"/>
                  <a:pt x="916418" y="516590"/>
                  <a:pt x="918422" y="522988"/>
                </a:cubicBezTo>
                <a:cubicBezTo>
                  <a:pt x="920427" y="529386"/>
                  <a:pt x="921547" y="535936"/>
                  <a:pt x="921784" y="542636"/>
                </a:cubicBezTo>
                <a:cubicBezTo>
                  <a:pt x="922020" y="549336"/>
                  <a:pt x="921364" y="555948"/>
                  <a:pt x="919816" y="562472"/>
                </a:cubicBezTo>
                <a:lnTo>
                  <a:pt x="919573" y="563486"/>
                </a:lnTo>
                <a:close/>
                <a:moveTo>
                  <a:pt x="725202" y="591951"/>
                </a:moveTo>
                <a:cubicBezTo>
                  <a:pt x="723179" y="600248"/>
                  <a:pt x="719825" y="607966"/>
                  <a:pt x="715139" y="615106"/>
                </a:cubicBezTo>
                <a:cubicBezTo>
                  <a:pt x="710453" y="622245"/>
                  <a:pt x="704707" y="628393"/>
                  <a:pt x="697900" y="633550"/>
                </a:cubicBezTo>
                <a:cubicBezTo>
                  <a:pt x="691093" y="638708"/>
                  <a:pt x="683619" y="642576"/>
                  <a:pt x="675478" y="645154"/>
                </a:cubicBezTo>
                <a:cubicBezTo>
                  <a:pt x="667337" y="647733"/>
                  <a:pt x="658999" y="648873"/>
                  <a:pt x="650465" y="648575"/>
                </a:cubicBezTo>
                <a:cubicBezTo>
                  <a:pt x="641930" y="648277"/>
                  <a:pt x="633692" y="646558"/>
                  <a:pt x="625751" y="643419"/>
                </a:cubicBezTo>
                <a:cubicBezTo>
                  <a:pt x="617809" y="640279"/>
                  <a:pt x="610623" y="635899"/>
                  <a:pt x="604192" y="630280"/>
                </a:cubicBezTo>
                <a:cubicBezTo>
                  <a:pt x="597762" y="624661"/>
                  <a:pt x="592458" y="618127"/>
                  <a:pt x="588281" y="610678"/>
                </a:cubicBezTo>
                <a:cubicBezTo>
                  <a:pt x="584105" y="603230"/>
                  <a:pt x="581297" y="595296"/>
                  <a:pt x="579857" y="586879"/>
                </a:cubicBezTo>
                <a:cubicBezTo>
                  <a:pt x="578312" y="576982"/>
                  <a:pt x="578699" y="567162"/>
                  <a:pt x="581019" y="557416"/>
                </a:cubicBezTo>
                <a:cubicBezTo>
                  <a:pt x="582800" y="550014"/>
                  <a:pt x="585655" y="543052"/>
                  <a:pt x="589585" y="536532"/>
                </a:cubicBezTo>
                <a:cubicBezTo>
                  <a:pt x="593515" y="530010"/>
                  <a:pt x="598336" y="524233"/>
                  <a:pt x="604049" y="519200"/>
                </a:cubicBezTo>
                <a:cubicBezTo>
                  <a:pt x="609762" y="514167"/>
                  <a:pt x="616100" y="510112"/>
                  <a:pt x="623065" y="507036"/>
                </a:cubicBezTo>
                <a:cubicBezTo>
                  <a:pt x="630029" y="503959"/>
                  <a:pt x="637295" y="502004"/>
                  <a:pt x="644863" y="501170"/>
                </a:cubicBezTo>
                <a:lnTo>
                  <a:pt x="659551" y="439848"/>
                </a:lnTo>
                <a:cubicBezTo>
                  <a:pt x="660806" y="434780"/>
                  <a:pt x="663355" y="430479"/>
                  <a:pt x="667196" y="426944"/>
                </a:cubicBezTo>
                <a:lnTo>
                  <a:pt x="757206" y="345348"/>
                </a:lnTo>
                <a:lnTo>
                  <a:pt x="775900" y="267302"/>
                </a:lnTo>
                <a:lnTo>
                  <a:pt x="823792" y="278774"/>
                </a:lnTo>
                <a:lnTo>
                  <a:pt x="803035" y="365435"/>
                </a:lnTo>
                <a:cubicBezTo>
                  <a:pt x="801779" y="370502"/>
                  <a:pt x="799231" y="374804"/>
                  <a:pt x="795389" y="378340"/>
                </a:cubicBezTo>
                <a:lnTo>
                  <a:pt x="705186" y="459621"/>
                </a:lnTo>
                <a:lnTo>
                  <a:pt x="692501" y="512580"/>
                </a:lnTo>
                <a:cubicBezTo>
                  <a:pt x="698912" y="516642"/>
                  <a:pt x="704563" y="521574"/>
                  <a:pt x="709457" y="527374"/>
                </a:cubicBezTo>
                <a:cubicBezTo>
                  <a:pt x="714350" y="533174"/>
                  <a:pt x="718258" y="539576"/>
                  <a:pt x="721182" y="546578"/>
                </a:cubicBezTo>
                <a:cubicBezTo>
                  <a:pt x="724106" y="553581"/>
                  <a:pt x="725910" y="560862"/>
                  <a:pt x="726594" y="568420"/>
                </a:cubicBezTo>
                <a:cubicBezTo>
                  <a:pt x="727278" y="575977"/>
                  <a:pt x="726810" y="583463"/>
                  <a:pt x="725191" y="590877"/>
                </a:cubicBezTo>
                <a:lnTo>
                  <a:pt x="725202" y="591951"/>
                </a:lnTo>
                <a:close/>
                <a:moveTo>
                  <a:pt x="406651" y="557181"/>
                </a:moveTo>
                <a:cubicBezTo>
                  <a:pt x="409822" y="552360"/>
                  <a:pt x="413507" y="547970"/>
                  <a:pt x="417706" y="544010"/>
                </a:cubicBezTo>
                <a:cubicBezTo>
                  <a:pt x="421905" y="540050"/>
                  <a:pt x="426503" y="536628"/>
                  <a:pt x="431503" y="533745"/>
                </a:cubicBezTo>
                <a:cubicBezTo>
                  <a:pt x="436502" y="530861"/>
                  <a:pt x="441766" y="528594"/>
                  <a:pt x="447296" y="526942"/>
                </a:cubicBezTo>
                <a:cubicBezTo>
                  <a:pt x="452826" y="525290"/>
                  <a:pt x="458471" y="524299"/>
                  <a:pt x="464233" y="523968"/>
                </a:cubicBezTo>
                <a:cubicBezTo>
                  <a:pt x="469995" y="523637"/>
                  <a:pt x="475717" y="523975"/>
                  <a:pt x="481399" y="524983"/>
                </a:cubicBezTo>
                <a:cubicBezTo>
                  <a:pt x="487082" y="525991"/>
                  <a:pt x="492571" y="527641"/>
                  <a:pt x="497868" y="529933"/>
                </a:cubicBezTo>
                <a:cubicBezTo>
                  <a:pt x="503164" y="532225"/>
                  <a:pt x="508125" y="535098"/>
                  <a:pt x="512749" y="538550"/>
                </a:cubicBezTo>
                <a:cubicBezTo>
                  <a:pt x="517374" y="542003"/>
                  <a:pt x="521537" y="545943"/>
                  <a:pt x="525240" y="550370"/>
                </a:cubicBezTo>
                <a:cubicBezTo>
                  <a:pt x="528942" y="554796"/>
                  <a:pt x="532084" y="559591"/>
                  <a:pt x="534665" y="564753"/>
                </a:cubicBezTo>
                <a:cubicBezTo>
                  <a:pt x="537246" y="569915"/>
                  <a:pt x="539196" y="575305"/>
                  <a:pt x="540516" y="580923"/>
                </a:cubicBezTo>
                <a:cubicBezTo>
                  <a:pt x="541836" y="586542"/>
                  <a:pt x="542489" y="592236"/>
                  <a:pt x="542477" y="598008"/>
                </a:cubicBezTo>
                <a:cubicBezTo>
                  <a:pt x="542464" y="603779"/>
                  <a:pt x="541786" y="609471"/>
                  <a:pt x="540441" y="615083"/>
                </a:cubicBezTo>
                <a:cubicBezTo>
                  <a:pt x="539097" y="620695"/>
                  <a:pt x="537123" y="626077"/>
                  <a:pt x="534520" y="631227"/>
                </a:cubicBezTo>
                <a:cubicBezTo>
                  <a:pt x="531916" y="636378"/>
                  <a:pt x="528754" y="641159"/>
                  <a:pt x="525032" y="645569"/>
                </a:cubicBezTo>
                <a:cubicBezTo>
                  <a:pt x="521310" y="649980"/>
                  <a:pt x="517129" y="653902"/>
                  <a:pt x="512490" y="657334"/>
                </a:cubicBezTo>
                <a:cubicBezTo>
                  <a:pt x="507850" y="660767"/>
                  <a:pt x="502877" y="663618"/>
                  <a:pt x="497571" y="665886"/>
                </a:cubicBezTo>
                <a:cubicBezTo>
                  <a:pt x="492265" y="668155"/>
                  <a:pt x="486768" y="669782"/>
                  <a:pt x="481081" y="670764"/>
                </a:cubicBezTo>
                <a:cubicBezTo>
                  <a:pt x="475394" y="671747"/>
                  <a:pt x="469671" y="672061"/>
                  <a:pt x="463911" y="671705"/>
                </a:cubicBezTo>
                <a:cubicBezTo>
                  <a:pt x="458150" y="671349"/>
                  <a:pt x="452509" y="670333"/>
                  <a:pt x="446987" y="668657"/>
                </a:cubicBezTo>
                <a:cubicBezTo>
                  <a:pt x="441464" y="666981"/>
                  <a:pt x="436210" y="664690"/>
                  <a:pt x="431223" y="661784"/>
                </a:cubicBezTo>
                <a:cubicBezTo>
                  <a:pt x="426237" y="658879"/>
                  <a:pt x="421653" y="655438"/>
                  <a:pt x="417471" y="651459"/>
                </a:cubicBezTo>
                <a:cubicBezTo>
                  <a:pt x="413290" y="647482"/>
                  <a:pt x="409624" y="643075"/>
                  <a:pt x="406474" y="638239"/>
                </a:cubicBezTo>
                <a:cubicBezTo>
                  <a:pt x="403324" y="633404"/>
                  <a:pt x="400774" y="628270"/>
                  <a:pt x="398825" y="622838"/>
                </a:cubicBezTo>
                <a:cubicBezTo>
                  <a:pt x="396876" y="617407"/>
                  <a:pt x="395580" y="611822"/>
                  <a:pt x="394937" y="606087"/>
                </a:cubicBezTo>
                <a:lnTo>
                  <a:pt x="335643" y="591885"/>
                </a:lnTo>
                <a:lnTo>
                  <a:pt x="348388" y="538672"/>
                </a:lnTo>
                <a:lnTo>
                  <a:pt x="353691" y="544497"/>
                </a:lnTo>
                <a:lnTo>
                  <a:pt x="406651" y="557181"/>
                </a:lnTo>
                <a:close/>
                <a:moveTo>
                  <a:pt x="421458" y="801868"/>
                </a:moveTo>
                <a:lnTo>
                  <a:pt x="340288" y="710085"/>
                </a:lnTo>
                <a:lnTo>
                  <a:pt x="309120" y="702619"/>
                </a:lnTo>
                <a:lnTo>
                  <a:pt x="320955" y="653207"/>
                </a:lnTo>
                <a:lnTo>
                  <a:pt x="359725" y="662493"/>
                </a:lnTo>
                <a:cubicBezTo>
                  <a:pt x="364679" y="663694"/>
                  <a:pt x="368917" y="666138"/>
                  <a:pt x="372437" y="669825"/>
                </a:cubicBezTo>
                <a:lnTo>
                  <a:pt x="453971" y="760088"/>
                </a:lnTo>
                <a:lnTo>
                  <a:pt x="506678" y="772713"/>
                </a:lnTo>
                <a:cubicBezTo>
                  <a:pt x="509156" y="768960"/>
                  <a:pt x="511953" y="765462"/>
                  <a:pt x="515069" y="762219"/>
                </a:cubicBezTo>
                <a:cubicBezTo>
                  <a:pt x="518185" y="758977"/>
                  <a:pt x="521569" y="756042"/>
                  <a:pt x="525219" y="753417"/>
                </a:cubicBezTo>
                <a:cubicBezTo>
                  <a:pt x="528870" y="750791"/>
                  <a:pt x="532729" y="748516"/>
                  <a:pt x="536794" y="746594"/>
                </a:cubicBezTo>
                <a:cubicBezTo>
                  <a:pt x="540860" y="744672"/>
                  <a:pt x="545066" y="743133"/>
                  <a:pt x="549412" y="741977"/>
                </a:cubicBezTo>
                <a:cubicBezTo>
                  <a:pt x="553758" y="740821"/>
                  <a:pt x="558173" y="740069"/>
                  <a:pt x="562656" y="739718"/>
                </a:cubicBezTo>
                <a:cubicBezTo>
                  <a:pt x="567140" y="739367"/>
                  <a:pt x="571618" y="739425"/>
                  <a:pt x="576091" y="739890"/>
                </a:cubicBezTo>
                <a:cubicBezTo>
                  <a:pt x="580564" y="740356"/>
                  <a:pt x="584958" y="741222"/>
                  <a:pt x="589273" y="742489"/>
                </a:cubicBezTo>
                <a:cubicBezTo>
                  <a:pt x="593588" y="743756"/>
                  <a:pt x="597753" y="745403"/>
                  <a:pt x="601768" y="747429"/>
                </a:cubicBezTo>
                <a:cubicBezTo>
                  <a:pt x="605782" y="749454"/>
                  <a:pt x="609581" y="751827"/>
                  <a:pt x="613163" y="754545"/>
                </a:cubicBezTo>
                <a:cubicBezTo>
                  <a:pt x="616746" y="757265"/>
                  <a:pt x="620053" y="760285"/>
                  <a:pt x="623084" y="763606"/>
                </a:cubicBezTo>
                <a:cubicBezTo>
                  <a:pt x="626116" y="766928"/>
                  <a:pt x="628822" y="770496"/>
                  <a:pt x="631204" y="774312"/>
                </a:cubicBezTo>
                <a:cubicBezTo>
                  <a:pt x="633585" y="778126"/>
                  <a:pt x="635601" y="782125"/>
                  <a:pt x="637253" y="786308"/>
                </a:cubicBezTo>
                <a:cubicBezTo>
                  <a:pt x="638905" y="790491"/>
                  <a:pt x="640166" y="794788"/>
                  <a:pt x="641034" y="799201"/>
                </a:cubicBezTo>
                <a:cubicBezTo>
                  <a:pt x="641903" y="803613"/>
                  <a:pt x="642365" y="808068"/>
                  <a:pt x="642422" y="812565"/>
                </a:cubicBezTo>
                <a:cubicBezTo>
                  <a:pt x="642478" y="817062"/>
                  <a:pt x="642127" y="821527"/>
                  <a:pt x="641370" y="825959"/>
                </a:cubicBezTo>
                <a:cubicBezTo>
                  <a:pt x="640612" y="830392"/>
                  <a:pt x="639460" y="834720"/>
                  <a:pt x="637913" y="838943"/>
                </a:cubicBezTo>
                <a:cubicBezTo>
                  <a:pt x="636366" y="843166"/>
                  <a:pt x="634451" y="847213"/>
                  <a:pt x="632166" y="851088"/>
                </a:cubicBezTo>
                <a:cubicBezTo>
                  <a:pt x="629881" y="854961"/>
                  <a:pt x="627265" y="858596"/>
                  <a:pt x="624318" y="861992"/>
                </a:cubicBezTo>
                <a:cubicBezTo>
                  <a:pt x="621370" y="865389"/>
                  <a:pt x="618140" y="868491"/>
                  <a:pt x="614627" y="871299"/>
                </a:cubicBezTo>
                <a:cubicBezTo>
                  <a:pt x="611114" y="874106"/>
                  <a:pt x="607376" y="876574"/>
                  <a:pt x="603413" y="878699"/>
                </a:cubicBezTo>
                <a:cubicBezTo>
                  <a:pt x="599450" y="880825"/>
                  <a:pt x="595328" y="882576"/>
                  <a:pt x="591046" y="883951"/>
                </a:cubicBezTo>
                <a:cubicBezTo>
                  <a:pt x="586764" y="885325"/>
                  <a:pt x="582393" y="886302"/>
                  <a:pt x="577933" y="886879"/>
                </a:cubicBezTo>
                <a:cubicBezTo>
                  <a:pt x="573473" y="887457"/>
                  <a:pt x="568998" y="887626"/>
                  <a:pt x="564507" y="887388"/>
                </a:cubicBezTo>
                <a:cubicBezTo>
                  <a:pt x="560016" y="887150"/>
                  <a:pt x="555584" y="886508"/>
                  <a:pt x="551210" y="885461"/>
                </a:cubicBezTo>
                <a:cubicBezTo>
                  <a:pt x="546339" y="884304"/>
                  <a:pt x="541646" y="882645"/>
                  <a:pt x="537131" y="880482"/>
                </a:cubicBezTo>
                <a:cubicBezTo>
                  <a:pt x="525472" y="874994"/>
                  <a:pt x="515891" y="867013"/>
                  <a:pt x="508387" y="856538"/>
                </a:cubicBezTo>
                <a:cubicBezTo>
                  <a:pt x="500883" y="846062"/>
                  <a:pt x="496409" y="834422"/>
                  <a:pt x="494964" y="821618"/>
                </a:cubicBezTo>
                <a:lnTo>
                  <a:pt x="434656" y="807173"/>
                </a:lnTo>
                <a:cubicBezTo>
                  <a:pt x="429588" y="805917"/>
                  <a:pt x="425286" y="803369"/>
                  <a:pt x="421751" y="799527"/>
                </a:cubicBezTo>
                <a:lnTo>
                  <a:pt x="421458" y="801868"/>
                </a:lnTo>
                <a:close/>
                <a:moveTo>
                  <a:pt x="408894" y="1276048"/>
                </a:moveTo>
                <a:lnTo>
                  <a:pt x="455991" y="1079412"/>
                </a:lnTo>
                <a:cubicBezTo>
                  <a:pt x="448693" y="1074603"/>
                  <a:pt x="442443" y="1068687"/>
                  <a:pt x="437241" y="1061664"/>
                </a:cubicBezTo>
                <a:cubicBezTo>
                  <a:pt x="432040" y="1054640"/>
                  <a:pt x="428203" y="1046936"/>
                  <a:pt x="425731" y="1038553"/>
                </a:cubicBezTo>
                <a:cubicBezTo>
                  <a:pt x="423259" y="1030170"/>
                  <a:pt x="422302" y="1021617"/>
                  <a:pt x="422860" y="1012895"/>
                </a:cubicBezTo>
                <a:cubicBezTo>
                  <a:pt x="423418" y="1004172"/>
                  <a:pt x="425458" y="995811"/>
                  <a:pt x="428979" y="987811"/>
                </a:cubicBezTo>
                <a:cubicBezTo>
                  <a:pt x="432500" y="979812"/>
                  <a:pt x="437288" y="972661"/>
                  <a:pt x="443343" y="966357"/>
                </a:cubicBezTo>
                <a:cubicBezTo>
                  <a:pt x="449398" y="960055"/>
                  <a:pt x="456351" y="954983"/>
                  <a:pt x="464203" y="951143"/>
                </a:cubicBezTo>
                <a:cubicBezTo>
                  <a:pt x="472055" y="947305"/>
                  <a:pt x="480327" y="944931"/>
                  <a:pt x="489020" y="944022"/>
                </a:cubicBezTo>
                <a:cubicBezTo>
                  <a:pt x="497713" y="943115"/>
                  <a:pt x="506297" y="943728"/>
                  <a:pt x="514773" y="945861"/>
                </a:cubicBezTo>
                <a:lnTo>
                  <a:pt x="519841" y="947075"/>
                </a:lnTo>
                <a:cubicBezTo>
                  <a:pt x="527909" y="949635"/>
                  <a:pt x="535320" y="953467"/>
                  <a:pt x="542073" y="958572"/>
                </a:cubicBezTo>
                <a:cubicBezTo>
                  <a:pt x="548827" y="963675"/>
                  <a:pt x="554536" y="969759"/>
                  <a:pt x="559201" y="976823"/>
                </a:cubicBezTo>
                <a:cubicBezTo>
                  <a:pt x="563867" y="983886"/>
                  <a:pt x="567222" y="991525"/>
                  <a:pt x="569266" y="999739"/>
                </a:cubicBezTo>
                <a:cubicBezTo>
                  <a:pt x="571310" y="1007954"/>
                  <a:pt x="571926" y="1016274"/>
                  <a:pt x="571115" y="1024700"/>
                </a:cubicBezTo>
                <a:cubicBezTo>
                  <a:pt x="570303" y="1033126"/>
                  <a:pt x="568111" y="1041176"/>
                  <a:pt x="564537" y="1048849"/>
                </a:cubicBezTo>
                <a:cubicBezTo>
                  <a:pt x="560963" y="1056523"/>
                  <a:pt x="556212" y="1063382"/>
                  <a:pt x="550285" y="1069425"/>
                </a:cubicBezTo>
                <a:cubicBezTo>
                  <a:pt x="544357" y="1075468"/>
                  <a:pt x="537592" y="1080350"/>
                  <a:pt x="529989" y="1084072"/>
                </a:cubicBezTo>
                <a:cubicBezTo>
                  <a:pt x="522386" y="1087794"/>
                  <a:pt x="514380" y="1090142"/>
                  <a:pt x="505971" y="1091116"/>
                </a:cubicBezTo>
                <a:lnTo>
                  <a:pt x="459419" y="1285470"/>
                </a:lnTo>
                <a:lnTo>
                  <a:pt x="408894" y="1276048"/>
                </a:lnTo>
                <a:close/>
                <a:moveTo>
                  <a:pt x="548261" y="1309429"/>
                </a:moveTo>
                <a:lnTo>
                  <a:pt x="572539" y="1208070"/>
                </a:lnTo>
                <a:cubicBezTo>
                  <a:pt x="573739" y="1203116"/>
                  <a:pt x="576183" y="1198879"/>
                  <a:pt x="579870" y="1195359"/>
                </a:cubicBezTo>
                <a:lnTo>
                  <a:pt x="657106" y="1125708"/>
                </a:lnTo>
                <a:cubicBezTo>
                  <a:pt x="652815" y="1121938"/>
                  <a:pt x="649008" y="1117732"/>
                  <a:pt x="645684" y="1113087"/>
                </a:cubicBezTo>
                <a:cubicBezTo>
                  <a:pt x="642361" y="1108442"/>
                  <a:pt x="639608" y="1103481"/>
                  <a:pt x="637425" y="1098204"/>
                </a:cubicBezTo>
                <a:cubicBezTo>
                  <a:pt x="635242" y="1092926"/>
                  <a:pt x="633686" y="1087469"/>
                  <a:pt x="632758" y="1081834"/>
                </a:cubicBezTo>
                <a:cubicBezTo>
                  <a:pt x="631830" y="1076199"/>
                  <a:pt x="631553" y="1070532"/>
                  <a:pt x="631927" y="1064833"/>
                </a:cubicBezTo>
                <a:cubicBezTo>
                  <a:pt x="632302" y="1059134"/>
                  <a:pt x="633318" y="1053551"/>
                  <a:pt x="634977" y="1048086"/>
                </a:cubicBezTo>
                <a:cubicBezTo>
                  <a:pt x="636635" y="1042621"/>
                  <a:pt x="638891" y="1037415"/>
                  <a:pt x="641746" y="1032469"/>
                </a:cubicBezTo>
                <a:cubicBezTo>
                  <a:pt x="644601" y="1027522"/>
                  <a:pt x="647980" y="1022964"/>
                  <a:pt x="651883" y="1018794"/>
                </a:cubicBezTo>
                <a:cubicBezTo>
                  <a:pt x="655786" y="1014625"/>
                  <a:pt x="660111" y="1010952"/>
                  <a:pt x="664859" y="1007777"/>
                </a:cubicBezTo>
                <a:cubicBezTo>
                  <a:pt x="669606" y="1004602"/>
                  <a:pt x="674652" y="1002007"/>
                  <a:pt x="679996" y="999992"/>
                </a:cubicBezTo>
                <a:cubicBezTo>
                  <a:pt x="685340" y="997977"/>
                  <a:pt x="690843" y="996595"/>
                  <a:pt x="696505" y="995845"/>
                </a:cubicBezTo>
                <a:cubicBezTo>
                  <a:pt x="702166" y="995095"/>
                  <a:pt x="707839" y="994997"/>
                  <a:pt x="713524" y="995552"/>
                </a:cubicBezTo>
                <a:cubicBezTo>
                  <a:pt x="719208" y="996107"/>
                  <a:pt x="724755" y="997299"/>
                  <a:pt x="730165" y="999129"/>
                </a:cubicBezTo>
                <a:cubicBezTo>
                  <a:pt x="735575" y="1000959"/>
                  <a:pt x="740708" y="1003378"/>
                  <a:pt x="745561" y="1006388"/>
                </a:cubicBezTo>
                <a:cubicBezTo>
                  <a:pt x="750415" y="1009398"/>
                  <a:pt x="754864" y="1012920"/>
                  <a:pt x="758908" y="1016953"/>
                </a:cubicBezTo>
                <a:cubicBezTo>
                  <a:pt x="762952" y="1020985"/>
                  <a:pt x="766486" y="1025424"/>
                  <a:pt x="769510" y="1030270"/>
                </a:cubicBezTo>
                <a:cubicBezTo>
                  <a:pt x="772533" y="1035115"/>
                  <a:pt x="774968" y="1040240"/>
                  <a:pt x="776813" y="1045645"/>
                </a:cubicBezTo>
                <a:cubicBezTo>
                  <a:pt x="778658" y="1051050"/>
                  <a:pt x="779866" y="1056594"/>
                  <a:pt x="780437" y="1062276"/>
                </a:cubicBezTo>
                <a:cubicBezTo>
                  <a:pt x="781007" y="1067960"/>
                  <a:pt x="780925" y="1073633"/>
                  <a:pt x="780191" y="1079297"/>
                </a:cubicBezTo>
                <a:cubicBezTo>
                  <a:pt x="779458" y="1084960"/>
                  <a:pt x="778091" y="1090468"/>
                  <a:pt x="776091" y="1095817"/>
                </a:cubicBezTo>
                <a:cubicBezTo>
                  <a:pt x="774091" y="1101167"/>
                  <a:pt x="771510" y="1106219"/>
                  <a:pt x="768348" y="1110976"/>
                </a:cubicBezTo>
                <a:cubicBezTo>
                  <a:pt x="765186" y="1115732"/>
                  <a:pt x="761526" y="1120067"/>
                  <a:pt x="757367" y="1123982"/>
                </a:cubicBezTo>
                <a:cubicBezTo>
                  <a:pt x="753209" y="1127897"/>
                  <a:pt x="748661" y="1131288"/>
                  <a:pt x="743722" y="1134158"/>
                </a:cubicBezTo>
                <a:cubicBezTo>
                  <a:pt x="738784" y="1137027"/>
                  <a:pt x="733584" y="1139298"/>
                  <a:pt x="728124" y="1140971"/>
                </a:cubicBezTo>
                <a:cubicBezTo>
                  <a:pt x="722663" y="1142645"/>
                  <a:pt x="717084" y="1143677"/>
                  <a:pt x="711386" y="1144067"/>
                </a:cubicBezTo>
                <a:cubicBezTo>
                  <a:pt x="710865" y="1144803"/>
                  <a:pt x="710260" y="1145462"/>
                  <a:pt x="709573" y="1146045"/>
                </a:cubicBezTo>
                <a:lnTo>
                  <a:pt x="619623" y="1227386"/>
                </a:lnTo>
                <a:lnTo>
                  <a:pt x="597167" y="1321143"/>
                </a:lnTo>
                <a:lnTo>
                  <a:pt x="548261" y="1309429"/>
                </a:lnTo>
                <a:close/>
                <a:moveTo>
                  <a:pt x="725639" y="1351914"/>
                </a:moveTo>
                <a:lnTo>
                  <a:pt x="749916" y="1250556"/>
                </a:lnTo>
                <a:cubicBezTo>
                  <a:pt x="751200" y="1245593"/>
                  <a:pt x="753728" y="1241375"/>
                  <a:pt x="757501" y="1237904"/>
                </a:cubicBezTo>
                <a:lnTo>
                  <a:pt x="848239" y="1153268"/>
                </a:lnTo>
                <a:lnTo>
                  <a:pt x="860378" y="1102589"/>
                </a:lnTo>
                <a:cubicBezTo>
                  <a:pt x="855533" y="1099412"/>
                  <a:pt x="851121" y="1095718"/>
                  <a:pt x="847140" y="1091507"/>
                </a:cubicBezTo>
                <a:cubicBezTo>
                  <a:pt x="843160" y="1087296"/>
                  <a:pt x="839720" y="1082683"/>
                  <a:pt x="836820" y="1077667"/>
                </a:cubicBezTo>
                <a:cubicBezTo>
                  <a:pt x="833919" y="1072651"/>
                  <a:pt x="831637" y="1067367"/>
                  <a:pt x="829973" y="1061817"/>
                </a:cubicBezTo>
                <a:cubicBezTo>
                  <a:pt x="828310" y="1056267"/>
                  <a:pt x="827309" y="1050600"/>
                  <a:pt x="826972" y="1044815"/>
                </a:cubicBezTo>
                <a:cubicBezTo>
                  <a:pt x="826635" y="1039031"/>
                  <a:pt x="826970" y="1033287"/>
                  <a:pt x="827978" y="1027581"/>
                </a:cubicBezTo>
                <a:cubicBezTo>
                  <a:pt x="828985" y="1021875"/>
                  <a:pt x="830638" y="1016362"/>
                  <a:pt x="832936" y="1011043"/>
                </a:cubicBezTo>
                <a:cubicBezTo>
                  <a:pt x="835234" y="1005724"/>
                  <a:pt x="838115" y="1000742"/>
                  <a:pt x="841579" y="996097"/>
                </a:cubicBezTo>
                <a:cubicBezTo>
                  <a:pt x="845043" y="991453"/>
                  <a:pt x="848996" y="987271"/>
                  <a:pt x="853439" y="983552"/>
                </a:cubicBezTo>
                <a:cubicBezTo>
                  <a:pt x="857882" y="979832"/>
                  <a:pt x="862695" y="976676"/>
                  <a:pt x="867876" y="974084"/>
                </a:cubicBezTo>
                <a:cubicBezTo>
                  <a:pt x="873058" y="971491"/>
                  <a:pt x="878469" y="969532"/>
                  <a:pt x="884109" y="968205"/>
                </a:cubicBezTo>
                <a:cubicBezTo>
                  <a:pt x="889749" y="966879"/>
                  <a:pt x="895467" y="966222"/>
                  <a:pt x="901261" y="966234"/>
                </a:cubicBezTo>
                <a:cubicBezTo>
                  <a:pt x="907055" y="966246"/>
                  <a:pt x="912769" y="966927"/>
                  <a:pt x="918404" y="968277"/>
                </a:cubicBezTo>
                <a:cubicBezTo>
                  <a:pt x="924039" y="969626"/>
                  <a:pt x="929442" y="971608"/>
                  <a:pt x="934613" y="974222"/>
                </a:cubicBezTo>
                <a:cubicBezTo>
                  <a:pt x="939783" y="976836"/>
                  <a:pt x="944583" y="980012"/>
                  <a:pt x="949010" y="983750"/>
                </a:cubicBezTo>
                <a:cubicBezTo>
                  <a:pt x="953437" y="987488"/>
                  <a:pt x="957374" y="991686"/>
                  <a:pt x="960818" y="996345"/>
                </a:cubicBezTo>
                <a:cubicBezTo>
                  <a:pt x="964263" y="1001004"/>
                  <a:pt x="967123" y="1005998"/>
                  <a:pt x="969399" y="1011326"/>
                </a:cubicBezTo>
                <a:cubicBezTo>
                  <a:pt x="971675" y="1016655"/>
                  <a:pt x="973305" y="1022174"/>
                  <a:pt x="974289" y="1027884"/>
                </a:cubicBezTo>
                <a:cubicBezTo>
                  <a:pt x="975272" y="1033594"/>
                  <a:pt x="975584" y="1039340"/>
                  <a:pt x="975223" y="1045123"/>
                </a:cubicBezTo>
                <a:cubicBezTo>
                  <a:pt x="974862" y="1050906"/>
                  <a:pt x="973838" y="1056570"/>
                  <a:pt x="972151" y="1062113"/>
                </a:cubicBezTo>
                <a:cubicBezTo>
                  <a:pt x="970464" y="1067656"/>
                  <a:pt x="968160" y="1072929"/>
                  <a:pt x="965239" y="1077933"/>
                </a:cubicBezTo>
                <a:cubicBezTo>
                  <a:pt x="962318" y="1082937"/>
                  <a:pt x="958858" y="1087536"/>
                  <a:pt x="954861" y="1091730"/>
                </a:cubicBezTo>
                <a:cubicBezTo>
                  <a:pt x="950863" y="1095925"/>
                  <a:pt x="946435" y="1099600"/>
                  <a:pt x="941577" y="1102758"/>
                </a:cubicBezTo>
                <a:cubicBezTo>
                  <a:pt x="936719" y="1105915"/>
                  <a:pt x="931562" y="1108470"/>
                  <a:pt x="926106" y="1110421"/>
                </a:cubicBezTo>
                <a:cubicBezTo>
                  <a:pt x="920650" y="1112371"/>
                  <a:pt x="915043" y="1113665"/>
                  <a:pt x="909284" y="1114303"/>
                </a:cubicBezTo>
                <a:lnTo>
                  <a:pt x="894839" y="1174611"/>
                </a:lnTo>
                <a:cubicBezTo>
                  <a:pt x="893583" y="1179679"/>
                  <a:pt x="891034" y="1183980"/>
                  <a:pt x="887193" y="1187517"/>
                </a:cubicBezTo>
                <a:lnTo>
                  <a:pt x="797243" y="1268858"/>
                </a:lnTo>
                <a:lnTo>
                  <a:pt x="774787" y="1362615"/>
                </a:lnTo>
                <a:lnTo>
                  <a:pt x="725639" y="1351914"/>
                </a:lnTo>
                <a:close/>
                <a:moveTo>
                  <a:pt x="908084" y="1395613"/>
                </a:moveTo>
                <a:lnTo>
                  <a:pt x="932361" y="1294255"/>
                </a:lnTo>
                <a:cubicBezTo>
                  <a:pt x="933645" y="1289292"/>
                  <a:pt x="936173" y="1285074"/>
                  <a:pt x="939946" y="1281603"/>
                </a:cubicBezTo>
                <a:lnTo>
                  <a:pt x="1030431" y="1196907"/>
                </a:lnTo>
                <a:lnTo>
                  <a:pt x="1042570" y="1146228"/>
                </a:lnTo>
                <a:cubicBezTo>
                  <a:pt x="1036340" y="1142143"/>
                  <a:pt x="1030853" y="1137228"/>
                  <a:pt x="1026108" y="1131486"/>
                </a:cubicBezTo>
                <a:cubicBezTo>
                  <a:pt x="1021363" y="1125744"/>
                  <a:pt x="1017571" y="1119429"/>
                  <a:pt x="1014733" y="1112541"/>
                </a:cubicBezTo>
                <a:cubicBezTo>
                  <a:pt x="1011895" y="1105653"/>
                  <a:pt x="1010137" y="1098500"/>
                  <a:pt x="1009459" y="1091081"/>
                </a:cubicBezTo>
                <a:cubicBezTo>
                  <a:pt x="1008781" y="1083663"/>
                  <a:pt x="1009214" y="1076309"/>
                  <a:pt x="1010757" y="1069022"/>
                </a:cubicBezTo>
                <a:cubicBezTo>
                  <a:pt x="1012300" y="1061734"/>
                  <a:pt x="1014884" y="1054836"/>
                  <a:pt x="1018510" y="1048328"/>
                </a:cubicBezTo>
                <a:cubicBezTo>
                  <a:pt x="1022136" y="1041821"/>
                  <a:pt x="1026642" y="1035994"/>
                  <a:pt x="1032028" y="1030847"/>
                </a:cubicBezTo>
                <a:cubicBezTo>
                  <a:pt x="1037414" y="1025701"/>
                  <a:pt x="1043440" y="1021464"/>
                  <a:pt x="1050105" y="1018137"/>
                </a:cubicBezTo>
                <a:cubicBezTo>
                  <a:pt x="1056771" y="1014811"/>
                  <a:pt x="1063779" y="1012542"/>
                  <a:pt x="1071129" y="1011331"/>
                </a:cubicBezTo>
                <a:cubicBezTo>
                  <a:pt x="1081033" y="1009569"/>
                  <a:pt x="1090875" y="1009872"/>
                  <a:pt x="1100652" y="1012241"/>
                </a:cubicBezTo>
                <a:cubicBezTo>
                  <a:pt x="1109261" y="1014104"/>
                  <a:pt x="1117281" y="1017400"/>
                  <a:pt x="1124713" y="1022128"/>
                </a:cubicBezTo>
                <a:cubicBezTo>
                  <a:pt x="1132145" y="1026855"/>
                  <a:pt x="1138529" y="1032723"/>
                  <a:pt x="1143866" y="1039730"/>
                </a:cubicBezTo>
                <a:cubicBezTo>
                  <a:pt x="1149203" y="1046738"/>
                  <a:pt x="1153162" y="1054453"/>
                  <a:pt x="1155744" y="1062874"/>
                </a:cubicBezTo>
                <a:cubicBezTo>
                  <a:pt x="1158326" y="1071295"/>
                  <a:pt x="1159371" y="1079903"/>
                  <a:pt x="1158879" y="1088697"/>
                </a:cubicBezTo>
                <a:cubicBezTo>
                  <a:pt x="1158387" y="1097492"/>
                  <a:pt x="1156389" y="1105929"/>
                  <a:pt x="1152884" y="1114010"/>
                </a:cubicBezTo>
                <a:cubicBezTo>
                  <a:pt x="1149379" y="1122091"/>
                  <a:pt x="1144584" y="1129316"/>
                  <a:pt x="1138499" y="1135685"/>
                </a:cubicBezTo>
                <a:cubicBezTo>
                  <a:pt x="1132414" y="1142054"/>
                  <a:pt x="1125415" y="1147173"/>
                  <a:pt x="1117503" y="1151042"/>
                </a:cubicBezTo>
                <a:cubicBezTo>
                  <a:pt x="1109590" y="1154912"/>
                  <a:pt x="1101252" y="1157292"/>
                  <a:pt x="1092489" y="1158184"/>
                </a:cubicBezTo>
                <a:lnTo>
                  <a:pt x="1078044" y="1218492"/>
                </a:lnTo>
                <a:cubicBezTo>
                  <a:pt x="1076947" y="1223655"/>
                  <a:pt x="1074399" y="1227956"/>
                  <a:pt x="1070398" y="1231398"/>
                </a:cubicBezTo>
                <a:lnTo>
                  <a:pt x="980449" y="1312739"/>
                </a:lnTo>
                <a:lnTo>
                  <a:pt x="957992" y="1406496"/>
                </a:lnTo>
                <a:lnTo>
                  <a:pt x="908084" y="1395613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4" name="Shape 24"/>
          <p:cNvSpPr/>
          <p:nvPr/>
        </p:nvSpPr>
        <p:spPr>
          <a:xfrm>
            <a:off x="16854830" y="4608772"/>
            <a:ext cx="555177" cy="555196"/>
          </a:xfrm>
          <a:custGeom>
            <a:avLst/>
            <a:gdLst/>
            <a:rect l="0" t="0" r="555177" b="555196"/>
            <a:pathLst>
              <a:path w="555177" h="555196" fill="norm" stroke="0">
                <a:moveTo>
                  <a:pt x="148410" y="554069"/>
                </a:moveTo>
                <a:lnTo>
                  <a:pt x="545883" y="423161"/>
                </a:lnTo>
                <a:cubicBezTo>
                  <a:pt x="547570" y="422606"/>
                  <a:pt x="549084" y="421749"/>
                  <a:pt x="550430" y="420591"/>
                </a:cubicBezTo>
                <a:cubicBezTo>
                  <a:pt x="551776" y="419433"/>
                  <a:pt x="552848" y="418061"/>
                  <a:pt x="553647" y="416476"/>
                </a:cubicBezTo>
                <a:cubicBezTo>
                  <a:pt x="554447" y="414891"/>
                  <a:pt x="554913" y="413213"/>
                  <a:pt x="555045" y="411443"/>
                </a:cubicBezTo>
                <a:cubicBezTo>
                  <a:pt x="555177" y="409673"/>
                  <a:pt x="554966" y="407944"/>
                  <a:pt x="554411" y="406259"/>
                </a:cubicBezTo>
                <a:lnTo>
                  <a:pt x="423670" y="9294"/>
                </a:lnTo>
                <a:cubicBezTo>
                  <a:pt x="423115" y="7608"/>
                  <a:pt x="422258" y="6092"/>
                  <a:pt x="421100" y="4747"/>
                </a:cubicBezTo>
                <a:cubicBezTo>
                  <a:pt x="419942" y="3402"/>
                  <a:pt x="418570" y="2329"/>
                  <a:pt x="416984" y="1530"/>
                </a:cubicBezTo>
                <a:cubicBezTo>
                  <a:pt x="415399" y="730"/>
                  <a:pt x="413722" y="264"/>
                  <a:pt x="411952" y="132"/>
                </a:cubicBezTo>
                <a:cubicBezTo>
                  <a:pt x="410181" y="0"/>
                  <a:pt x="408453" y="212"/>
                  <a:pt x="406767" y="767"/>
                </a:cubicBezTo>
                <a:lnTo>
                  <a:pt x="9294" y="131675"/>
                </a:lnTo>
                <a:cubicBezTo>
                  <a:pt x="7609" y="132230"/>
                  <a:pt x="6093" y="133087"/>
                  <a:pt x="4747" y="134245"/>
                </a:cubicBezTo>
                <a:cubicBezTo>
                  <a:pt x="3401" y="135404"/>
                  <a:pt x="2330" y="136775"/>
                  <a:pt x="1530" y="138360"/>
                </a:cubicBezTo>
                <a:cubicBezTo>
                  <a:pt x="730" y="139945"/>
                  <a:pt x="265" y="141623"/>
                  <a:pt x="132" y="143393"/>
                </a:cubicBezTo>
                <a:cubicBezTo>
                  <a:pt x="0" y="145163"/>
                  <a:pt x="212" y="146891"/>
                  <a:pt x="767" y="148578"/>
                </a:cubicBezTo>
                <a:lnTo>
                  <a:pt x="131676" y="546050"/>
                </a:lnTo>
                <a:cubicBezTo>
                  <a:pt x="132935" y="549417"/>
                  <a:pt x="135186" y="551877"/>
                  <a:pt x="138427" y="553430"/>
                </a:cubicBezTo>
                <a:cubicBezTo>
                  <a:pt x="141669" y="554983"/>
                  <a:pt x="144997" y="555196"/>
                  <a:pt x="148410" y="554069"/>
                </a:cubicBezTo>
                <a:close/>
                <a:moveTo>
                  <a:pt x="30259" y="152536"/>
                </a:moveTo>
                <a:lnTo>
                  <a:pt x="402684" y="29878"/>
                </a:lnTo>
                <a:lnTo>
                  <a:pt x="525467" y="402683"/>
                </a:lnTo>
                <a:lnTo>
                  <a:pt x="152662" y="525467"/>
                </a:lnTo>
                <a:lnTo>
                  <a:pt x="30259" y="152536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16701453" y="4454144"/>
            <a:ext cx="863349" cy="863350"/>
          </a:xfrm>
          <a:custGeom>
            <a:avLst/>
            <a:gdLst/>
            <a:rect l="0" t="0" r="863349" b="863350"/>
            <a:pathLst>
              <a:path w="863349" h="863350" fill="norm" stroke="0">
                <a:moveTo>
                  <a:pt x="732841" y="150384"/>
                </a:moveTo>
                <a:cubicBezTo>
                  <a:pt x="734923" y="150274"/>
                  <a:pt x="736873" y="149708"/>
                  <a:pt x="738690" y="148687"/>
                </a:cubicBezTo>
                <a:cubicBezTo>
                  <a:pt x="740508" y="147666"/>
                  <a:pt x="742006" y="146295"/>
                  <a:pt x="743183" y="144574"/>
                </a:cubicBezTo>
                <a:cubicBezTo>
                  <a:pt x="744359" y="142853"/>
                  <a:pt x="745094" y="140960"/>
                  <a:pt x="745387" y="138895"/>
                </a:cubicBezTo>
                <a:cubicBezTo>
                  <a:pt x="745680" y="136831"/>
                  <a:pt x="745500" y="134808"/>
                  <a:pt x="744848" y="132828"/>
                </a:cubicBezTo>
                <a:cubicBezTo>
                  <a:pt x="744196" y="130847"/>
                  <a:pt x="743139" y="129114"/>
                  <a:pt x="741677" y="127628"/>
                </a:cubicBezTo>
                <a:cubicBezTo>
                  <a:pt x="740214" y="126141"/>
                  <a:pt x="738499" y="125056"/>
                  <a:pt x="736529" y="124371"/>
                </a:cubicBezTo>
                <a:cubicBezTo>
                  <a:pt x="734560" y="123686"/>
                  <a:pt x="732540" y="123473"/>
                  <a:pt x="730472" y="123732"/>
                </a:cubicBezTo>
                <a:cubicBezTo>
                  <a:pt x="728402" y="123991"/>
                  <a:pt x="726498" y="124695"/>
                  <a:pt x="724757" y="125844"/>
                </a:cubicBezTo>
                <a:lnTo>
                  <a:pt x="653044" y="149463"/>
                </a:lnTo>
                <a:lnTo>
                  <a:pt x="625782" y="66688"/>
                </a:lnTo>
                <a:cubicBezTo>
                  <a:pt x="625227" y="65001"/>
                  <a:pt x="624370" y="63486"/>
                  <a:pt x="623212" y="62140"/>
                </a:cubicBezTo>
                <a:cubicBezTo>
                  <a:pt x="622054" y="60795"/>
                  <a:pt x="620681" y="59723"/>
                  <a:pt x="619097" y="58923"/>
                </a:cubicBezTo>
                <a:cubicBezTo>
                  <a:pt x="617513" y="58124"/>
                  <a:pt x="615835" y="57658"/>
                  <a:pt x="614065" y="57526"/>
                </a:cubicBezTo>
                <a:cubicBezTo>
                  <a:pt x="612294" y="57393"/>
                  <a:pt x="610566" y="57605"/>
                  <a:pt x="608879" y="58160"/>
                </a:cubicBezTo>
                <a:lnTo>
                  <a:pt x="526486" y="85297"/>
                </a:lnTo>
                <a:lnTo>
                  <a:pt x="502993" y="13965"/>
                </a:lnTo>
                <a:cubicBezTo>
                  <a:pt x="503059" y="11783"/>
                  <a:pt x="502617" y="9709"/>
                  <a:pt x="501669" y="7744"/>
                </a:cubicBezTo>
                <a:cubicBezTo>
                  <a:pt x="500720" y="5778"/>
                  <a:pt x="499370" y="4142"/>
                  <a:pt x="497621" y="2837"/>
                </a:cubicBezTo>
                <a:cubicBezTo>
                  <a:pt x="495872" y="1531"/>
                  <a:pt x="493920" y="702"/>
                  <a:pt x="491765" y="351"/>
                </a:cubicBezTo>
                <a:cubicBezTo>
                  <a:pt x="489612" y="0"/>
                  <a:pt x="487497" y="166"/>
                  <a:pt x="485425" y="848"/>
                </a:cubicBezTo>
                <a:cubicBezTo>
                  <a:pt x="483352" y="1531"/>
                  <a:pt x="481552" y="2654"/>
                  <a:pt x="480028" y="4217"/>
                </a:cubicBezTo>
                <a:cubicBezTo>
                  <a:pt x="478504" y="5779"/>
                  <a:pt x="477427" y="7605"/>
                  <a:pt x="476796" y="9695"/>
                </a:cubicBezTo>
                <a:cubicBezTo>
                  <a:pt x="476166" y="11785"/>
                  <a:pt x="476053" y="13902"/>
                  <a:pt x="476458" y="16047"/>
                </a:cubicBezTo>
                <a:cubicBezTo>
                  <a:pt x="476862" y="18192"/>
                  <a:pt x="477740" y="20122"/>
                  <a:pt x="479089" y="21838"/>
                </a:cubicBezTo>
                <a:lnTo>
                  <a:pt x="502707" y="93551"/>
                </a:lnTo>
                <a:lnTo>
                  <a:pt x="439133" y="114490"/>
                </a:lnTo>
                <a:lnTo>
                  <a:pt x="415514" y="42777"/>
                </a:lnTo>
                <a:cubicBezTo>
                  <a:pt x="414958" y="41091"/>
                  <a:pt x="414102" y="39575"/>
                  <a:pt x="412942" y="38229"/>
                </a:cubicBezTo>
                <a:cubicBezTo>
                  <a:pt x="411784" y="36885"/>
                  <a:pt x="410414" y="35812"/>
                  <a:pt x="408828" y="35012"/>
                </a:cubicBezTo>
                <a:cubicBezTo>
                  <a:pt x="407243" y="34213"/>
                  <a:pt x="405566" y="33747"/>
                  <a:pt x="403796" y="33615"/>
                </a:cubicBezTo>
                <a:cubicBezTo>
                  <a:pt x="402025" y="33482"/>
                  <a:pt x="400296" y="33694"/>
                  <a:pt x="398611" y="34249"/>
                </a:cubicBezTo>
                <a:cubicBezTo>
                  <a:pt x="396925" y="34805"/>
                  <a:pt x="395408" y="35661"/>
                  <a:pt x="394064" y="36820"/>
                </a:cubicBezTo>
                <a:cubicBezTo>
                  <a:pt x="392719" y="37978"/>
                  <a:pt x="391646" y="39350"/>
                  <a:pt x="390846" y="40935"/>
                </a:cubicBezTo>
                <a:cubicBezTo>
                  <a:pt x="390046" y="42519"/>
                  <a:pt x="389581" y="44197"/>
                  <a:pt x="389449" y="45967"/>
                </a:cubicBezTo>
                <a:cubicBezTo>
                  <a:pt x="389316" y="47738"/>
                  <a:pt x="389528" y="49466"/>
                  <a:pt x="390083" y="51152"/>
                </a:cubicBezTo>
                <a:lnTo>
                  <a:pt x="413702" y="122865"/>
                </a:lnTo>
                <a:lnTo>
                  <a:pt x="350127" y="143804"/>
                </a:lnTo>
                <a:lnTo>
                  <a:pt x="326509" y="72091"/>
                </a:lnTo>
                <a:cubicBezTo>
                  <a:pt x="325952" y="70405"/>
                  <a:pt x="325096" y="68889"/>
                  <a:pt x="323938" y="67544"/>
                </a:cubicBezTo>
                <a:cubicBezTo>
                  <a:pt x="322779" y="66198"/>
                  <a:pt x="321408" y="65126"/>
                  <a:pt x="319822" y="64326"/>
                </a:cubicBezTo>
                <a:cubicBezTo>
                  <a:pt x="318238" y="63527"/>
                  <a:pt x="316561" y="63061"/>
                  <a:pt x="314790" y="62929"/>
                </a:cubicBezTo>
                <a:cubicBezTo>
                  <a:pt x="313020" y="62797"/>
                  <a:pt x="311291" y="63008"/>
                  <a:pt x="309606" y="63564"/>
                </a:cubicBezTo>
                <a:cubicBezTo>
                  <a:pt x="307919" y="64119"/>
                  <a:pt x="306403" y="64975"/>
                  <a:pt x="305059" y="66134"/>
                </a:cubicBezTo>
                <a:cubicBezTo>
                  <a:pt x="303713" y="67292"/>
                  <a:pt x="302640" y="68664"/>
                  <a:pt x="301840" y="70249"/>
                </a:cubicBezTo>
                <a:cubicBezTo>
                  <a:pt x="301042" y="71834"/>
                  <a:pt x="300575" y="73511"/>
                  <a:pt x="300444" y="75281"/>
                </a:cubicBezTo>
                <a:cubicBezTo>
                  <a:pt x="300310" y="77052"/>
                  <a:pt x="300523" y="78780"/>
                  <a:pt x="301078" y="80466"/>
                </a:cubicBezTo>
                <a:lnTo>
                  <a:pt x="324696" y="152179"/>
                </a:lnTo>
                <a:lnTo>
                  <a:pt x="261122" y="173118"/>
                </a:lnTo>
                <a:lnTo>
                  <a:pt x="237503" y="101405"/>
                </a:lnTo>
                <a:cubicBezTo>
                  <a:pt x="237393" y="99323"/>
                  <a:pt x="236827" y="97372"/>
                  <a:pt x="235806" y="95555"/>
                </a:cubicBezTo>
                <a:cubicBezTo>
                  <a:pt x="234784" y="93737"/>
                  <a:pt x="233414" y="92239"/>
                  <a:pt x="231693" y="91062"/>
                </a:cubicBezTo>
                <a:cubicBezTo>
                  <a:pt x="229970" y="89885"/>
                  <a:pt x="228079" y="89150"/>
                  <a:pt x="226014" y="88857"/>
                </a:cubicBezTo>
                <a:cubicBezTo>
                  <a:pt x="223949" y="88564"/>
                  <a:pt x="221928" y="88744"/>
                  <a:pt x="219946" y="89396"/>
                </a:cubicBezTo>
                <a:cubicBezTo>
                  <a:pt x="217967" y="90049"/>
                  <a:pt x="216233" y="91106"/>
                  <a:pt x="214747" y="92568"/>
                </a:cubicBezTo>
                <a:cubicBezTo>
                  <a:pt x="213260" y="94030"/>
                  <a:pt x="212175" y="95746"/>
                  <a:pt x="211489" y="97716"/>
                </a:cubicBezTo>
                <a:cubicBezTo>
                  <a:pt x="210806" y="99685"/>
                  <a:pt x="210592" y="101705"/>
                  <a:pt x="210851" y="103774"/>
                </a:cubicBezTo>
                <a:cubicBezTo>
                  <a:pt x="211110" y="105842"/>
                  <a:pt x="211813" y="107747"/>
                  <a:pt x="212962" y="109487"/>
                </a:cubicBezTo>
                <a:lnTo>
                  <a:pt x="236581" y="181200"/>
                </a:lnTo>
                <a:lnTo>
                  <a:pt x="173006" y="202138"/>
                </a:lnTo>
                <a:lnTo>
                  <a:pt x="149388" y="130426"/>
                </a:lnTo>
                <a:cubicBezTo>
                  <a:pt x="149278" y="128343"/>
                  <a:pt x="148712" y="126393"/>
                  <a:pt x="147690" y="124575"/>
                </a:cubicBezTo>
                <a:cubicBezTo>
                  <a:pt x="146669" y="122758"/>
                  <a:pt x="145298" y="121260"/>
                  <a:pt x="143577" y="120083"/>
                </a:cubicBezTo>
                <a:cubicBezTo>
                  <a:pt x="141856" y="118906"/>
                  <a:pt x="139964" y="118171"/>
                  <a:pt x="137899" y="117878"/>
                </a:cubicBezTo>
                <a:cubicBezTo>
                  <a:pt x="135834" y="117585"/>
                  <a:pt x="133812" y="117765"/>
                  <a:pt x="131831" y="118417"/>
                </a:cubicBezTo>
                <a:cubicBezTo>
                  <a:pt x="129851" y="119069"/>
                  <a:pt x="128118" y="120127"/>
                  <a:pt x="126631" y="121589"/>
                </a:cubicBezTo>
                <a:cubicBezTo>
                  <a:pt x="125144" y="123051"/>
                  <a:pt x="124059" y="124767"/>
                  <a:pt x="123374" y="126736"/>
                </a:cubicBezTo>
                <a:cubicBezTo>
                  <a:pt x="122690" y="128706"/>
                  <a:pt x="122476" y="130725"/>
                  <a:pt x="122735" y="132794"/>
                </a:cubicBezTo>
                <a:cubicBezTo>
                  <a:pt x="122994" y="134863"/>
                  <a:pt x="123698" y="136768"/>
                  <a:pt x="124847" y="138508"/>
                </a:cubicBezTo>
                <a:lnTo>
                  <a:pt x="148465" y="210221"/>
                </a:lnTo>
                <a:lnTo>
                  <a:pt x="65436" y="237567"/>
                </a:lnTo>
                <a:cubicBezTo>
                  <a:pt x="63751" y="238122"/>
                  <a:pt x="62235" y="238979"/>
                  <a:pt x="60889" y="240137"/>
                </a:cubicBezTo>
                <a:cubicBezTo>
                  <a:pt x="59544" y="241295"/>
                  <a:pt x="58472" y="242667"/>
                  <a:pt x="57672" y="244252"/>
                </a:cubicBezTo>
                <a:cubicBezTo>
                  <a:pt x="56872" y="245837"/>
                  <a:pt x="56407" y="247514"/>
                  <a:pt x="56274" y="249285"/>
                </a:cubicBezTo>
                <a:cubicBezTo>
                  <a:pt x="56142" y="251055"/>
                  <a:pt x="56353" y="252783"/>
                  <a:pt x="56910" y="254469"/>
                </a:cubicBezTo>
                <a:lnTo>
                  <a:pt x="84172" y="337245"/>
                </a:lnTo>
                <a:lnTo>
                  <a:pt x="12840" y="360738"/>
                </a:lnTo>
                <a:cubicBezTo>
                  <a:pt x="10757" y="360848"/>
                  <a:pt x="8807" y="361413"/>
                  <a:pt x="6990" y="362434"/>
                </a:cubicBezTo>
                <a:cubicBezTo>
                  <a:pt x="5172" y="363456"/>
                  <a:pt x="3674" y="364827"/>
                  <a:pt x="2498" y="366548"/>
                </a:cubicBezTo>
                <a:cubicBezTo>
                  <a:pt x="1319" y="368269"/>
                  <a:pt x="584" y="370162"/>
                  <a:pt x="291" y="372226"/>
                </a:cubicBezTo>
                <a:cubicBezTo>
                  <a:pt x="0" y="374291"/>
                  <a:pt x="180" y="376313"/>
                  <a:pt x="831" y="378294"/>
                </a:cubicBezTo>
                <a:cubicBezTo>
                  <a:pt x="1484" y="380274"/>
                  <a:pt x="2541" y="382007"/>
                  <a:pt x="4003" y="383494"/>
                </a:cubicBezTo>
                <a:cubicBezTo>
                  <a:pt x="5465" y="384980"/>
                  <a:pt x="7181" y="386066"/>
                  <a:pt x="9151" y="386750"/>
                </a:cubicBezTo>
                <a:cubicBezTo>
                  <a:pt x="11120" y="387435"/>
                  <a:pt x="13140" y="387648"/>
                  <a:pt x="15208" y="387389"/>
                </a:cubicBezTo>
                <a:cubicBezTo>
                  <a:pt x="17278" y="387130"/>
                  <a:pt x="19182" y="386426"/>
                  <a:pt x="20923" y="385278"/>
                </a:cubicBezTo>
                <a:lnTo>
                  <a:pt x="92635" y="361659"/>
                </a:lnTo>
                <a:lnTo>
                  <a:pt x="113573" y="425234"/>
                </a:lnTo>
                <a:lnTo>
                  <a:pt x="41861" y="448853"/>
                </a:lnTo>
                <a:cubicBezTo>
                  <a:pt x="39756" y="448925"/>
                  <a:pt x="37778" y="449465"/>
                  <a:pt x="35926" y="450471"/>
                </a:cubicBezTo>
                <a:cubicBezTo>
                  <a:pt x="34075" y="451477"/>
                  <a:pt x="32547" y="452844"/>
                  <a:pt x="31341" y="454573"/>
                </a:cubicBezTo>
                <a:cubicBezTo>
                  <a:pt x="30136" y="456300"/>
                  <a:pt x="29381" y="458207"/>
                  <a:pt x="29076" y="460291"/>
                </a:cubicBezTo>
                <a:cubicBezTo>
                  <a:pt x="28770" y="462376"/>
                  <a:pt x="28947" y="464419"/>
                  <a:pt x="29606" y="466420"/>
                </a:cubicBezTo>
                <a:cubicBezTo>
                  <a:pt x="30265" y="468421"/>
                  <a:pt x="31336" y="470169"/>
                  <a:pt x="32821" y="471664"/>
                </a:cubicBezTo>
                <a:cubicBezTo>
                  <a:pt x="34305" y="473159"/>
                  <a:pt x="36046" y="474243"/>
                  <a:pt x="38041" y="474917"/>
                </a:cubicBezTo>
                <a:cubicBezTo>
                  <a:pt x="40038" y="475590"/>
                  <a:pt x="42080" y="475781"/>
                  <a:pt x="44166" y="475491"/>
                </a:cubicBezTo>
                <a:cubicBezTo>
                  <a:pt x="46253" y="475200"/>
                  <a:pt x="48165" y="474459"/>
                  <a:pt x="49901" y="473266"/>
                </a:cubicBezTo>
                <a:lnTo>
                  <a:pt x="121614" y="449647"/>
                </a:lnTo>
                <a:lnTo>
                  <a:pt x="142553" y="513223"/>
                </a:lnTo>
                <a:lnTo>
                  <a:pt x="70839" y="536841"/>
                </a:lnTo>
                <a:cubicBezTo>
                  <a:pt x="69154" y="537397"/>
                  <a:pt x="67638" y="538253"/>
                  <a:pt x="66292" y="539412"/>
                </a:cubicBezTo>
                <a:cubicBezTo>
                  <a:pt x="64948" y="540570"/>
                  <a:pt x="63875" y="541941"/>
                  <a:pt x="63075" y="543527"/>
                </a:cubicBezTo>
                <a:cubicBezTo>
                  <a:pt x="62275" y="545111"/>
                  <a:pt x="61810" y="546789"/>
                  <a:pt x="61677" y="548559"/>
                </a:cubicBezTo>
                <a:cubicBezTo>
                  <a:pt x="61545" y="550330"/>
                  <a:pt x="61757" y="552058"/>
                  <a:pt x="62312" y="553744"/>
                </a:cubicBezTo>
                <a:cubicBezTo>
                  <a:pt x="62867" y="555430"/>
                  <a:pt x="63725" y="556946"/>
                  <a:pt x="64883" y="558291"/>
                </a:cubicBezTo>
                <a:cubicBezTo>
                  <a:pt x="66041" y="559636"/>
                  <a:pt x="67413" y="560709"/>
                  <a:pt x="68997" y="561508"/>
                </a:cubicBezTo>
                <a:cubicBezTo>
                  <a:pt x="70583" y="562308"/>
                  <a:pt x="72261" y="562774"/>
                  <a:pt x="74031" y="562906"/>
                </a:cubicBezTo>
                <a:cubicBezTo>
                  <a:pt x="75800" y="563038"/>
                  <a:pt x="77529" y="562826"/>
                  <a:pt x="79215" y="562271"/>
                </a:cubicBezTo>
                <a:lnTo>
                  <a:pt x="150929" y="538652"/>
                </a:lnTo>
                <a:lnTo>
                  <a:pt x="171867" y="602228"/>
                </a:lnTo>
                <a:lnTo>
                  <a:pt x="100154" y="625847"/>
                </a:lnTo>
                <a:cubicBezTo>
                  <a:pt x="98072" y="625957"/>
                  <a:pt x="96121" y="626522"/>
                  <a:pt x="94304" y="627543"/>
                </a:cubicBezTo>
                <a:cubicBezTo>
                  <a:pt x="92486" y="628565"/>
                  <a:pt x="90988" y="629936"/>
                  <a:pt x="89812" y="631657"/>
                </a:cubicBezTo>
                <a:cubicBezTo>
                  <a:pt x="88633" y="633378"/>
                  <a:pt x="87899" y="635271"/>
                  <a:pt x="87606" y="637335"/>
                </a:cubicBezTo>
                <a:cubicBezTo>
                  <a:pt x="87313" y="639400"/>
                  <a:pt x="87492" y="641422"/>
                  <a:pt x="88145" y="643403"/>
                </a:cubicBezTo>
                <a:cubicBezTo>
                  <a:pt x="88798" y="645383"/>
                  <a:pt x="89855" y="647116"/>
                  <a:pt x="91317" y="648603"/>
                </a:cubicBezTo>
                <a:cubicBezTo>
                  <a:pt x="92779" y="650089"/>
                  <a:pt x="94495" y="651175"/>
                  <a:pt x="96465" y="651859"/>
                </a:cubicBezTo>
                <a:cubicBezTo>
                  <a:pt x="98434" y="652544"/>
                  <a:pt x="100453" y="652757"/>
                  <a:pt x="102522" y="652498"/>
                </a:cubicBezTo>
                <a:cubicBezTo>
                  <a:pt x="104592" y="652239"/>
                  <a:pt x="106496" y="651535"/>
                  <a:pt x="108235" y="650387"/>
                </a:cubicBezTo>
                <a:lnTo>
                  <a:pt x="179949" y="626768"/>
                </a:lnTo>
                <a:lnTo>
                  <a:pt x="200887" y="690343"/>
                </a:lnTo>
                <a:lnTo>
                  <a:pt x="129175" y="713962"/>
                </a:lnTo>
                <a:cubicBezTo>
                  <a:pt x="127093" y="714072"/>
                  <a:pt x="125143" y="714638"/>
                  <a:pt x="123324" y="715659"/>
                </a:cubicBezTo>
                <a:cubicBezTo>
                  <a:pt x="121507" y="716680"/>
                  <a:pt x="120010" y="718052"/>
                  <a:pt x="118832" y="719772"/>
                </a:cubicBezTo>
                <a:cubicBezTo>
                  <a:pt x="117655" y="721493"/>
                  <a:pt x="116920" y="723386"/>
                  <a:pt x="116627" y="725451"/>
                </a:cubicBezTo>
                <a:cubicBezTo>
                  <a:pt x="116334" y="727515"/>
                  <a:pt x="116514" y="729538"/>
                  <a:pt x="117166" y="731518"/>
                </a:cubicBezTo>
                <a:cubicBezTo>
                  <a:pt x="117819" y="733498"/>
                  <a:pt x="118875" y="735232"/>
                  <a:pt x="120338" y="736718"/>
                </a:cubicBezTo>
                <a:cubicBezTo>
                  <a:pt x="121800" y="738205"/>
                  <a:pt x="123516" y="739290"/>
                  <a:pt x="125485" y="739975"/>
                </a:cubicBezTo>
                <a:cubicBezTo>
                  <a:pt x="127456" y="740659"/>
                  <a:pt x="129474" y="740872"/>
                  <a:pt x="131544" y="740613"/>
                </a:cubicBezTo>
                <a:cubicBezTo>
                  <a:pt x="133612" y="740355"/>
                  <a:pt x="135517" y="739651"/>
                  <a:pt x="137257" y="738502"/>
                </a:cubicBezTo>
                <a:lnTo>
                  <a:pt x="208970" y="714883"/>
                </a:lnTo>
                <a:lnTo>
                  <a:pt x="236232" y="797658"/>
                </a:lnTo>
                <a:cubicBezTo>
                  <a:pt x="236787" y="799345"/>
                  <a:pt x="237644" y="800860"/>
                  <a:pt x="238802" y="802205"/>
                </a:cubicBezTo>
                <a:cubicBezTo>
                  <a:pt x="239961" y="803551"/>
                  <a:pt x="241333" y="804623"/>
                  <a:pt x="242917" y="805423"/>
                </a:cubicBezTo>
                <a:cubicBezTo>
                  <a:pt x="244503" y="806222"/>
                  <a:pt x="246180" y="806688"/>
                  <a:pt x="247951" y="806820"/>
                </a:cubicBezTo>
                <a:cubicBezTo>
                  <a:pt x="249720" y="806953"/>
                  <a:pt x="251448" y="806741"/>
                  <a:pt x="253135" y="806186"/>
                </a:cubicBezTo>
                <a:lnTo>
                  <a:pt x="335910" y="778924"/>
                </a:lnTo>
                <a:lnTo>
                  <a:pt x="359487" y="850509"/>
                </a:lnTo>
                <a:cubicBezTo>
                  <a:pt x="359597" y="852592"/>
                  <a:pt x="360163" y="854542"/>
                  <a:pt x="361184" y="856360"/>
                </a:cubicBezTo>
                <a:cubicBezTo>
                  <a:pt x="362204" y="858177"/>
                  <a:pt x="363576" y="859675"/>
                  <a:pt x="365297" y="860852"/>
                </a:cubicBezTo>
                <a:cubicBezTo>
                  <a:pt x="367018" y="862030"/>
                  <a:pt x="368911" y="862764"/>
                  <a:pt x="370976" y="863057"/>
                </a:cubicBezTo>
                <a:cubicBezTo>
                  <a:pt x="373039" y="863350"/>
                  <a:pt x="375062" y="863170"/>
                  <a:pt x="377042" y="862518"/>
                </a:cubicBezTo>
                <a:cubicBezTo>
                  <a:pt x="379023" y="861866"/>
                  <a:pt x="380757" y="860808"/>
                  <a:pt x="382243" y="859346"/>
                </a:cubicBezTo>
                <a:cubicBezTo>
                  <a:pt x="383729" y="857884"/>
                  <a:pt x="384815" y="856168"/>
                  <a:pt x="385499" y="854199"/>
                </a:cubicBezTo>
                <a:cubicBezTo>
                  <a:pt x="386184" y="852229"/>
                  <a:pt x="386397" y="850210"/>
                  <a:pt x="386138" y="848141"/>
                </a:cubicBezTo>
                <a:cubicBezTo>
                  <a:pt x="385879" y="846072"/>
                  <a:pt x="385175" y="844167"/>
                  <a:pt x="384026" y="842427"/>
                </a:cubicBezTo>
                <a:lnTo>
                  <a:pt x="360407" y="770714"/>
                </a:lnTo>
                <a:lnTo>
                  <a:pt x="423983" y="749776"/>
                </a:lnTo>
                <a:lnTo>
                  <a:pt x="447602" y="821489"/>
                </a:lnTo>
                <a:cubicBezTo>
                  <a:pt x="447675" y="823594"/>
                  <a:pt x="448215" y="825572"/>
                  <a:pt x="449221" y="827423"/>
                </a:cubicBezTo>
                <a:cubicBezTo>
                  <a:pt x="450227" y="829274"/>
                  <a:pt x="451594" y="830802"/>
                  <a:pt x="453321" y="832008"/>
                </a:cubicBezTo>
                <a:cubicBezTo>
                  <a:pt x="455050" y="833213"/>
                  <a:pt x="456955" y="833968"/>
                  <a:pt x="459040" y="834274"/>
                </a:cubicBezTo>
                <a:cubicBezTo>
                  <a:pt x="461125" y="834580"/>
                  <a:pt x="463167" y="834403"/>
                  <a:pt x="465169" y="833744"/>
                </a:cubicBezTo>
                <a:cubicBezTo>
                  <a:pt x="467170" y="833084"/>
                  <a:pt x="468917" y="832013"/>
                  <a:pt x="470413" y="830528"/>
                </a:cubicBezTo>
                <a:cubicBezTo>
                  <a:pt x="471908" y="829044"/>
                  <a:pt x="472993" y="827304"/>
                  <a:pt x="473666" y="825307"/>
                </a:cubicBezTo>
                <a:cubicBezTo>
                  <a:pt x="474338" y="823311"/>
                  <a:pt x="474531" y="821270"/>
                  <a:pt x="474241" y="819183"/>
                </a:cubicBezTo>
                <a:cubicBezTo>
                  <a:pt x="473949" y="817096"/>
                  <a:pt x="473208" y="815185"/>
                  <a:pt x="472015" y="813448"/>
                </a:cubicBezTo>
                <a:lnTo>
                  <a:pt x="448396" y="741735"/>
                </a:lnTo>
                <a:lnTo>
                  <a:pt x="511972" y="720797"/>
                </a:lnTo>
                <a:lnTo>
                  <a:pt x="535591" y="792509"/>
                </a:lnTo>
                <a:cubicBezTo>
                  <a:pt x="536146" y="794196"/>
                  <a:pt x="537003" y="795712"/>
                  <a:pt x="538161" y="797057"/>
                </a:cubicBezTo>
                <a:cubicBezTo>
                  <a:pt x="539319" y="798402"/>
                  <a:pt x="540691" y="799474"/>
                  <a:pt x="542275" y="800274"/>
                </a:cubicBezTo>
                <a:cubicBezTo>
                  <a:pt x="543860" y="801074"/>
                  <a:pt x="545537" y="801539"/>
                  <a:pt x="547308" y="801672"/>
                </a:cubicBezTo>
                <a:cubicBezTo>
                  <a:pt x="549078" y="801804"/>
                  <a:pt x="550807" y="801592"/>
                  <a:pt x="552493" y="801037"/>
                </a:cubicBezTo>
                <a:cubicBezTo>
                  <a:pt x="554179" y="800481"/>
                  <a:pt x="555695" y="799625"/>
                  <a:pt x="557040" y="798466"/>
                </a:cubicBezTo>
                <a:cubicBezTo>
                  <a:pt x="558385" y="797308"/>
                  <a:pt x="559457" y="795936"/>
                  <a:pt x="560257" y="794352"/>
                </a:cubicBezTo>
                <a:cubicBezTo>
                  <a:pt x="561057" y="792767"/>
                  <a:pt x="561522" y="791089"/>
                  <a:pt x="561656" y="789318"/>
                </a:cubicBezTo>
                <a:cubicBezTo>
                  <a:pt x="561787" y="787548"/>
                  <a:pt x="561575" y="785820"/>
                  <a:pt x="561020" y="784134"/>
                </a:cubicBezTo>
                <a:lnTo>
                  <a:pt x="537401" y="712421"/>
                </a:lnTo>
                <a:lnTo>
                  <a:pt x="600977" y="691483"/>
                </a:lnTo>
                <a:lnTo>
                  <a:pt x="624596" y="763196"/>
                </a:lnTo>
                <a:cubicBezTo>
                  <a:pt x="624706" y="765278"/>
                  <a:pt x="625272" y="767228"/>
                  <a:pt x="626292" y="769046"/>
                </a:cubicBezTo>
                <a:cubicBezTo>
                  <a:pt x="627314" y="770863"/>
                  <a:pt x="628686" y="772361"/>
                  <a:pt x="630406" y="773538"/>
                </a:cubicBezTo>
                <a:cubicBezTo>
                  <a:pt x="632127" y="774716"/>
                  <a:pt x="634020" y="775450"/>
                  <a:pt x="636084" y="775743"/>
                </a:cubicBezTo>
                <a:cubicBezTo>
                  <a:pt x="638149" y="776036"/>
                  <a:pt x="640172" y="775856"/>
                  <a:pt x="642152" y="775204"/>
                </a:cubicBezTo>
                <a:cubicBezTo>
                  <a:pt x="644133" y="774552"/>
                  <a:pt x="645866" y="773494"/>
                  <a:pt x="647351" y="772032"/>
                </a:cubicBezTo>
                <a:cubicBezTo>
                  <a:pt x="648838" y="770570"/>
                  <a:pt x="649923" y="768854"/>
                  <a:pt x="650608" y="766885"/>
                </a:cubicBezTo>
                <a:cubicBezTo>
                  <a:pt x="651294" y="764915"/>
                  <a:pt x="651506" y="762896"/>
                  <a:pt x="651247" y="760827"/>
                </a:cubicBezTo>
                <a:cubicBezTo>
                  <a:pt x="650988" y="758758"/>
                  <a:pt x="650284" y="756853"/>
                  <a:pt x="649136" y="755113"/>
                </a:cubicBezTo>
                <a:lnTo>
                  <a:pt x="625517" y="683400"/>
                </a:lnTo>
                <a:lnTo>
                  <a:pt x="689093" y="662462"/>
                </a:lnTo>
                <a:lnTo>
                  <a:pt x="712712" y="734175"/>
                </a:lnTo>
                <a:cubicBezTo>
                  <a:pt x="712822" y="736257"/>
                  <a:pt x="713386" y="738207"/>
                  <a:pt x="714408" y="740025"/>
                </a:cubicBezTo>
                <a:cubicBezTo>
                  <a:pt x="715429" y="741843"/>
                  <a:pt x="716800" y="743340"/>
                  <a:pt x="718522" y="744517"/>
                </a:cubicBezTo>
                <a:cubicBezTo>
                  <a:pt x="720243" y="745695"/>
                  <a:pt x="722136" y="746430"/>
                  <a:pt x="724199" y="746722"/>
                </a:cubicBezTo>
                <a:cubicBezTo>
                  <a:pt x="726264" y="747015"/>
                  <a:pt x="728286" y="746835"/>
                  <a:pt x="730267" y="746183"/>
                </a:cubicBezTo>
                <a:cubicBezTo>
                  <a:pt x="732247" y="745531"/>
                  <a:pt x="733980" y="744474"/>
                  <a:pt x="735467" y="743011"/>
                </a:cubicBezTo>
                <a:cubicBezTo>
                  <a:pt x="736953" y="741549"/>
                  <a:pt x="738039" y="739833"/>
                  <a:pt x="738724" y="737863"/>
                </a:cubicBezTo>
                <a:cubicBezTo>
                  <a:pt x="739409" y="735894"/>
                  <a:pt x="739622" y="733875"/>
                  <a:pt x="739363" y="731806"/>
                </a:cubicBezTo>
                <a:cubicBezTo>
                  <a:pt x="739104" y="729737"/>
                  <a:pt x="738400" y="727832"/>
                  <a:pt x="737251" y="726093"/>
                </a:cubicBezTo>
                <a:lnTo>
                  <a:pt x="713632" y="654379"/>
                </a:lnTo>
                <a:lnTo>
                  <a:pt x="796407" y="627118"/>
                </a:lnTo>
                <a:cubicBezTo>
                  <a:pt x="798094" y="626562"/>
                  <a:pt x="799609" y="625705"/>
                  <a:pt x="800954" y="624547"/>
                </a:cubicBezTo>
                <a:cubicBezTo>
                  <a:pt x="802300" y="623389"/>
                  <a:pt x="803373" y="622017"/>
                  <a:pt x="804171" y="620432"/>
                </a:cubicBezTo>
                <a:cubicBezTo>
                  <a:pt x="804971" y="618847"/>
                  <a:pt x="805438" y="617169"/>
                  <a:pt x="805569" y="615399"/>
                </a:cubicBezTo>
                <a:cubicBezTo>
                  <a:pt x="805701" y="613629"/>
                  <a:pt x="805490" y="611901"/>
                  <a:pt x="804935" y="610215"/>
                </a:cubicBezTo>
                <a:lnTo>
                  <a:pt x="777799" y="527821"/>
                </a:lnTo>
                <a:lnTo>
                  <a:pt x="849384" y="504244"/>
                </a:lnTo>
                <a:cubicBezTo>
                  <a:pt x="851567" y="504310"/>
                  <a:pt x="853639" y="503868"/>
                  <a:pt x="855605" y="502919"/>
                </a:cubicBezTo>
                <a:cubicBezTo>
                  <a:pt x="857571" y="501970"/>
                  <a:pt x="859206" y="500621"/>
                  <a:pt x="860513" y="498872"/>
                </a:cubicBezTo>
                <a:cubicBezTo>
                  <a:pt x="861819" y="497123"/>
                  <a:pt x="862647" y="495171"/>
                  <a:pt x="862998" y="493017"/>
                </a:cubicBezTo>
                <a:cubicBezTo>
                  <a:pt x="863349" y="490863"/>
                  <a:pt x="863183" y="488749"/>
                  <a:pt x="862501" y="486676"/>
                </a:cubicBezTo>
                <a:cubicBezTo>
                  <a:pt x="861817" y="484603"/>
                  <a:pt x="860695" y="482804"/>
                  <a:pt x="859132" y="481280"/>
                </a:cubicBezTo>
                <a:cubicBezTo>
                  <a:pt x="857569" y="479756"/>
                  <a:pt x="855743" y="478678"/>
                  <a:pt x="853653" y="478048"/>
                </a:cubicBezTo>
                <a:cubicBezTo>
                  <a:pt x="851565" y="477417"/>
                  <a:pt x="849447" y="477304"/>
                  <a:pt x="847302" y="477709"/>
                </a:cubicBezTo>
                <a:cubicBezTo>
                  <a:pt x="845158" y="478114"/>
                  <a:pt x="843228" y="478991"/>
                  <a:pt x="841511" y="480340"/>
                </a:cubicBezTo>
                <a:lnTo>
                  <a:pt x="769798" y="503958"/>
                </a:lnTo>
                <a:lnTo>
                  <a:pt x="748860" y="440383"/>
                </a:lnTo>
                <a:lnTo>
                  <a:pt x="820573" y="416764"/>
                </a:lnTo>
                <a:cubicBezTo>
                  <a:pt x="822258" y="416209"/>
                  <a:pt x="823775" y="415352"/>
                  <a:pt x="825120" y="414194"/>
                </a:cubicBezTo>
                <a:cubicBezTo>
                  <a:pt x="826464" y="413036"/>
                  <a:pt x="827537" y="411664"/>
                  <a:pt x="828337" y="410079"/>
                </a:cubicBezTo>
                <a:cubicBezTo>
                  <a:pt x="829137" y="408494"/>
                  <a:pt x="829602" y="406817"/>
                  <a:pt x="829734" y="405046"/>
                </a:cubicBezTo>
                <a:cubicBezTo>
                  <a:pt x="829867" y="403276"/>
                  <a:pt x="829655" y="401548"/>
                  <a:pt x="829100" y="399862"/>
                </a:cubicBezTo>
                <a:cubicBezTo>
                  <a:pt x="828545" y="398176"/>
                  <a:pt x="827687" y="396660"/>
                  <a:pt x="826529" y="395315"/>
                </a:cubicBezTo>
                <a:cubicBezTo>
                  <a:pt x="825371" y="393969"/>
                  <a:pt x="823999" y="392897"/>
                  <a:pt x="822415" y="392097"/>
                </a:cubicBezTo>
                <a:cubicBezTo>
                  <a:pt x="820829" y="391298"/>
                  <a:pt x="819152" y="390832"/>
                  <a:pt x="817381" y="390700"/>
                </a:cubicBezTo>
                <a:cubicBezTo>
                  <a:pt x="815611" y="390568"/>
                  <a:pt x="813884" y="390779"/>
                  <a:pt x="812197" y="391334"/>
                </a:cubicBezTo>
                <a:lnTo>
                  <a:pt x="740483" y="414953"/>
                </a:lnTo>
                <a:lnTo>
                  <a:pt x="719545" y="351378"/>
                </a:lnTo>
                <a:lnTo>
                  <a:pt x="791259" y="327759"/>
                </a:lnTo>
                <a:cubicBezTo>
                  <a:pt x="792944" y="327204"/>
                  <a:pt x="794460" y="326347"/>
                  <a:pt x="795806" y="325189"/>
                </a:cubicBezTo>
                <a:cubicBezTo>
                  <a:pt x="797151" y="324030"/>
                  <a:pt x="798223" y="322659"/>
                  <a:pt x="799023" y="321074"/>
                </a:cubicBezTo>
                <a:cubicBezTo>
                  <a:pt x="799822" y="319489"/>
                  <a:pt x="800288" y="317811"/>
                  <a:pt x="800421" y="316041"/>
                </a:cubicBezTo>
                <a:cubicBezTo>
                  <a:pt x="800553" y="314271"/>
                  <a:pt x="800342" y="312543"/>
                  <a:pt x="799785" y="310856"/>
                </a:cubicBezTo>
                <a:cubicBezTo>
                  <a:pt x="799230" y="309170"/>
                  <a:pt x="798373" y="307654"/>
                  <a:pt x="797215" y="306309"/>
                </a:cubicBezTo>
                <a:cubicBezTo>
                  <a:pt x="796057" y="304964"/>
                  <a:pt x="794685" y="303892"/>
                  <a:pt x="793100" y="303092"/>
                </a:cubicBezTo>
                <a:cubicBezTo>
                  <a:pt x="791516" y="302292"/>
                  <a:pt x="789839" y="301827"/>
                  <a:pt x="788068" y="301694"/>
                </a:cubicBezTo>
                <a:cubicBezTo>
                  <a:pt x="786298" y="301562"/>
                  <a:pt x="784569" y="301774"/>
                  <a:pt x="782882" y="302329"/>
                </a:cubicBezTo>
                <a:lnTo>
                  <a:pt x="711171" y="325948"/>
                </a:lnTo>
                <a:lnTo>
                  <a:pt x="690232" y="262372"/>
                </a:lnTo>
                <a:lnTo>
                  <a:pt x="761944" y="238754"/>
                </a:lnTo>
                <a:cubicBezTo>
                  <a:pt x="764026" y="238644"/>
                  <a:pt x="765977" y="238078"/>
                  <a:pt x="767795" y="237057"/>
                </a:cubicBezTo>
                <a:cubicBezTo>
                  <a:pt x="769612" y="236036"/>
                  <a:pt x="771110" y="234664"/>
                  <a:pt x="772288" y="232943"/>
                </a:cubicBezTo>
                <a:cubicBezTo>
                  <a:pt x="773464" y="231222"/>
                  <a:pt x="774199" y="229329"/>
                  <a:pt x="774492" y="227265"/>
                </a:cubicBezTo>
                <a:cubicBezTo>
                  <a:pt x="774785" y="225201"/>
                  <a:pt x="774605" y="223178"/>
                  <a:pt x="773953" y="221198"/>
                </a:cubicBezTo>
                <a:cubicBezTo>
                  <a:pt x="773300" y="219217"/>
                  <a:pt x="772243" y="217484"/>
                  <a:pt x="770781" y="215997"/>
                </a:cubicBezTo>
                <a:cubicBezTo>
                  <a:pt x="769319" y="214511"/>
                  <a:pt x="767603" y="213425"/>
                  <a:pt x="765634" y="212741"/>
                </a:cubicBezTo>
                <a:cubicBezTo>
                  <a:pt x="763663" y="212056"/>
                  <a:pt x="761645" y="211843"/>
                  <a:pt x="759575" y="212102"/>
                </a:cubicBezTo>
                <a:cubicBezTo>
                  <a:pt x="757507" y="212361"/>
                  <a:pt x="755602" y="213065"/>
                  <a:pt x="753863" y="214214"/>
                </a:cubicBezTo>
                <a:lnTo>
                  <a:pt x="682149" y="237832"/>
                </a:lnTo>
                <a:lnTo>
                  <a:pt x="661211" y="174257"/>
                </a:lnTo>
                <a:lnTo>
                  <a:pt x="732841" y="150384"/>
                </a:lnTo>
                <a:close/>
                <a:moveTo>
                  <a:pt x="776204" y="606428"/>
                </a:moveTo>
                <a:lnTo>
                  <a:pt x="256921" y="777455"/>
                </a:lnTo>
                <a:lnTo>
                  <a:pt x="85894" y="258172"/>
                </a:lnTo>
                <a:lnTo>
                  <a:pt x="605177" y="87145"/>
                </a:lnTo>
                <a:lnTo>
                  <a:pt x="776204" y="606428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1028474" y="4901467"/>
            <a:ext cx="961734" cy="961734"/>
          </a:xfrm>
          <a:custGeom>
            <a:avLst/>
            <a:gdLst/>
            <a:rect l="0" t="0" r="961734" b="961734"/>
            <a:pathLst>
              <a:path w="961734" h="961734" fill="norm" stroke="0">
                <a:moveTo>
                  <a:pt x="559197" y="328664"/>
                </a:moveTo>
                <a:lnTo>
                  <a:pt x="538578" y="349283"/>
                </a:lnTo>
                <a:cubicBezTo>
                  <a:pt x="519161" y="340001"/>
                  <a:pt x="495199" y="343397"/>
                  <a:pt x="479108" y="359488"/>
                </a:cubicBezTo>
                <a:lnTo>
                  <a:pt x="468973" y="369623"/>
                </a:lnTo>
                <a:lnTo>
                  <a:pt x="443652" y="344320"/>
                </a:lnTo>
                <a:lnTo>
                  <a:pt x="444070" y="343902"/>
                </a:lnTo>
                <a:cubicBezTo>
                  <a:pt x="464480" y="323492"/>
                  <a:pt x="464480" y="290422"/>
                  <a:pt x="444070" y="270012"/>
                </a:cubicBezTo>
                <a:lnTo>
                  <a:pt x="194468" y="20410"/>
                </a:lnTo>
                <a:cubicBezTo>
                  <a:pt x="174058" y="0"/>
                  <a:pt x="140988" y="0"/>
                  <a:pt x="120578" y="20410"/>
                </a:cubicBezTo>
                <a:lnTo>
                  <a:pt x="20410" y="120578"/>
                </a:lnTo>
                <a:cubicBezTo>
                  <a:pt x="0" y="140988"/>
                  <a:pt x="0" y="174058"/>
                  <a:pt x="20410" y="194468"/>
                </a:cubicBezTo>
                <a:cubicBezTo>
                  <a:pt x="76606" y="250665"/>
                  <a:pt x="213798" y="387874"/>
                  <a:pt x="270012" y="444070"/>
                </a:cubicBezTo>
                <a:cubicBezTo>
                  <a:pt x="290422" y="464480"/>
                  <a:pt x="323492" y="464480"/>
                  <a:pt x="343902" y="444070"/>
                </a:cubicBezTo>
                <a:lnTo>
                  <a:pt x="344320" y="443652"/>
                </a:lnTo>
                <a:lnTo>
                  <a:pt x="369623" y="468973"/>
                </a:lnTo>
                <a:lnTo>
                  <a:pt x="350258" y="488338"/>
                </a:lnTo>
                <a:cubicBezTo>
                  <a:pt x="343466" y="495129"/>
                  <a:pt x="343466" y="506170"/>
                  <a:pt x="350258" y="512962"/>
                </a:cubicBezTo>
                <a:cubicBezTo>
                  <a:pt x="357050" y="519771"/>
                  <a:pt x="368090" y="519771"/>
                  <a:pt x="374882" y="512962"/>
                </a:cubicBezTo>
                <a:lnTo>
                  <a:pt x="394247" y="493597"/>
                </a:lnTo>
                <a:lnTo>
                  <a:pt x="467910" y="567260"/>
                </a:lnTo>
                <a:lnTo>
                  <a:pt x="395275" y="639896"/>
                </a:lnTo>
                <a:lnTo>
                  <a:pt x="321611" y="566233"/>
                </a:lnTo>
                <a:cubicBezTo>
                  <a:pt x="321611" y="566233"/>
                  <a:pt x="334289" y="553555"/>
                  <a:pt x="334289" y="553555"/>
                </a:cubicBezTo>
                <a:cubicBezTo>
                  <a:pt x="341098" y="546764"/>
                  <a:pt x="341098" y="535723"/>
                  <a:pt x="334289" y="528931"/>
                </a:cubicBezTo>
                <a:cubicBezTo>
                  <a:pt x="327497" y="522139"/>
                  <a:pt x="316456" y="522139"/>
                  <a:pt x="309665" y="528931"/>
                </a:cubicBezTo>
                <a:lnTo>
                  <a:pt x="296987" y="541609"/>
                </a:lnTo>
                <a:lnTo>
                  <a:pt x="280826" y="525431"/>
                </a:lnTo>
                <a:cubicBezTo>
                  <a:pt x="271022" y="515644"/>
                  <a:pt x="257735" y="510123"/>
                  <a:pt x="243873" y="510123"/>
                </a:cubicBezTo>
                <a:cubicBezTo>
                  <a:pt x="230028" y="510123"/>
                  <a:pt x="216724" y="515626"/>
                  <a:pt x="206937" y="525431"/>
                </a:cubicBezTo>
                <a:lnTo>
                  <a:pt x="182313" y="550055"/>
                </a:lnTo>
                <a:cubicBezTo>
                  <a:pt x="172508" y="559859"/>
                  <a:pt x="167005" y="573146"/>
                  <a:pt x="167005" y="587008"/>
                </a:cubicBezTo>
                <a:cubicBezTo>
                  <a:pt x="167005" y="599878"/>
                  <a:pt x="171759" y="612260"/>
                  <a:pt x="180292" y="621820"/>
                </a:cubicBezTo>
                <a:cubicBezTo>
                  <a:pt x="142085" y="666262"/>
                  <a:pt x="144035" y="733447"/>
                  <a:pt x="186161" y="775573"/>
                </a:cubicBezTo>
                <a:cubicBezTo>
                  <a:pt x="228461" y="817873"/>
                  <a:pt x="296029" y="819666"/>
                  <a:pt x="340489" y="780954"/>
                </a:cubicBezTo>
                <a:cubicBezTo>
                  <a:pt x="349178" y="786962"/>
                  <a:pt x="359540" y="790253"/>
                  <a:pt x="370267" y="790253"/>
                </a:cubicBezTo>
                <a:cubicBezTo>
                  <a:pt x="384112" y="790253"/>
                  <a:pt x="397399" y="784750"/>
                  <a:pt x="407203" y="774963"/>
                </a:cubicBezTo>
                <a:lnTo>
                  <a:pt x="431828" y="750322"/>
                </a:lnTo>
                <a:cubicBezTo>
                  <a:pt x="441632" y="740535"/>
                  <a:pt x="447135" y="727247"/>
                  <a:pt x="447135" y="713386"/>
                </a:cubicBezTo>
                <a:cubicBezTo>
                  <a:pt x="447135" y="699524"/>
                  <a:pt x="441632" y="686236"/>
                  <a:pt x="431828" y="676449"/>
                </a:cubicBezTo>
                <a:lnTo>
                  <a:pt x="419899" y="664520"/>
                </a:lnTo>
                <a:lnTo>
                  <a:pt x="492535" y="591884"/>
                </a:lnTo>
                <a:lnTo>
                  <a:pt x="518082" y="617432"/>
                </a:lnTo>
                <a:lnTo>
                  <a:pt x="517664" y="617849"/>
                </a:lnTo>
                <a:cubicBezTo>
                  <a:pt x="497254" y="638242"/>
                  <a:pt x="497254" y="671330"/>
                  <a:pt x="517664" y="691722"/>
                </a:cubicBezTo>
                <a:cubicBezTo>
                  <a:pt x="573860" y="747936"/>
                  <a:pt x="711069" y="885127"/>
                  <a:pt x="767266" y="941341"/>
                </a:cubicBezTo>
                <a:cubicBezTo>
                  <a:pt x="787676" y="961734"/>
                  <a:pt x="820746" y="961734"/>
                  <a:pt x="841156" y="941341"/>
                </a:cubicBezTo>
                <a:lnTo>
                  <a:pt x="941324" y="841156"/>
                </a:lnTo>
                <a:cubicBezTo>
                  <a:pt x="961734" y="820746"/>
                  <a:pt x="961734" y="787676"/>
                  <a:pt x="941324" y="767266"/>
                </a:cubicBezTo>
                <a:lnTo>
                  <a:pt x="691722" y="517664"/>
                </a:lnTo>
                <a:cubicBezTo>
                  <a:pt x="671312" y="497254"/>
                  <a:pt x="638242" y="497254"/>
                  <a:pt x="617832" y="517664"/>
                </a:cubicBezTo>
                <a:lnTo>
                  <a:pt x="617414" y="518082"/>
                </a:lnTo>
                <a:lnTo>
                  <a:pt x="591884" y="492552"/>
                </a:lnTo>
                <a:lnTo>
                  <a:pt x="602020" y="482400"/>
                </a:lnTo>
                <a:cubicBezTo>
                  <a:pt x="618215" y="466222"/>
                  <a:pt x="621559" y="442050"/>
                  <a:pt x="612050" y="422563"/>
                </a:cubicBezTo>
                <a:lnTo>
                  <a:pt x="633035" y="401596"/>
                </a:lnTo>
                <a:lnTo>
                  <a:pt x="640540" y="406176"/>
                </a:lnTo>
                <a:cubicBezTo>
                  <a:pt x="730574" y="461154"/>
                  <a:pt x="846415" y="457514"/>
                  <a:pt x="933244" y="395553"/>
                </a:cubicBezTo>
                <a:cubicBezTo>
                  <a:pt x="933296" y="395518"/>
                  <a:pt x="933348" y="395501"/>
                  <a:pt x="933383" y="395466"/>
                </a:cubicBezTo>
                <a:cubicBezTo>
                  <a:pt x="945730" y="386463"/>
                  <a:pt x="953531" y="372532"/>
                  <a:pt x="954716" y="357294"/>
                </a:cubicBezTo>
                <a:cubicBezTo>
                  <a:pt x="955917" y="342056"/>
                  <a:pt x="950379" y="327080"/>
                  <a:pt x="939565" y="316265"/>
                </a:cubicBezTo>
                <a:cubicBezTo>
                  <a:pt x="909351" y="286068"/>
                  <a:pt x="857055" y="233755"/>
                  <a:pt x="803175" y="179927"/>
                </a:cubicBezTo>
                <a:lnTo>
                  <a:pt x="820014" y="163087"/>
                </a:lnTo>
                <a:cubicBezTo>
                  <a:pt x="841225" y="173936"/>
                  <a:pt x="867904" y="170471"/>
                  <a:pt x="885667" y="152726"/>
                </a:cubicBezTo>
                <a:cubicBezTo>
                  <a:pt x="907714" y="130661"/>
                  <a:pt x="907714" y="94874"/>
                  <a:pt x="885667" y="72810"/>
                </a:cubicBezTo>
                <a:cubicBezTo>
                  <a:pt x="863603" y="50764"/>
                  <a:pt x="827799" y="50764"/>
                  <a:pt x="805752" y="72810"/>
                </a:cubicBezTo>
                <a:cubicBezTo>
                  <a:pt x="788006" y="90573"/>
                  <a:pt x="784541" y="117235"/>
                  <a:pt x="795373" y="138463"/>
                </a:cubicBezTo>
                <a:lnTo>
                  <a:pt x="778533" y="155320"/>
                </a:lnTo>
                <a:cubicBezTo>
                  <a:pt x="724600" y="101457"/>
                  <a:pt x="672218" y="49196"/>
                  <a:pt x="641899" y="19104"/>
                </a:cubicBezTo>
                <a:cubicBezTo>
                  <a:pt x="631224" y="8429"/>
                  <a:pt x="616334" y="2926"/>
                  <a:pt x="601219" y="4110"/>
                </a:cubicBezTo>
                <a:cubicBezTo>
                  <a:pt x="586103" y="5277"/>
                  <a:pt x="572258" y="13009"/>
                  <a:pt x="563325" y="25269"/>
                </a:cubicBezTo>
                <a:cubicBezTo>
                  <a:pt x="563307" y="25286"/>
                  <a:pt x="563272" y="25321"/>
                  <a:pt x="563255" y="25356"/>
                </a:cubicBezTo>
                <a:cubicBezTo>
                  <a:pt x="498891" y="114866"/>
                  <a:pt x="497132" y="235601"/>
                  <a:pt x="557978" y="326818"/>
                </a:cubicBezTo>
                <a:lnTo>
                  <a:pt x="559197" y="328664"/>
                </a:lnTo>
                <a:lnTo>
                  <a:pt x="559197" y="328664"/>
                </a:lnTo>
                <a:close/>
                <a:moveTo>
                  <a:pt x="854303" y="878928"/>
                </a:moveTo>
                <a:lnTo>
                  <a:pt x="816531" y="916700"/>
                </a:lnTo>
                <a:cubicBezTo>
                  <a:pt x="809722" y="923509"/>
                  <a:pt x="798699" y="923509"/>
                  <a:pt x="791907" y="916700"/>
                </a:cubicBezTo>
                <a:lnTo>
                  <a:pt x="746473" y="871265"/>
                </a:lnTo>
                <a:lnTo>
                  <a:pt x="796557" y="821181"/>
                </a:lnTo>
                <a:lnTo>
                  <a:pt x="854303" y="878928"/>
                </a:lnTo>
                <a:close/>
                <a:moveTo>
                  <a:pt x="871265" y="746473"/>
                </a:moveTo>
                <a:lnTo>
                  <a:pt x="916700" y="791907"/>
                </a:lnTo>
                <a:cubicBezTo>
                  <a:pt x="923509" y="798699"/>
                  <a:pt x="923509" y="809722"/>
                  <a:pt x="916700" y="816532"/>
                </a:cubicBezTo>
                <a:lnTo>
                  <a:pt x="878927" y="854304"/>
                </a:lnTo>
                <a:lnTo>
                  <a:pt x="821181" y="796557"/>
                </a:lnTo>
                <a:lnTo>
                  <a:pt x="871265" y="746473"/>
                </a:lnTo>
                <a:lnTo>
                  <a:pt x="871265" y="746473"/>
                </a:lnTo>
                <a:close/>
                <a:moveTo>
                  <a:pt x="610570" y="735362"/>
                </a:moveTo>
                <a:lnTo>
                  <a:pt x="721831" y="846641"/>
                </a:lnTo>
                <a:lnTo>
                  <a:pt x="771933" y="796557"/>
                </a:lnTo>
                <a:lnTo>
                  <a:pt x="660654" y="685278"/>
                </a:lnTo>
                <a:lnTo>
                  <a:pt x="610570" y="735362"/>
                </a:lnTo>
                <a:close/>
                <a:moveTo>
                  <a:pt x="204969" y="646618"/>
                </a:moveTo>
                <a:cubicBezTo>
                  <a:pt x="180345" y="677372"/>
                  <a:pt x="182295" y="722441"/>
                  <a:pt x="210785" y="750948"/>
                </a:cubicBezTo>
                <a:cubicBezTo>
                  <a:pt x="239293" y="779438"/>
                  <a:pt x="284361" y="781389"/>
                  <a:pt x="315115" y="756765"/>
                </a:cubicBezTo>
                <a:lnTo>
                  <a:pt x="204969" y="646618"/>
                </a:lnTo>
                <a:close/>
                <a:moveTo>
                  <a:pt x="685278" y="660654"/>
                </a:moveTo>
                <a:lnTo>
                  <a:pt x="796557" y="771933"/>
                </a:lnTo>
                <a:lnTo>
                  <a:pt x="846641" y="721849"/>
                </a:lnTo>
                <a:lnTo>
                  <a:pt x="735362" y="610570"/>
                </a:lnTo>
                <a:lnTo>
                  <a:pt x="685278" y="660654"/>
                </a:lnTo>
                <a:close/>
                <a:moveTo>
                  <a:pt x="407203" y="701073"/>
                </a:moveTo>
                <a:lnTo>
                  <a:pt x="256185" y="550055"/>
                </a:lnTo>
                <a:cubicBezTo>
                  <a:pt x="252928" y="546798"/>
                  <a:pt x="248488" y="544952"/>
                  <a:pt x="243873" y="544952"/>
                </a:cubicBezTo>
                <a:cubicBezTo>
                  <a:pt x="239258" y="544952"/>
                  <a:pt x="234835" y="546798"/>
                  <a:pt x="231561" y="550055"/>
                </a:cubicBezTo>
                <a:cubicBezTo>
                  <a:pt x="231561" y="550055"/>
                  <a:pt x="206936" y="574696"/>
                  <a:pt x="206936" y="574696"/>
                </a:cubicBezTo>
                <a:cubicBezTo>
                  <a:pt x="203663" y="577953"/>
                  <a:pt x="201834" y="582376"/>
                  <a:pt x="201834" y="587008"/>
                </a:cubicBezTo>
                <a:cubicBezTo>
                  <a:pt x="201834" y="591623"/>
                  <a:pt x="203663" y="596047"/>
                  <a:pt x="206936" y="599320"/>
                </a:cubicBezTo>
                <a:lnTo>
                  <a:pt x="357938" y="750322"/>
                </a:lnTo>
                <a:cubicBezTo>
                  <a:pt x="361212" y="753595"/>
                  <a:pt x="365635" y="755424"/>
                  <a:pt x="370267" y="755424"/>
                </a:cubicBezTo>
                <a:cubicBezTo>
                  <a:pt x="374882" y="755424"/>
                  <a:pt x="379305" y="753595"/>
                  <a:pt x="382579" y="750322"/>
                </a:cubicBezTo>
                <a:lnTo>
                  <a:pt x="407203" y="725697"/>
                </a:lnTo>
                <a:cubicBezTo>
                  <a:pt x="410460" y="722441"/>
                  <a:pt x="412306" y="718000"/>
                  <a:pt x="412306" y="713385"/>
                </a:cubicBezTo>
                <a:cubicBezTo>
                  <a:pt x="412306" y="708770"/>
                  <a:pt x="410460" y="704330"/>
                  <a:pt x="407203" y="701073"/>
                </a:cubicBezTo>
                <a:lnTo>
                  <a:pt x="407203" y="701073"/>
                </a:lnTo>
                <a:close/>
                <a:moveTo>
                  <a:pt x="580060" y="604701"/>
                </a:moveTo>
                <a:lnTo>
                  <a:pt x="636030" y="660654"/>
                </a:lnTo>
                <a:lnTo>
                  <a:pt x="585928" y="710738"/>
                </a:lnTo>
                <a:lnTo>
                  <a:pt x="542288" y="667098"/>
                </a:lnTo>
                <a:cubicBezTo>
                  <a:pt x="535496" y="660288"/>
                  <a:pt x="535496" y="649265"/>
                  <a:pt x="542288" y="642474"/>
                </a:cubicBezTo>
                <a:lnTo>
                  <a:pt x="580060" y="604701"/>
                </a:lnTo>
                <a:close/>
                <a:moveTo>
                  <a:pt x="710738" y="585946"/>
                </a:moveTo>
                <a:lnTo>
                  <a:pt x="660654" y="636030"/>
                </a:lnTo>
                <a:lnTo>
                  <a:pt x="604684" y="580060"/>
                </a:lnTo>
                <a:lnTo>
                  <a:pt x="642473" y="542288"/>
                </a:lnTo>
                <a:cubicBezTo>
                  <a:pt x="649265" y="535496"/>
                  <a:pt x="660288" y="535496"/>
                  <a:pt x="667097" y="542288"/>
                </a:cubicBezTo>
                <a:lnTo>
                  <a:pt x="710738" y="585946"/>
                </a:lnTo>
                <a:close/>
                <a:moveTo>
                  <a:pt x="542706" y="592790"/>
                </a:moveTo>
                <a:lnTo>
                  <a:pt x="592790" y="542706"/>
                </a:lnTo>
                <a:lnTo>
                  <a:pt x="567260" y="517176"/>
                </a:lnTo>
                <a:lnTo>
                  <a:pt x="517176" y="567260"/>
                </a:lnTo>
                <a:lnTo>
                  <a:pt x="542706" y="592790"/>
                </a:lnTo>
                <a:close/>
                <a:moveTo>
                  <a:pt x="492534" y="542636"/>
                </a:moveTo>
                <a:lnTo>
                  <a:pt x="577395" y="457775"/>
                </a:lnTo>
                <a:cubicBezTo>
                  <a:pt x="584204" y="450984"/>
                  <a:pt x="584204" y="439943"/>
                  <a:pt x="577395" y="433151"/>
                </a:cubicBezTo>
                <a:cubicBezTo>
                  <a:pt x="562419" y="418174"/>
                  <a:pt x="543350" y="399106"/>
                  <a:pt x="528356" y="384112"/>
                </a:cubicBezTo>
                <a:cubicBezTo>
                  <a:pt x="521564" y="377320"/>
                  <a:pt x="510541" y="377320"/>
                  <a:pt x="503732" y="384112"/>
                </a:cubicBezTo>
                <a:lnTo>
                  <a:pt x="418889" y="468973"/>
                </a:lnTo>
                <a:lnTo>
                  <a:pt x="492535" y="542636"/>
                </a:lnTo>
                <a:lnTo>
                  <a:pt x="492534" y="542636"/>
                </a:lnTo>
                <a:close/>
                <a:moveTo>
                  <a:pt x="419028" y="368944"/>
                </a:moveTo>
                <a:lnTo>
                  <a:pt x="368944" y="419028"/>
                </a:lnTo>
                <a:lnTo>
                  <a:pt x="394247" y="444348"/>
                </a:lnTo>
                <a:lnTo>
                  <a:pt x="444349" y="394247"/>
                </a:lnTo>
                <a:lnTo>
                  <a:pt x="419028" y="368944"/>
                </a:lnTo>
                <a:close/>
                <a:moveTo>
                  <a:pt x="357050" y="381674"/>
                </a:moveTo>
                <a:lnTo>
                  <a:pt x="319260" y="419446"/>
                </a:lnTo>
                <a:cubicBezTo>
                  <a:pt x="312469" y="426255"/>
                  <a:pt x="301445" y="426238"/>
                  <a:pt x="294636" y="419446"/>
                </a:cubicBezTo>
                <a:lnTo>
                  <a:pt x="244413" y="369222"/>
                </a:lnTo>
                <a:lnTo>
                  <a:pt x="294497" y="319138"/>
                </a:lnTo>
                <a:lnTo>
                  <a:pt x="357050" y="381674"/>
                </a:lnTo>
                <a:lnTo>
                  <a:pt x="357050" y="381674"/>
                </a:lnTo>
                <a:close/>
                <a:moveTo>
                  <a:pt x="658373" y="376258"/>
                </a:moveTo>
                <a:lnTo>
                  <a:pt x="658704" y="376450"/>
                </a:lnTo>
                <a:cubicBezTo>
                  <a:pt x="736895" y="424200"/>
                  <a:pt x="837498" y="421048"/>
                  <a:pt x="912990" y="367220"/>
                </a:cubicBezTo>
                <a:cubicBezTo>
                  <a:pt x="917048" y="364225"/>
                  <a:pt x="919608" y="359610"/>
                  <a:pt x="919991" y="354577"/>
                </a:cubicBezTo>
                <a:cubicBezTo>
                  <a:pt x="920391" y="349509"/>
                  <a:pt x="918546" y="344511"/>
                  <a:pt x="914941" y="340906"/>
                </a:cubicBezTo>
                <a:cubicBezTo>
                  <a:pt x="849932" y="275898"/>
                  <a:pt x="682614" y="108579"/>
                  <a:pt x="617362" y="43815"/>
                </a:cubicBezTo>
                <a:cubicBezTo>
                  <a:pt x="617344" y="43815"/>
                  <a:pt x="617327" y="43798"/>
                  <a:pt x="617310" y="43780"/>
                </a:cubicBezTo>
                <a:cubicBezTo>
                  <a:pt x="613792" y="40245"/>
                  <a:pt x="608898" y="38452"/>
                  <a:pt x="603918" y="38834"/>
                </a:cubicBezTo>
                <a:cubicBezTo>
                  <a:pt x="598972" y="39218"/>
                  <a:pt x="594427" y="41743"/>
                  <a:pt x="591484" y="45748"/>
                </a:cubicBezTo>
                <a:cubicBezTo>
                  <a:pt x="536576" y="122180"/>
                  <a:pt x="534190" y="224804"/>
                  <a:pt x="584344" y="303500"/>
                </a:cubicBezTo>
                <a:lnTo>
                  <a:pt x="632948" y="254914"/>
                </a:lnTo>
                <a:cubicBezTo>
                  <a:pt x="639478" y="248383"/>
                  <a:pt x="648342" y="244709"/>
                  <a:pt x="657572" y="244709"/>
                </a:cubicBezTo>
                <a:cubicBezTo>
                  <a:pt x="666801" y="244709"/>
                  <a:pt x="675665" y="248383"/>
                  <a:pt x="682196" y="254914"/>
                </a:cubicBezTo>
                <a:lnTo>
                  <a:pt x="706333" y="279033"/>
                </a:lnTo>
                <a:cubicBezTo>
                  <a:pt x="712863" y="285563"/>
                  <a:pt x="716537" y="294427"/>
                  <a:pt x="716537" y="303657"/>
                </a:cubicBezTo>
                <a:cubicBezTo>
                  <a:pt x="716537" y="312904"/>
                  <a:pt x="712863" y="321751"/>
                  <a:pt x="706333" y="328299"/>
                </a:cubicBezTo>
                <a:lnTo>
                  <a:pt x="658373" y="376258"/>
                </a:lnTo>
                <a:lnTo>
                  <a:pt x="658373" y="376258"/>
                </a:lnTo>
                <a:close/>
                <a:moveTo>
                  <a:pt x="657572" y="279538"/>
                </a:moveTo>
                <a:cubicBezTo>
                  <a:pt x="657572" y="279538"/>
                  <a:pt x="681708" y="303657"/>
                  <a:pt x="681708" y="303657"/>
                </a:cubicBezTo>
                <a:cubicBezTo>
                  <a:pt x="681708" y="303657"/>
                  <a:pt x="590578" y="394787"/>
                  <a:pt x="590578" y="394787"/>
                </a:cubicBezTo>
                <a:cubicBezTo>
                  <a:pt x="590578" y="394787"/>
                  <a:pt x="566442" y="370668"/>
                  <a:pt x="566442" y="370668"/>
                </a:cubicBezTo>
                <a:lnTo>
                  <a:pt x="657572" y="279538"/>
                </a:lnTo>
                <a:lnTo>
                  <a:pt x="657572" y="279538"/>
                </a:lnTo>
                <a:close/>
                <a:moveTo>
                  <a:pt x="369222" y="244413"/>
                </a:moveTo>
                <a:lnTo>
                  <a:pt x="419446" y="294636"/>
                </a:lnTo>
                <a:cubicBezTo>
                  <a:pt x="426237" y="301445"/>
                  <a:pt x="426237" y="312469"/>
                  <a:pt x="419446" y="319260"/>
                </a:cubicBezTo>
                <a:lnTo>
                  <a:pt x="381674" y="357050"/>
                </a:lnTo>
                <a:lnTo>
                  <a:pt x="319121" y="294497"/>
                </a:lnTo>
                <a:lnTo>
                  <a:pt x="369222" y="244413"/>
                </a:lnTo>
                <a:lnTo>
                  <a:pt x="369222" y="244413"/>
                </a:lnTo>
                <a:close/>
                <a:moveTo>
                  <a:pt x="131253" y="256063"/>
                </a:moveTo>
                <a:lnTo>
                  <a:pt x="219788" y="344598"/>
                </a:lnTo>
                <a:lnTo>
                  <a:pt x="269873" y="294497"/>
                </a:lnTo>
                <a:lnTo>
                  <a:pt x="181355" y="205979"/>
                </a:lnTo>
                <a:lnTo>
                  <a:pt x="131253" y="256063"/>
                </a:lnTo>
                <a:lnTo>
                  <a:pt x="131253" y="256063"/>
                </a:lnTo>
                <a:close/>
                <a:moveTo>
                  <a:pt x="205979" y="181355"/>
                </a:moveTo>
                <a:lnTo>
                  <a:pt x="294497" y="269873"/>
                </a:lnTo>
                <a:lnTo>
                  <a:pt x="344581" y="219789"/>
                </a:lnTo>
                <a:lnTo>
                  <a:pt x="256063" y="131271"/>
                </a:lnTo>
                <a:lnTo>
                  <a:pt x="205979" y="181355"/>
                </a:lnTo>
                <a:lnTo>
                  <a:pt x="205979" y="181355"/>
                </a:lnTo>
                <a:close/>
                <a:moveTo>
                  <a:pt x="82806" y="107430"/>
                </a:moveTo>
                <a:lnTo>
                  <a:pt x="156713" y="181355"/>
                </a:lnTo>
                <a:lnTo>
                  <a:pt x="106629" y="231439"/>
                </a:lnTo>
                <a:lnTo>
                  <a:pt x="45034" y="169844"/>
                </a:lnTo>
                <a:cubicBezTo>
                  <a:pt x="38225" y="163035"/>
                  <a:pt x="38225" y="152011"/>
                  <a:pt x="45034" y="145202"/>
                </a:cubicBezTo>
                <a:lnTo>
                  <a:pt x="82806" y="107430"/>
                </a:lnTo>
                <a:lnTo>
                  <a:pt x="82806" y="107430"/>
                </a:lnTo>
                <a:close/>
                <a:moveTo>
                  <a:pt x="231439" y="106629"/>
                </a:moveTo>
                <a:lnTo>
                  <a:pt x="181355" y="156731"/>
                </a:lnTo>
                <a:lnTo>
                  <a:pt x="107430" y="82806"/>
                </a:lnTo>
                <a:lnTo>
                  <a:pt x="145202" y="45034"/>
                </a:lnTo>
                <a:cubicBezTo>
                  <a:pt x="152011" y="38225"/>
                  <a:pt x="163035" y="38225"/>
                  <a:pt x="169826" y="45034"/>
                </a:cubicBezTo>
                <a:lnTo>
                  <a:pt x="231439" y="106629"/>
                </a:lnTo>
                <a:close/>
                <a:moveTo>
                  <a:pt x="861025" y="97452"/>
                </a:moveTo>
                <a:cubicBezTo>
                  <a:pt x="869489" y="105898"/>
                  <a:pt x="869489" y="119638"/>
                  <a:pt x="861025" y="128084"/>
                </a:cubicBezTo>
                <a:cubicBezTo>
                  <a:pt x="852579" y="136547"/>
                  <a:pt x="838839" y="136547"/>
                  <a:pt x="830393" y="128084"/>
                </a:cubicBezTo>
                <a:cubicBezTo>
                  <a:pt x="821930" y="119638"/>
                  <a:pt x="821930" y="105898"/>
                  <a:pt x="830393" y="97452"/>
                </a:cubicBezTo>
                <a:cubicBezTo>
                  <a:pt x="838839" y="88988"/>
                  <a:pt x="852579" y="88988"/>
                  <a:pt x="861025" y="97452"/>
                </a:cubicBez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-1177077" y="5862504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14037886" y="-1002692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pic>
        <p:nvPicPr>
          <p:cNvPr id="29" name="Imag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983" y="203451"/>
            <a:ext cx="11972925" cy="9877425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2826539" y="9127146"/>
            <a:ext cx="698473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5"/>
                <a:cs typeface="Space Mono 5"/>
              </a:rPr>
              <a:t>15</a:t>
            </a:r>
          </a:p>
        </p:txBody>
      </p:sp>
      <p:sp>
        <p:nvSpPr>
          <p:cNvPr id="31" name="Shape 31"/>
          <p:cNvSpPr/>
          <p:nvPr/>
        </p:nvSpPr>
        <p:spPr>
          <a:xfrm>
            <a:off x="14037887" y="-1002693"/>
            <a:ext cx="5427188" cy="542718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2" name="Shape 32"/>
          <p:cNvSpPr/>
          <p:nvPr/>
        </p:nvSpPr>
        <p:spPr>
          <a:xfrm>
            <a:off x="632448" y="566362"/>
            <a:ext cx="1843838" cy="184383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16636819" y="4389489"/>
            <a:ext cx="992322" cy="99232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4" name="Shape 34"/>
          <p:cNvSpPr/>
          <p:nvPr/>
        </p:nvSpPr>
        <p:spPr>
          <a:xfrm>
            <a:off x="1028700" y="4901119"/>
            <a:ext cx="961386" cy="96138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5" name="Shape 35"/>
          <p:cNvSpPr/>
          <p:nvPr/>
        </p:nvSpPr>
        <p:spPr>
          <a:xfrm>
            <a:off x="-1177077" y="5862504"/>
            <a:ext cx="5427188" cy="542718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6" name="Shape 36"/>
          <p:cNvSpPr/>
          <p:nvPr/>
        </p:nvSpPr>
        <p:spPr>
          <a:xfrm>
            <a:off x="16151103" y="8204958"/>
            <a:ext cx="1963755" cy="208204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EFEFE"/>
          </a:solidFill>
        </p:spPr>
        <p:txBody>
          <a:bodyPr/>
          <a:lstStyle/>
          <a:p/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52500"/>
            <a:ext cx="18288002" cy="1219200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16732346" y="8127729"/>
            <a:ext cx="603438" cy="505725"/>
          </a:xfrm>
          <a:custGeom>
            <a:avLst/>
            <a:gdLst/>
            <a:rect l="0" t="0" r="603438" b="505725"/>
            <a:pathLst>
              <a:path w="603438" h="505725" fill="norm" stroke="0">
                <a:moveTo>
                  <a:pt x="29950" y="505429"/>
                </a:moveTo>
                <a:cubicBezTo>
                  <a:pt x="25598" y="504990"/>
                  <a:pt x="21496" y="503737"/>
                  <a:pt x="17644" y="501666"/>
                </a:cubicBezTo>
                <a:cubicBezTo>
                  <a:pt x="13791" y="499596"/>
                  <a:pt x="10482" y="496868"/>
                  <a:pt x="7714" y="493481"/>
                </a:cubicBezTo>
                <a:cubicBezTo>
                  <a:pt x="4947" y="490094"/>
                  <a:pt x="2933" y="486307"/>
                  <a:pt x="1671" y="482119"/>
                </a:cubicBezTo>
                <a:cubicBezTo>
                  <a:pt x="411" y="477931"/>
                  <a:pt x="0" y="473661"/>
                  <a:pt x="437" y="469309"/>
                </a:cubicBezTo>
                <a:cubicBezTo>
                  <a:pt x="5065" y="434119"/>
                  <a:pt x="13040" y="399704"/>
                  <a:pt x="24363" y="366065"/>
                </a:cubicBezTo>
                <a:cubicBezTo>
                  <a:pt x="35686" y="332426"/>
                  <a:pt x="50147" y="300195"/>
                  <a:pt x="67743" y="269370"/>
                </a:cubicBezTo>
                <a:cubicBezTo>
                  <a:pt x="85339" y="238545"/>
                  <a:pt x="105741" y="209705"/>
                  <a:pt x="128950" y="182851"/>
                </a:cubicBezTo>
                <a:cubicBezTo>
                  <a:pt x="152158" y="155996"/>
                  <a:pt x="177736" y="131631"/>
                  <a:pt x="205687" y="109754"/>
                </a:cubicBezTo>
                <a:cubicBezTo>
                  <a:pt x="231817" y="90055"/>
                  <a:pt x="259510" y="72872"/>
                  <a:pt x="288762" y="58204"/>
                </a:cubicBezTo>
                <a:cubicBezTo>
                  <a:pt x="318015" y="43537"/>
                  <a:pt x="348351" y="31626"/>
                  <a:pt x="379768" y="22471"/>
                </a:cubicBezTo>
                <a:cubicBezTo>
                  <a:pt x="411186" y="13316"/>
                  <a:pt x="443170" y="7067"/>
                  <a:pt x="475723" y="3724"/>
                </a:cubicBezTo>
                <a:cubicBezTo>
                  <a:pt x="508276" y="382"/>
                  <a:pt x="540863" y="0"/>
                  <a:pt x="573486" y="2579"/>
                </a:cubicBezTo>
                <a:cubicBezTo>
                  <a:pt x="577838" y="3017"/>
                  <a:pt x="581940" y="4271"/>
                  <a:pt x="585792" y="6341"/>
                </a:cubicBezTo>
                <a:cubicBezTo>
                  <a:pt x="589646" y="8411"/>
                  <a:pt x="592956" y="11140"/>
                  <a:pt x="595723" y="14526"/>
                </a:cubicBezTo>
                <a:cubicBezTo>
                  <a:pt x="598491" y="17913"/>
                  <a:pt x="600504" y="21701"/>
                  <a:pt x="601765" y="25889"/>
                </a:cubicBezTo>
                <a:cubicBezTo>
                  <a:pt x="603025" y="30077"/>
                  <a:pt x="603438" y="34347"/>
                  <a:pt x="602999" y="38698"/>
                </a:cubicBezTo>
                <a:cubicBezTo>
                  <a:pt x="602580" y="42912"/>
                  <a:pt x="601394" y="46898"/>
                  <a:pt x="599439" y="50654"/>
                </a:cubicBezTo>
                <a:cubicBezTo>
                  <a:pt x="597486" y="54411"/>
                  <a:pt x="594905" y="57671"/>
                  <a:pt x="591696" y="60433"/>
                </a:cubicBezTo>
                <a:cubicBezTo>
                  <a:pt x="588487" y="63196"/>
                  <a:pt x="584879" y="65263"/>
                  <a:pt x="580873" y="66636"/>
                </a:cubicBezTo>
                <a:cubicBezTo>
                  <a:pt x="576867" y="68009"/>
                  <a:pt x="572750" y="68589"/>
                  <a:pt x="568520" y="68376"/>
                </a:cubicBezTo>
                <a:cubicBezTo>
                  <a:pt x="553614" y="67055"/>
                  <a:pt x="538677" y="66453"/>
                  <a:pt x="523712" y="66571"/>
                </a:cubicBezTo>
                <a:cubicBezTo>
                  <a:pt x="508747" y="66689"/>
                  <a:pt x="493824" y="67527"/>
                  <a:pt x="478940" y="69084"/>
                </a:cubicBezTo>
                <a:cubicBezTo>
                  <a:pt x="464055" y="70641"/>
                  <a:pt x="449280" y="72910"/>
                  <a:pt x="434615" y="75891"/>
                </a:cubicBezTo>
                <a:cubicBezTo>
                  <a:pt x="419950" y="78873"/>
                  <a:pt x="405462" y="82552"/>
                  <a:pt x="391151" y="86930"/>
                </a:cubicBezTo>
                <a:cubicBezTo>
                  <a:pt x="376841" y="91308"/>
                  <a:pt x="362773" y="96364"/>
                  <a:pt x="348951" y="102098"/>
                </a:cubicBezTo>
                <a:cubicBezTo>
                  <a:pt x="335127" y="107832"/>
                  <a:pt x="321611" y="114218"/>
                  <a:pt x="308404" y="121255"/>
                </a:cubicBezTo>
                <a:cubicBezTo>
                  <a:pt x="295196" y="128292"/>
                  <a:pt x="282358" y="135948"/>
                  <a:pt x="269889" y="144223"/>
                </a:cubicBezTo>
                <a:cubicBezTo>
                  <a:pt x="257418" y="152497"/>
                  <a:pt x="245376" y="161353"/>
                  <a:pt x="233759" y="170788"/>
                </a:cubicBezTo>
                <a:cubicBezTo>
                  <a:pt x="222145" y="180224"/>
                  <a:pt x="211009" y="190197"/>
                  <a:pt x="200355" y="200706"/>
                </a:cubicBezTo>
                <a:cubicBezTo>
                  <a:pt x="189700" y="211215"/>
                  <a:pt x="179575" y="222212"/>
                  <a:pt x="169982" y="233698"/>
                </a:cubicBezTo>
                <a:cubicBezTo>
                  <a:pt x="160387" y="245183"/>
                  <a:pt x="151368" y="257103"/>
                  <a:pt x="142922" y="269457"/>
                </a:cubicBezTo>
                <a:cubicBezTo>
                  <a:pt x="134477" y="281812"/>
                  <a:pt x="126645" y="294545"/>
                  <a:pt x="119428" y="307654"/>
                </a:cubicBezTo>
                <a:cubicBezTo>
                  <a:pt x="112210" y="320764"/>
                  <a:pt x="105640" y="334190"/>
                  <a:pt x="99716" y="347934"/>
                </a:cubicBezTo>
                <a:cubicBezTo>
                  <a:pt x="93793" y="361677"/>
                  <a:pt x="88543" y="375673"/>
                  <a:pt x="83970" y="389922"/>
                </a:cubicBezTo>
                <a:cubicBezTo>
                  <a:pt x="79397" y="404171"/>
                  <a:pt x="75518" y="418608"/>
                  <a:pt x="72335" y="433231"/>
                </a:cubicBezTo>
                <a:cubicBezTo>
                  <a:pt x="69154" y="447854"/>
                  <a:pt x="66681" y="462596"/>
                  <a:pt x="64920" y="477457"/>
                </a:cubicBezTo>
                <a:cubicBezTo>
                  <a:pt x="64300" y="481561"/>
                  <a:pt x="62954" y="485410"/>
                  <a:pt x="60882" y="489006"/>
                </a:cubicBezTo>
                <a:cubicBezTo>
                  <a:pt x="58807" y="492601"/>
                  <a:pt x="56152" y="495695"/>
                  <a:pt x="52910" y="498287"/>
                </a:cubicBezTo>
                <a:cubicBezTo>
                  <a:pt x="49668" y="500880"/>
                  <a:pt x="46067" y="502792"/>
                  <a:pt x="42104" y="504025"/>
                </a:cubicBezTo>
                <a:cubicBezTo>
                  <a:pt x="38142" y="505257"/>
                  <a:pt x="34091" y="505725"/>
                  <a:pt x="29950" y="505429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16934680" y="8324704"/>
            <a:ext cx="344568" cy="294507"/>
          </a:xfrm>
          <a:custGeom>
            <a:avLst/>
            <a:gdLst/>
            <a:rect l="0" t="0" r="344568" b="294507"/>
            <a:pathLst>
              <a:path w="344568" h="294507" fill="norm" stroke="0">
                <a:moveTo>
                  <a:pt x="65872" y="266470"/>
                </a:moveTo>
                <a:cubicBezTo>
                  <a:pt x="65842" y="268566"/>
                  <a:pt x="65633" y="270645"/>
                  <a:pt x="65246" y="272705"/>
                </a:cubicBezTo>
                <a:cubicBezTo>
                  <a:pt x="63951" y="276222"/>
                  <a:pt x="62112" y="279425"/>
                  <a:pt x="59727" y="282314"/>
                </a:cubicBezTo>
                <a:cubicBezTo>
                  <a:pt x="57342" y="285204"/>
                  <a:pt x="54546" y="287617"/>
                  <a:pt x="51338" y="289554"/>
                </a:cubicBezTo>
                <a:cubicBezTo>
                  <a:pt x="48130" y="291490"/>
                  <a:pt x="44692" y="292841"/>
                  <a:pt x="41024" y="293606"/>
                </a:cubicBezTo>
                <a:cubicBezTo>
                  <a:pt x="37357" y="294371"/>
                  <a:pt x="33666" y="294507"/>
                  <a:pt x="29952" y="294014"/>
                </a:cubicBezTo>
                <a:cubicBezTo>
                  <a:pt x="25600" y="293576"/>
                  <a:pt x="21498" y="292322"/>
                  <a:pt x="17645" y="290252"/>
                </a:cubicBezTo>
                <a:cubicBezTo>
                  <a:pt x="13791" y="288182"/>
                  <a:pt x="10482" y="285454"/>
                  <a:pt x="7714" y="282067"/>
                </a:cubicBezTo>
                <a:cubicBezTo>
                  <a:pt x="4947" y="278680"/>
                  <a:pt x="2933" y="274892"/>
                  <a:pt x="1673" y="270704"/>
                </a:cubicBezTo>
                <a:cubicBezTo>
                  <a:pt x="412" y="266516"/>
                  <a:pt x="0" y="262246"/>
                  <a:pt x="439" y="257895"/>
                </a:cubicBezTo>
                <a:cubicBezTo>
                  <a:pt x="1522" y="248600"/>
                  <a:pt x="3049" y="239379"/>
                  <a:pt x="5020" y="230231"/>
                </a:cubicBezTo>
                <a:cubicBezTo>
                  <a:pt x="6992" y="221084"/>
                  <a:pt x="9398" y="212052"/>
                  <a:pt x="12238" y="203136"/>
                </a:cubicBezTo>
                <a:cubicBezTo>
                  <a:pt x="15080" y="194220"/>
                  <a:pt x="18342" y="185461"/>
                  <a:pt x="22027" y="176859"/>
                </a:cubicBezTo>
                <a:cubicBezTo>
                  <a:pt x="25710" y="168257"/>
                  <a:pt x="29798" y="159852"/>
                  <a:pt x="34292" y="151644"/>
                </a:cubicBezTo>
                <a:cubicBezTo>
                  <a:pt x="38785" y="143436"/>
                  <a:pt x="43662" y="135463"/>
                  <a:pt x="48924" y="127724"/>
                </a:cubicBezTo>
                <a:cubicBezTo>
                  <a:pt x="54186" y="119986"/>
                  <a:pt x="59806" y="112518"/>
                  <a:pt x="65787" y="105320"/>
                </a:cubicBezTo>
                <a:cubicBezTo>
                  <a:pt x="71766" y="98123"/>
                  <a:pt x="78079" y="91229"/>
                  <a:pt x="84724" y="84640"/>
                </a:cubicBezTo>
                <a:cubicBezTo>
                  <a:pt x="91367" y="78050"/>
                  <a:pt x="98312" y="71795"/>
                  <a:pt x="105558" y="65874"/>
                </a:cubicBezTo>
                <a:cubicBezTo>
                  <a:pt x="112804" y="59953"/>
                  <a:pt x="120318" y="54394"/>
                  <a:pt x="128099" y="49197"/>
                </a:cubicBezTo>
                <a:cubicBezTo>
                  <a:pt x="135882" y="43999"/>
                  <a:pt x="143894" y="39188"/>
                  <a:pt x="152140" y="34762"/>
                </a:cubicBezTo>
                <a:cubicBezTo>
                  <a:pt x="160384" y="30336"/>
                  <a:pt x="168822" y="26316"/>
                  <a:pt x="177454" y="22703"/>
                </a:cubicBezTo>
                <a:cubicBezTo>
                  <a:pt x="186086" y="19090"/>
                  <a:pt x="194872" y="15899"/>
                  <a:pt x="203811" y="13132"/>
                </a:cubicBezTo>
                <a:cubicBezTo>
                  <a:pt x="212750" y="10364"/>
                  <a:pt x="221800" y="8032"/>
                  <a:pt x="230964" y="6136"/>
                </a:cubicBezTo>
                <a:cubicBezTo>
                  <a:pt x="240128" y="4240"/>
                  <a:pt x="249362" y="2789"/>
                  <a:pt x="258665" y="1782"/>
                </a:cubicBezTo>
                <a:cubicBezTo>
                  <a:pt x="267968" y="775"/>
                  <a:pt x="277298" y="217"/>
                  <a:pt x="286655" y="109"/>
                </a:cubicBezTo>
                <a:cubicBezTo>
                  <a:pt x="296011" y="0"/>
                  <a:pt x="305352" y="341"/>
                  <a:pt x="314677" y="1132"/>
                </a:cubicBezTo>
                <a:cubicBezTo>
                  <a:pt x="318891" y="1550"/>
                  <a:pt x="322875" y="2737"/>
                  <a:pt x="326633" y="4691"/>
                </a:cubicBezTo>
                <a:cubicBezTo>
                  <a:pt x="330389" y="6645"/>
                  <a:pt x="333649" y="9226"/>
                  <a:pt x="336410" y="12435"/>
                </a:cubicBezTo>
                <a:cubicBezTo>
                  <a:pt x="339173" y="15645"/>
                  <a:pt x="341241" y="19252"/>
                  <a:pt x="342615" y="23258"/>
                </a:cubicBezTo>
                <a:cubicBezTo>
                  <a:pt x="343987" y="27264"/>
                  <a:pt x="344568" y="31381"/>
                  <a:pt x="344354" y="35610"/>
                </a:cubicBezTo>
                <a:cubicBezTo>
                  <a:pt x="344086" y="39369"/>
                  <a:pt x="343201" y="42977"/>
                  <a:pt x="341695" y="46432"/>
                </a:cubicBezTo>
                <a:cubicBezTo>
                  <a:pt x="340190" y="49887"/>
                  <a:pt x="338155" y="52993"/>
                  <a:pt x="335584" y="55751"/>
                </a:cubicBezTo>
                <a:cubicBezTo>
                  <a:pt x="333015" y="58508"/>
                  <a:pt x="330060" y="60758"/>
                  <a:pt x="326720" y="62502"/>
                </a:cubicBezTo>
                <a:cubicBezTo>
                  <a:pt x="323379" y="64246"/>
                  <a:pt x="319842" y="65384"/>
                  <a:pt x="316111" y="65916"/>
                </a:cubicBezTo>
                <a:lnTo>
                  <a:pt x="309876" y="65288"/>
                </a:lnTo>
                <a:cubicBezTo>
                  <a:pt x="302578" y="64650"/>
                  <a:pt x="295266" y="64364"/>
                  <a:pt x="287939" y="64433"/>
                </a:cubicBezTo>
                <a:cubicBezTo>
                  <a:pt x="280614" y="64501"/>
                  <a:pt x="273309" y="64922"/>
                  <a:pt x="266023" y="65697"/>
                </a:cubicBezTo>
                <a:cubicBezTo>
                  <a:pt x="258738" y="66472"/>
                  <a:pt x="251507" y="67596"/>
                  <a:pt x="244331" y="69071"/>
                </a:cubicBezTo>
                <a:cubicBezTo>
                  <a:pt x="237155" y="70545"/>
                  <a:pt x="230067" y="72362"/>
                  <a:pt x="223065" y="74522"/>
                </a:cubicBezTo>
                <a:cubicBezTo>
                  <a:pt x="216064" y="76681"/>
                  <a:pt x="209186" y="79174"/>
                  <a:pt x="202425" y="81999"/>
                </a:cubicBezTo>
                <a:cubicBezTo>
                  <a:pt x="195666" y="84824"/>
                  <a:pt x="189058" y="87969"/>
                  <a:pt x="182603" y="91433"/>
                </a:cubicBezTo>
                <a:cubicBezTo>
                  <a:pt x="176147" y="94898"/>
                  <a:pt x="169873" y="98665"/>
                  <a:pt x="163784" y="102736"/>
                </a:cubicBezTo>
                <a:cubicBezTo>
                  <a:pt x="157693" y="106807"/>
                  <a:pt x="151812" y="111162"/>
                  <a:pt x="146141" y="115802"/>
                </a:cubicBezTo>
                <a:cubicBezTo>
                  <a:pt x="140472" y="120442"/>
                  <a:pt x="135040" y="125344"/>
                  <a:pt x="129845" y="130509"/>
                </a:cubicBezTo>
                <a:cubicBezTo>
                  <a:pt x="124648" y="135674"/>
                  <a:pt x="119714" y="141078"/>
                  <a:pt x="115041" y="146721"/>
                </a:cubicBezTo>
                <a:cubicBezTo>
                  <a:pt x="110368" y="152363"/>
                  <a:pt x="105978" y="158218"/>
                  <a:pt x="101871" y="164285"/>
                </a:cubicBezTo>
                <a:cubicBezTo>
                  <a:pt x="97765" y="170352"/>
                  <a:pt x="93960" y="176602"/>
                  <a:pt x="90458" y="183037"/>
                </a:cubicBezTo>
                <a:cubicBezTo>
                  <a:pt x="86956" y="189472"/>
                  <a:pt x="83773" y="196061"/>
                  <a:pt x="80908" y="202804"/>
                </a:cubicBezTo>
                <a:cubicBezTo>
                  <a:pt x="78043" y="209547"/>
                  <a:pt x="75510" y="216412"/>
                  <a:pt x="73309" y="223400"/>
                </a:cubicBezTo>
                <a:cubicBezTo>
                  <a:pt x="71107" y="230388"/>
                  <a:pt x="69250" y="237465"/>
                  <a:pt x="67732" y="244633"/>
                </a:cubicBezTo>
                <a:cubicBezTo>
                  <a:pt x="66216" y="251800"/>
                  <a:pt x="65049" y="259024"/>
                  <a:pt x="64232" y="266305"/>
                </a:cubicBezTo>
                <a:lnTo>
                  <a:pt x="65872" y="266470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17094797" y="8483355"/>
            <a:ext cx="183322" cy="160471"/>
          </a:xfrm>
          <a:custGeom>
            <a:avLst/>
            <a:gdLst/>
            <a:rect l="0" t="0" r="183322" b="160471"/>
            <a:pathLst>
              <a:path w="183322" h="160471" fill="norm" stroke="0">
                <a:moveTo>
                  <a:pt x="142115" y="2330"/>
                </a:moveTo>
                <a:cubicBezTo>
                  <a:pt x="146789" y="620"/>
                  <a:pt x="151603" y="0"/>
                  <a:pt x="156556" y="469"/>
                </a:cubicBezTo>
                <a:cubicBezTo>
                  <a:pt x="163362" y="1915"/>
                  <a:pt x="169132" y="5187"/>
                  <a:pt x="173867" y="10284"/>
                </a:cubicBezTo>
                <a:cubicBezTo>
                  <a:pt x="178603" y="15382"/>
                  <a:pt x="181440" y="21377"/>
                  <a:pt x="182381" y="28271"/>
                </a:cubicBezTo>
                <a:cubicBezTo>
                  <a:pt x="183322" y="35164"/>
                  <a:pt x="182195" y="41701"/>
                  <a:pt x="178998" y="47881"/>
                </a:cubicBezTo>
                <a:cubicBezTo>
                  <a:pt x="175803" y="54061"/>
                  <a:pt x="171120" y="58759"/>
                  <a:pt x="164951" y="61976"/>
                </a:cubicBezTo>
                <a:cubicBezTo>
                  <a:pt x="144396" y="69543"/>
                  <a:pt x="125442" y="80011"/>
                  <a:pt x="108090" y="93379"/>
                </a:cubicBezTo>
                <a:cubicBezTo>
                  <a:pt x="88863" y="108359"/>
                  <a:pt x="72399" y="125928"/>
                  <a:pt x="58696" y="146086"/>
                </a:cubicBezTo>
                <a:cubicBezTo>
                  <a:pt x="55345" y="150859"/>
                  <a:pt x="51031" y="154488"/>
                  <a:pt x="45754" y="156973"/>
                </a:cubicBezTo>
                <a:cubicBezTo>
                  <a:pt x="40478" y="159458"/>
                  <a:pt x="34933" y="160471"/>
                  <a:pt x="29118" y="160014"/>
                </a:cubicBezTo>
                <a:cubicBezTo>
                  <a:pt x="23791" y="159500"/>
                  <a:pt x="18881" y="157790"/>
                  <a:pt x="14387" y="154885"/>
                </a:cubicBezTo>
                <a:cubicBezTo>
                  <a:pt x="9613" y="151534"/>
                  <a:pt x="5984" y="147220"/>
                  <a:pt x="3499" y="141943"/>
                </a:cubicBezTo>
                <a:cubicBezTo>
                  <a:pt x="1014" y="136666"/>
                  <a:pt x="0" y="131121"/>
                  <a:pt x="457" y="125307"/>
                </a:cubicBezTo>
                <a:cubicBezTo>
                  <a:pt x="1077" y="119962"/>
                  <a:pt x="2896" y="115062"/>
                  <a:pt x="5914" y="110608"/>
                </a:cubicBezTo>
                <a:cubicBezTo>
                  <a:pt x="23275" y="84524"/>
                  <a:pt x="44436" y="62014"/>
                  <a:pt x="69396" y="43076"/>
                </a:cubicBezTo>
                <a:cubicBezTo>
                  <a:pt x="91658" y="25965"/>
                  <a:pt x="115898" y="12383"/>
                  <a:pt x="142115" y="233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7400163" y="8194715"/>
            <a:ext cx="601788" cy="505845"/>
          </a:xfrm>
          <a:custGeom>
            <a:avLst/>
            <a:gdLst/>
            <a:rect l="0" t="0" r="601788" b="505845"/>
            <a:pathLst>
              <a:path w="601788" h="505845" fill="norm" stroke="0">
                <a:moveTo>
                  <a:pt x="28302" y="505496"/>
                </a:moveTo>
                <a:cubicBezTo>
                  <a:pt x="24115" y="504862"/>
                  <a:pt x="20196" y="503473"/>
                  <a:pt x="16545" y="501329"/>
                </a:cubicBezTo>
                <a:cubicBezTo>
                  <a:pt x="12892" y="499186"/>
                  <a:pt x="9770" y="496440"/>
                  <a:pt x="7175" y="493094"/>
                </a:cubicBezTo>
                <a:cubicBezTo>
                  <a:pt x="4581" y="489747"/>
                  <a:pt x="2701" y="486038"/>
                  <a:pt x="1535" y="481967"/>
                </a:cubicBezTo>
                <a:cubicBezTo>
                  <a:pt x="369" y="477897"/>
                  <a:pt x="0" y="473755"/>
                  <a:pt x="429" y="469542"/>
                </a:cubicBezTo>
                <a:cubicBezTo>
                  <a:pt x="4876" y="434426"/>
                  <a:pt x="12655" y="400064"/>
                  <a:pt x="23771" y="366458"/>
                </a:cubicBezTo>
                <a:cubicBezTo>
                  <a:pt x="34885" y="332851"/>
                  <a:pt x="49126" y="300627"/>
                  <a:pt x="66495" y="269784"/>
                </a:cubicBezTo>
                <a:cubicBezTo>
                  <a:pt x="83863" y="238941"/>
                  <a:pt x="104034" y="210056"/>
                  <a:pt x="127008" y="183128"/>
                </a:cubicBezTo>
                <a:cubicBezTo>
                  <a:pt x="149983" y="156200"/>
                  <a:pt x="175330" y="131731"/>
                  <a:pt x="203054" y="109723"/>
                </a:cubicBezTo>
                <a:cubicBezTo>
                  <a:pt x="229251" y="89975"/>
                  <a:pt x="257017" y="72757"/>
                  <a:pt x="286352" y="58068"/>
                </a:cubicBezTo>
                <a:cubicBezTo>
                  <a:pt x="315685" y="43378"/>
                  <a:pt x="346104" y="31460"/>
                  <a:pt x="377611" y="22312"/>
                </a:cubicBezTo>
                <a:cubicBezTo>
                  <a:pt x="409116" y="13165"/>
                  <a:pt x="441189" y="6938"/>
                  <a:pt x="473828" y="3633"/>
                </a:cubicBezTo>
                <a:cubicBezTo>
                  <a:pt x="506468" y="329"/>
                  <a:pt x="539138" y="0"/>
                  <a:pt x="571836" y="2647"/>
                </a:cubicBezTo>
                <a:cubicBezTo>
                  <a:pt x="576188" y="3085"/>
                  <a:pt x="580290" y="4339"/>
                  <a:pt x="584144" y="6409"/>
                </a:cubicBezTo>
                <a:cubicBezTo>
                  <a:pt x="587997" y="8479"/>
                  <a:pt x="591307" y="11207"/>
                  <a:pt x="594074" y="14594"/>
                </a:cubicBezTo>
                <a:cubicBezTo>
                  <a:pt x="596841" y="17981"/>
                  <a:pt x="598855" y="21768"/>
                  <a:pt x="600115" y="25957"/>
                </a:cubicBezTo>
                <a:cubicBezTo>
                  <a:pt x="601377" y="30144"/>
                  <a:pt x="601788" y="34414"/>
                  <a:pt x="601349" y="38766"/>
                </a:cubicBezTo>
                <a:cubicBezTo>
                  <a:pt x="600931" y="42980"/>
                  <a:pt x="599745" y="46965"/>
                  <a:pt x="597791" y="50722"/>
                </a:cubicBezTo>
                <a:cubicBezTo>
                  <a:pt x="595836" y="54479"/>
                  <a:pt x="593255" y="57738"/>
                  <a:pt x="590046" y="60501"/>
                </a:cubicBezTo>
                <a:cubicBezTo>
                  <a:pt x="586837" y="63263"/>
                  <a:pt x="583230" y="65331"/>
                  <a:pt x="579224" y="66704"/>
                </a:cubicBezTo>
                <a:cubicBezTo>
                  <a:pt x="575218" y="68077"/>
                  <a:pt x="571100" y="68657"/>
                  <a:pt x="566871" y="68444"/>
                </a:cubicBezTo>
                <a:cubicBezTo>
                  <a:pt x="538158" y="66208"/>
                  <a:pt x="509476" y="66570"/>
                  <a:pt x="480826" y="69530"/>
                </a:cubicBezTo>
                <a:cubicBezTo>
                  <a:pt x="452179" y="72491"/>
                  <a:pt x="424028" y="78001"/>
                  <a:pt x="396377" y="86061"/>
                </a:cubicBezTo>
                <a:cubicBezTo>
                  <a:pt x="368728" y="94121"/>
                  <a:pt x="342026" y="104600"/>
                  <a:pt x="316274" y="117497"/>
                </a:cubicBezTo>
                <a:cubicBezTo>
                  <a:pt x="290522" y="130395"/>
                  <a:pt x="266139" y="145501"/>
                  <a:pt x="243123" y="162816"/>
                </a:cubicBezTo>
                <a:cubicBezTo>
                  <a:pt x="218579" y="182149"/>
                  <a:pt x="196128" y="203666"/>
                  <a:pt x="175769" y="227367"/>
                </a:cubicBezTo>
                <a:cubicBezTo>
                  <a:pt x="155411" y="251067"/>
                  <a:pt x="137526" y="276507"/>
                  <a:pt x="122117" y="303686"/>
                </a:cubicBezTo>
                <a:cubicBezTo>
                  <a:pt x="106707" y="330865"/>
                  <a:pt x="94059" y="359274"/>
                  <a:pt x="84175" y="388914"/>
                </a:cubicBezTo>
                <a:cubicBezTo>
                  <a:pt x="74292" y="418553"/>
                  <a:pt x="67356" y="448867"/>
                  <a:pt x="63368" y="479855"/>
                </a:cubicBezTo>
                <a:cubicBezTo>
                  <a:pt x="62494" y="483753"/>
                  <a:pt x="60962" y="487373"/>
                  <a:pt x="58773" y="490715"/>
                </a:cubicBezTo>
                <a:cubicBezTo>
                  <a:pt x="56584" y="494057"/>
                  <a:pt x="53877" y="496906"/>
                  <a:pt x="50653" y="499264"/>
                </a:cubicBezTo>
                <a:cubicBezTo>
                  <a:pt x="47428" y="501622"/>
                  <a:pt x="43892" y="503338"/>
                  <a:pt x="40043" y="504411"/>
                </a:cubicBezTo>
                <a:cubicBezTo>
                  <a:pt x="36195" y="505484"/>
                  <a:pt x="32282" y="505845"/>
                  <a:pt x="28302" y="505496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17602825" y="8390326"/>
            <a:ext cx="341055" cy="295908"/>
          </a:xfrm>
          <a:custGeom>
            <a:avLst/>
            <a:gdLst/>
            <a:rect l="0" t="0" r="341055" b="295908"/>
            <a:pathLst>
              <a:path w="341055" h="295908" fill="norm" stroke="0">
                <a:moveTo>
                  <a:pt x="64751" y="262684"/>
                </a:moveTo>
                <a:cubicBezTo>
                  <a:pt x="64443" y="264311"/>
                  <a:pt x="64278" y="265952"/>
                  <a:pt x="64257" y="267607"/>
                </a:cubicBezTo>
                <a:cubicBezTo>
                  <a:pt x="63622" y="271793"/>
                  <a:pt x="62233" y="275713"/>
                  <a:pt x="60089" y="279365"/>
                </a:cubicBezTo>
                <a:cubicBezTo>
                  <a:pt x="57945" y="283016"/>
                  <a:pt x="55200" y="286139"/>
                  <a:pt x="51854" y="288734"/>
                </a:cubicBezTo>
                <a:cubicBezTo>
                  <a:pt x="48507" y="291328"/>
                  <a:pt x="44799" y="293208"/>
                  <a:pt x="40728" y="294374"/>
                </a:cubicBezTo>
                <a:cubicBezTo>
                  <a:pt x="36657" y="295540"/>
                  <a:pt x="32514" y="295908"/>
                  <a:pt x="28302" y="295479"/>
                </a:cubicBezTo>
                <a:cubicBezTo>
                  <a:pt x="24115" y="294845"/>
                  <a:pt x="20196" y="293456"/>
                  <a:pt x="16545" y="291312"/>
                </a:cubicBezTo>
                <a:cubicBezTo>
                  <a:pt x="12892" y="289168"/>
                  <a:pt x="9770" y="286423"/>
                  <a:pt x="7175" y="283076"/>
                </a:cubicBezTo>
                <a:cubicBezTo>
                  <a:pt x="4581" y="279730"/>
                  <a:pt x="2701" y="276021"/>
                  <a:pt x="1535" y="271950"/>
                </a:cubicBezTo>
                <a:cubicBezTo>
                  <a:pt x="369" y="267879"/>
                  <a:pt x="0" y="263738"/>
                  <a:pt x="429" y="259525"/>
                </a:cubicBezTo>
                <a:cubicBezTo>
                  <a:pt x="2919" y="240190"/>
                  <a:pt x="7246" y="221275"/>
                  <a:pt x="13410" y="202781"/>
                </a:cubicBezTo>
                <a:cubicBezTo>
                  <a:pt x="19574" y="184286"/>
                  <a:pt x="27459" y="166558"/>
                  <a:pt x="37066" y="149595"/>
                </a:cubicBezTo>
                <a:cubicBezTo>
                  <a:pt x="46673" y="132632"/>
                  <a:pt x="57823" y="116751"/>
                  <a:pt x="70514" y="101954"/>
                </a:cubicBezTo>
                <a:cubicBezTo>
                  <a:pt x="83204" y="87156"/>
                  <a:pt x="97200" y="73717"/>
                  <a:pt x="112502" y="61638"/>
                </a:cubicBezTo>
                <a:cubicBezTo>
                  <a:pt x="141515" y="39899"/>
                  <a:pt x="173425" y="23961"/>
                  <a:pt x="208234" y="13824"/>
                </a:cubicBezTo>
                <a:cubicBezTo>
                  <a:pt x="243041" y="3687"/>
                  <a:pt x="278519" y="0"/>
                  <a:pt x="314668" y="2762"/>
                </a:cubicBezTo>
                <a:cubicBezTo>
                  <a:pt x="318303" y="3515"/>
                  <a:pt x="321714" y="4843"/>
                  <a:pt x="324901" y="6748"/>
                </a:cubicBezTo>
                <a:cubicBezTo>
                  <a:pt x="328089" y="8652"/>
                  <a:pt x="330874" y="11027"/>
                  <a:pt x="333259" y="13873"/>
                </a:cubicBezTo>
                <a:cubicBezTo>
                  <a:pt x="335643" y="16718"/>
                  <a:pt x="337496" y="19876"/>
                  <a:pt x="338813" y="23347"/>
                </a:cubicBezTo>
                <a:cubicBezTo>
                  <a:pt x="340133" y="26817"/>
                  <a:pt x="340844" y="30408"/>
                  <a:pt x="340950" y="34119"/>
                </a:cubicBezTo>
                <a:cubicBezTo>
                  <a:pt x="341055" y="37830"/>
                  <a:pt x="340550" y="41456"/>
                  <a:pt x="339430" y="44996"/>
                </a:cubicBezTo>
                <a:cubicBezTo>
                  <a:pt x="338313" y="48536"/>
                  <a:pt x="336643" y="51795"/>
                  <a:pt x="334425" y="54771"/>
                </a:cubicBezTo>
                <a:cubicBezTo>
                  <a:pt x="332206" y="57748"/>
                  <a:pt x="329560" y="60278"/>
                  <a:pt x="326487" y="62361"/>
                </a:cubicBezTo>
                <a:cubicBezTo>
                  <a:pt x="323413" y="64444"/>
                  <a:pt x="320083" y="65964"/>
                  <a:pt x="316497" y="66923"/>
                </a:cubicBezTo>
                <a:lnTo>
                  <a:pt x="310262" y="66295"/>
                </a:lnTo>
                <a:cubicBezTo>
                  <a:pt x="295813" y="65023"/>
                  <a:pt x="281374" y="65131"/>
                  <a:pt x="266945" y="66620"/>
                </a:cubicBezTo>
                <a:cubicBezTo>
                  <a:pt x="252518" y="68108"/>
                  <a:pt x="238361" y="70950"/>
                  <a:pt x="224476" y="75145"/>
                </a:cubicBezTo>
                <a:cubicBezTo>
                  <a:pt x="210590" y="79341"/>
                  <a:pt x="197230" y="84814"/>
                  <a:pt x="184390" y="91564"/>
                </a:cubicBezTo>
                <a:cubicBezTo>
                  <a:pt x="171552" y="98314"/>
                  <a:pt x="159469" y="106220"/>
                  <a:pt x="148143" y="115280"/>
                </a:cubicBezTo>
                <a:cubicBezTo>
                  <a:pt x="136816" y="124341"/>
                  <a:pt x="126450" y="134393"/>
                  <a:pt x="117046" y="145435"/>
                </a:cubicBezTo>
                <a:cubicBezTo>
                  <a:pt x="107640" y="156478"/>
                  <a:pt x="99366" y="168311"/>
                  <a:pt x="92224" y="180936"/>
                </a:cubicBezTo>
                <a:cubicBezTo>
                  <a:pt x="85083" y="193561"/>
                  <a:pt x="79201" y="206748"/>
                  <a:pt x="74580" y="220497"/>
                </a:cubicBezTo>
                <a:cubicBezTo>
                  <a:pt x="69960" y="234246"/>
                  <a:pt x="66683" y="248309"/>
                  <a:pt x="64751" y="262684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17759567" y="8550409"/>
            <a:ext cx="186694" cy="159946"/>
          </a:xfrm>
          <a:custGeom>
            <a:avLst/>
            <a:gdLst/>
            <a:rect l="0" t="0" r="186694" b="159946"/>
            <a:pathLst>
              <a:path w="186694" h="159946" fill="norm" stroke="0">
                <a:moveTo>
                  <a:pt x="70794" y="43076"/>
                </a:moveTo>
                <a:cubicBezTo>
                  <a:pt x="93008" y="25881"/>
                  <a:pt x="117249" y="12298"/>
                  <a:pt x="143512" y="2330"/>
                </a:cubicBezTo>
                <a:cubicBezTo>
                  <a:pt x="148186" y="621"/>
                  <a:pt x="153000" y="0"/>
                  <a:pt x="157955" y="469"/>
                </a:cubicBezTo>
                <a:cubicBezTo>
                  <a:pt x="163936" y="1148"/>
                  <a:pt x="169326" y="3303"/>
                  <a:pt x="174127" y="6934"/>
                </a:cubicBezTo>
                <a:cubicBezTo>
                  <a:pt x="178929" y="10565"/>
                  <a:pt x="182471" y="15165"/>
                  <a:pt x="184753" y="20735"/>
                </a:cubicBezTo>
                <a:cubicBezTo>
                  <a:pt x="186116" y="24716"/>
                  <a:pt x="186694" y="28808"/>
                  <a:pt x="186489" y="33011"/>
                </a:cubicBezTo>
                <a:cubicBezTo>
                  <a:pt x="186286" y="37213"/>
                  <a:pt x="185313" y="41230"/>
                  <a:pt x="183572" y="45060"/>
                </a:cubicBezTo>
                <a:cubicBezTo>
                  <a:pt x="181831" y="48890"/>
                  <a:pt x="179443" y="52264"/>
                  <a:pt x="176411" y="55181"/>
                </a:cubicBezTo>
                <a:cubicBezTo>
                  <a:pt x="173379" y="58098"/>
                  <a:pt x="169915" y="60352"/>
                  <a:pt x="166021" y="61943"/>
                </a:cubicBezTo>
                <a:cubicBezTo>
                  <a:pt x="145039" y="69409"/>
                  <a:pt x="125647" y="79832"/>
                  <a:pt x="107846" y="93214"/>
                </a:cubicBezTo>
                <a:cubicBezTo>
                  <a:pt x="88523" y="108104"/>
                  <a:pt x="72059" y="125673"/>
                  <a:pt x="58452" y="145921"/>
                </a:cubicBezTo>
                <a:cubicBezTo>
                  <a:pt x="56014" y="149335"/>
                  <a:pt x="53031" y="152181"/>
                  <a:pt x="49504" y="154457"/>
                </a:cubicBezTo>
                <a:cubicBezTo>
                  <a:pt x="45979" y="156733"/>
                  <a:pt x="42157" y="158280"/>
                  <a:pt x="38041" y="159098"/>
                </a:cubicBezTo>
                <a:cubicBezTo>
                  <a:pt x="33925" y="159915"/>
                  <a:pt x="29801" y="159946"/>
                  <a:pt x="25674" y="159190"/>
                </a:cubicBezTo>
                <a:cubicBezTo>
                  <a:pt x="21546" y="158433"/>
                  <a:pt x="17701" y="156944"/>
                  <a:pt x="14142" y="154720"/>
                </a:cubicBezTo>
                <a:cubicBezTo>
                  <a:pt x="11229" y="152691"/>
                  <a:pt x="8708" y="150255"/>
                  <a:pt x="6581" y="147412"/>
                </a:cubicBezTo>
                <a:cubicBezTo>
                  <a:pt x="4454" y="144569"/>
                  <a:pt x="2828" y="141463"/>
                  <a:pt x="1704" y="138095"/>
                </a:cubicBezTo>
                <a:cubicBezTo>
                  <a:pt x="580" y="134727"/>
                  <a:pt x="14" y="131268"/>
                  <a:pt x="6" y="127717"/>
                </a:cubicBezTo>
                <a:cubicBezTo>
                  <a:pt x="0" y="124166"/>
                  <a:pt x="552" y="120704"/>
                  <a:pt x="1663" y="117332"/>
                </a:cubicBezTo>
                <a:cubicBezTo>
                  <a:pt x="2614" y="114877"/>
                  <a:pt x="3840" y="112570"/>
                  <a:pt x="5344" y="110410"/>
                </a:cubicBezTo>
                <a:cubicBezTo>
                  <a:pt x="23433" y="84342"/>
                  <a:pt x="45250" y="61898"/>
                  <a:pt x="70794" y="43076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16298833" y="8716280"/>
            <a:ext cx="1811052" cy="1394865"/>
          </a:xfrm>
          <a:custGeom>
            <a:avLst/>
            <a:gdLst/>
            <a:rect l="0" t="0" r="1811052" b="1394865"/>
            <a:pathLst>
              <a:path w="1811052" h="1394865" fill="norm" stroke="0">
                <a:moveTo>
                  <a:pt x="1810925" y="812938"/>
                </a:moveTo>
                <a:lnTo>
                  <a:pt x="1772411" y="1195574"/>
                </a:lnTo>
                <a:cubicBezTo>
                  <a:pt x="1771972" y="1199926"/>
                  <a:pt x="1770718" y="1204028"/>
                  <a:pt x="1768649" y="1207881"/>
                </a:cubicBezTo>
                <a:cubicBezTo>
                  <a:pt x="1766579" y="1211734"/>
                  <a:pt x="1763850" y="1215044"/>
                  <a:pt x="1760463" y="1217811"/>
                </a:cubicBezTo>
                <a:cubicBezTo>
                  <a:pt x="1757076" y="1220579"/>
                  <a:pt x="1753288" y="1222592"/>
                  <a:pt x="1749101" y="1223853"/>
                </a:cubicBezTo>
                <a:cubicBezTo>
                  <a:pt x="1744912" y="1225114"/>
                  <a:pt x="1740643" y="1225525"/>
                  <a:pt x="1736291" y="1225087"/>
                </a:cubicBezTo>
                <a:lnTo>
                  <a:pt x="1632265" y="1214616"/>
                </a:lnTo>
                <a:lnTo>
                  <a:pt x="1617135" y="1364914"/>
                </a:lnTo>
                <a:cubicBezTo>
                  <a:pt x="1616698" y="1369266"/>
                  <a:pt x="1615444" y="1373368"/>
                  <a:pt x="1613373" y="1377221"/>
                </a:cubicBezTo>
                <a:cubicBezTo>
                  <a:pt x="1611303" y="1381074"/>
                  <a:pt x="1608575" y="1384384"/>
                  <a:pt x="1605189" y="1387151"/>
                </a:cubicBezTo>
                <a:cubicBezTo>
                  <a:pt x="1601801" y="1389919"/>
                  <a:pt x="1598014" y="1391933"/>
                  <a:pt x="1593825" y="1393193"/>
                </a:cubicBezTo>
                <a:cubicBezTo>
                  <a:pt x="1589638" y="1394454"/>
                  <a:pt x="1585368" y="1394865"/>
                  <a:pt x="1581017" y="1394427"/>
                </a:cubicBezTo>
                <a:lnTo>
                  <a:pt x="1291250" y="1365260"/>
                </a:lnTo>
                <a:cubicBezTo>
                  <a:pt x="1286898" y="1364822"/>
                  <a:pt x="1282796" y="1363568"/>
                  <a:pt x="1278944" y="1361498"/>
                </a:cubicBezTo>
                <a:cubicBezTo>
                  <a:pt x="1275090" y="1359428"/>
                  <a:pt x="1271780" y="1356700"/>
                  <a:pt x="1269012" y="1353313"/>
                </a:cubicBezTo>
                <a:cubicBezTo>
                  <a:pt x="1266245" y="1349926"/>
                  <a:pt x="1264231" y="1346139"/>
                  <a:pt x="1262971" y="1341950"/>
                </a:cubicBezTo>
                <a:cubicBezTo>
                  <a:pt x="1261711" y="1337763"/>
                  <a:pt x="1261298" y="1333493"/>
                  <a:pt x="1261737" y="1329141"/>
                </a:cubicBezTo>
                <a:lnTo>
                  <a:pt x="1276964" y="1177859"/>
                </a:lnTo>
                <a:lnTo>
                  <a:pt x="489376" y="1098583"/>
                </a:lnTo>
                <a:lnTo>
                  <a:pt x="474149" y="1249865"/>
                </a:lnTo>
                <a:cubicBezTo>
                  <a:pt x="473712" y="1254217"/>
                  <a:pt x="472458" y="1258319"/>
                  <a:pt x="470387" y="1262172"/>
                </a:cubicBezTo>
                <a:cubicBezTo>
                  <a:pt x="468317" y="1266025"/>
                  <a:pt x="465589" y="1269335"/>
                  <a:pt x="462203" y="1272102"/>
                </a:cubicBezTo>
                <a:cubicBezTo>
                  <a:pt x="458815" y="1274870"/>
                  <a:pt x="455028" y="1276884"/>
                  <a:pt x="450839" y="1278144"/>
                </a:cubicBezTo>
                <a:cubicBezTo>
                  <a:pt x="446652" y="1279405"/>
                  <a:pt x="442382" y="1279816"/>
                  <a:pt x="438031" y="1279378"/>
                </a:cubicBezTo>
                <a:lnTo>
                  <a:pt x="146622" y="1250046"/>
                </a:lnTo>
                <a:cubicBezTo>
                  <a:pt x="142272" y="1249608"/>
                  <a:pt x="138168" y="1248354"/>
                  <a:pt x="134316" y="1246284"/>
                </a:cubicBezTo>
                <a:cubicBezTo>
                  <a:pt x="130463" y="1244214"/>
                  <a:pt x="127153" y="1241486"/>
                  <a:pt x="124386" y="1238099"/>
                </a:cubicBezTo>
                <a:cubicBezTo>
                  <a:pt x="121619" y="1234712"/>
                  <a:pt x="119605" y="1230924"/>
                  <a:pt x="118343" y="1226736"/>
                </a:cubicBezTo>
                <a:cubicBezTo>
                  <a:pt x="117083" y="1222548"/>
                  <a:pt x="116672" y="1218279"/>
                  <a:pt x="117109" y="1213927"/>
                </a:cubicBezTo>
                <a:lnTo>
                  <a:pt x="132338" y="1062644"/>
                </a:lnTo>
                <a:lnTo>
                  <a:pt x="29952" y="1052339"/>
                </a:lnTo>
                <a:cubicBezTo>
                  <a:pt x="25600" y="1051900"/>
                  <a:pt x="21498" y="1050646"/>
                  <a:pt x="17644" y="1048576"/>
                </a:cubicBezTo>
                <a:cubicBezTo>
                  <a:pt x="13791" y="1046506"/>
                  <a:pt x="10482" y="1043778"/>
                  <a:pt x="7714" y="1040391"/>
                </a:cubicBezTo>
                <a:cubicBezTo>
                  <a:pt x="4947" y="1037004"/>
                  <a:pt x="2933" y="1033217"/>
                  <a:pt x="1673" y="1029029"/>
                </a:cubicBezTo>
                <a:cubicBezTo>
                  <a:pt x="411" y="1024841"/>
                  <a:pt x="0" y="1020571"/>
                  <a:pt x="437" y="1016219"/>
                </a:cubicBezTo>
                <a:lnTo>
                  <a:pt x="38853" y="634568"/>
                </a:lnTo>
                <a:cubicBezTo>
                  <a:pt x="39292" y="630216"/>
                  <a:pt x="40546" y="626113"/>
                  <a:pt x="42616" y="622261"/>
                </a:cubicBezTo>
                <a:cubicBezTo>
                  <a:pt x="44686" y="618408"/>
                  <a:pt x="47414" y="615098"/>
                  <a:pt x="50802" y="612330"/>
                </a:cubicBezTo>
                <a:cubicBezTo>
                  <a:pt x="54187" y="609563"/>
                  <a:pt x="57975" y="607549"/>
                  <a:pt x="62164" y="606288"/>
                </a:cubicBezTo>
                <a:cubicBezTo>
                  <a:pt x="66351" y="605028"/>
                  <a:pt x="70622" y="604617"/>
                  <a:pt x="74974" y="605055"/>
                </a:cubicBezTo>
                <a:lnTo>
                  <a:pt x="698480" y="667815"/>
                </a:lnTo>
                <a:cubicBezTo>
                  <a:pt x="697237" y="656765"/>
                  <a:pt x="697244" y="645716"/>
                  <a:pt x="698502" y="634668"/>
                </a:cubicBezTo>
                <a:cubicBezTo>
                  <a:pt x="699350" y="626226"/>
                  <a:pt x="700906" y="617916"/>
                  <a:pt x="703169" y="609739"/>
                </a:cubicBezTo>
                <a:cubicBezTo>
                  <a:pt x="705434" y="601562"/>
                  <a:pt x="708374" y="593635"/>
                  <a:pt x="711988" y="585958"/>
                </a:cubicBezTo>
                <a:cubicBezTo>
                  <a:pt x="715603" y="578282"/>
                  <a:pt x="719840" y="570967"/>
                  <a:pt x="724702" y="564012"/>
                </a:cubicBezTo>
                <a:cubicBezTo>
                  <a:pt x="729563" y="557057"/>
                  <a:pt x="734977" y="550564"/>
                  <a:pt x="740944" y="544532"/>
                </a:cubicBezTo>
                <a:cubicBezTo>
                  <a:pt x="746911" y="538500"/>
                  <a:pt x="753345" y="533016"/>
                  <a:pt x="760247" y="528080"/>
                </a:cubicBezTo>
                <a:cubicBezTo>
                  <a:pt x="767149" y="523145"/>
                  <a:pt x="774418" y="518828"/>
                  <a:pt x="782055" y="515131"/>
                </a:cubicBezTo>
                <a:cubicBezTo>
                  <a:pt x="789691" y="511433"/>
                  <a:pt x="797587" y="508408"/>
                  <a:pt x="805738" y="506056"/>
                </a:cubicBezTo>
                <a:cubicBezTo>
                  <a:pt x="813891" y="503704"/>
                  <a:pt x="822184" y="502058"/>
                  <a:pt x="830616" y="501118"/>
                </a:cubicBezTo>
                <a:lnTo>
                  <a:pt x="878842" y="22002"/>
                </a:lnTo>
                <a:cubicBezTo>
                  <a:pt x="880089" y="18544"/>
                  <a:pt x="881864" y="15382"/>
                  <a:pt x="884168" y="12517"/>
                </a:cubicBezTo>
                <a:cubicBezTo>
                  <a:pt x="886470" y="9653"/>
                  <a:pt x="889177" y="7240"/>
                  <a:pt x="892287" y="5280"/>
                </a:cubicBezTo>
                <a:cubicBezTo>
                  <a:pt x="895398" y="3321"/>
                  <a:pt x="898742" y="1920"/>
                  <a:pt x="902320" y="1078"/>
                </a:cubicBezTo>
                <a:cubicBezTo>
                  <a:pt x="905898" y="237"/>
                  <a:pt x="909517" y="0"/>
                  <a:pt x="913174" y="368"/>
                </a:cubicBezTo>
                <a:cubicBezTo>
                  <a:pt x="916832" y="736"/>
                  <a:pt x="920330" y="1689"/>
                  <a:pt x="923669" y="3227"/>
                </a:cubicBezTo>
                <a:cubicBezTo>
                  <a:pt x="927009" y="4765"/>
                  <a:pt x="930005" y="6804"/>
                  <a:pt x="932662" y="9344"/>
                </a:cubicBezTo>
                <a:cubicBezTo>
                  <a:pt x="935320" y="11885"/>
                  <a:pt x="937492" y="14788"/>
                  <a:pt x="939178" y="18055"/>
                </a:cubicBezTo>
                <a:cubicBezTo>
                  <a:pt x="940865" y="21321"/>
                  <a:pt x="941974" y="24773"/>
                  <a:pt x="942505" y="28410"/>
                </a:cubicBezTo>
                <a:lnTo>
                  <a:pt x="894048" y="509823"/>
                </a:lnTo>
                <a:cubicBezTo>
                  <a:pt x="902125" y="512425"/>
                  <a:pt x="909923" y="515690"/>
                  <a:pt x="917443" y="519620"/>
                </a:cubicBezTo>
                <a:cubicBezTo>
                  <a:pt x="924962" y="523550"/>
                  <a:pt x="932097" y="528087"/>
                  <a:pt x="938843" y="533233"/>
                </a:cubicBezTo>
                <a:cubicBezTo>
                  <a:pt x="945590" y="538378"/>
                  <a:pt x="951852" y="544057"/>
                  <a:pt x="957631" y="550269"/>
                </a:cubicBezTo>
                <a:cubicBezTo>
                  <a:pt x="963411" y="556481"/>
                  <a:pt x="968625" y="563137"/>
                  <a:pt x="973269" y="570238"/>
                </a:cubicBezTo>
                <a:cubicBezTo>
                  <a:pt x="977914" y="577338"/>
                  <a:pt x="981926" y="584780"/>
                  <a:pt x="985303" y="592564"/>
                </a:cubicBezTo>
                <a:cubicBezTo>
                  <a:pt x="988681" y="600347"/>
                  <a:pt x="991375" y="608361"/>
                  <a:pt x="993387" y="616603"/>
                </a:cubicBezTo>
                <a:cubicBezTo>
                  <a:pt x="995400" y="624846"/>
                  <a:pt x="996700" y="633200"/>
                  <a:pt x="997290" y="641664"/>
                </a:cubicBezTo>
                <a:cubicBezTo>
                  <a:pt x="997879" y="650129"/>
                  <a:pt x="997748" y="658582"/>
                  <a:pt x="996897" y="667024"/>
                </a:cubicBezTo>
                <a:cubicBezTo>
                  <a:pt x="995927" y="678101"/>
                  <a:pt x="993732" y="688930"/>
                  <a:pt x="990312" y="699510"/>
                </a:cubicBezTo>
                <a:lnTo>
                  <a:pt x="1368682" y="737595"/>
                </a:lnTo>
                <a:cubicBezTo>
                  <a:pt x="1367439" y="726546"/>
                  <a:pt x="1367447" y="715497"/>
                  <a:pt x="1368704" y="704449"/>
                </a:cubicBezTo>
                <a:cubicBezTo>
                  <a:pt x="1369572" y="696001"/>
                  <a:pt x="1371147" y="687687"/>
                  <a:pt x="1373431" y="679507"/>
                </a:cubicBezTo>
                <a:cubicBezTo>
                  <a:pt x="1375713" y="671327"/>
                  <a:pt x="1378671" y="663399"/>
                  <a:pt x="1382302" y="655722"/>
                </a:cubicBezTo>
                <a:cubicBezTo>
                  <a:pt x="1385934" y="648046"/>
                  <a:pt x="1390188" y="640731"/>
                  <a:pt x="1395064" y="633778"/>
                </a:cubicBezTo>
                <a:cubicBezTo>
                  <a:pt x="1399941" y="626825"/>
                  <a:pt x="1405368" y="620334"/>
                  <a:pt x="1411350" y="614305"/>
                </a:cubicBezTo>
                <a:cubicBezTo>
                  <a:pt x="1417331" y="608275"/>
                  <a:pt x="1423777" y="602795"/>
                  <a:pt x="1430691" y="597862"/>
                </a:cubicBezTo>
                <a:cubicBezTo>
                  <a:pt x="1437604" y="592930"/>
                  <a:pt x="1444884" y="588617"/>
                  <a:pt x="1452531" y="584923"/>
                </a:cubicBezTo>
                <a:cubicBezTo>
                  <a:pt x="1460179" y="581230"/>
                  <a:pt x="1468082" y="578208"/>
                  <a:pt x="1476243" y="575860"/>
                </a:cubicBezTo>
                <a:cubicBezTo>
                  <a:pt x="1484406" y="573511"/>
                  <a:pt x="1492706" y="571868"/>
                  <a:pt x="1501147" y="570932"/>
                </a:cubicBezTo>
                <a:lnTo>
                  <a:pt x="1549605" y="89519"/>
                </a:lnTo>
                <a:cubicBezTo>
                  <a:pt x="1550899" y="86138"/>
                  <a:pt x="1552701" y="83054"/>
                  <a:pt x="1555011" y="80267"/>
                </a:cubicBezTo>
                <a:cubicBezTo>
                  <a:pt x="1557320" y="77479"/>
                  <a:pt x="1560016" y="75136"/>
                  <a:pt x="1563098" y="73236"/>
                </a:cubicBezTo>
                <a:cubicBezTo>
                  <a:pt x="1566180" y="71336"/>
                  <a:pt x="1569486" y="69981"/>
                  <a:pt x="1573014" y="69170"/>
                </a:cubicBezTo>
                <a:cubicBezTo>
                  <a:pt x="1576541" y="68358"/>
                  <a:pt x="1580107" y="68134"/>
                  <a:pt x="1583708" y="68496"/>
                </a:cubicBezTo>
                <a:cubicBezTo>
                  <a:pt x="1587311" y="68859"/>
                  <a:pt x="1590759" y="69789"/>
                  <a:pt x="1594055" y="71288"/>
                </a:cubicBezTo>
                <a:cubicBezTo>
                  <a:pt x="1597351" y="72786"/>
                  <a:pt x="1600319" y="74773"/>
                  <a:pt x="1602961" y="77248"/>
                </a:cubicBezTo>
                <a:cubicBezTo>
                  <a:pt x="1605601" y="79724"/>
                  <a:pt x="1607776" y="82558"/>
                  <a:pt x="1609485" y="85750"/>
                </a:cubicBezTo>
                <a:cubicBezTo>
                  <a:pt x="1611193" y="88942"/>
                  <a:pt x="1612345" y="92323"/>
                  <a:pt x="1612939" y="95894"/>
                </a:cubicBezTo>
                <a:lnTo>
                  <a:pt x="1564515" y="576979"/>
                </a:lnTo>
                <a:cubicBezTo>
                  <a:pt x="1572588" y="579611"/>
                  <a:pt x="1580383" y="582904"/>
                  <a:pt x="1587895" y="586859"/>
                </a:cubicBezTo>
                <a:cubicBezTo>
                  <a:pt x="1595410" y="590814"/>
                  <a:pt x="1602538" y="595374"/>
                  <a:pt x="1609277" y="600539"/>
                </a:cubicBezTo>
                <a:cubicBezTo>
                  <a:pt x="1616018" y="605704"/>
                  <a:pt x="1622275" y="611400"/>
                  <a:pt x="1628048" y="617627"/>
                </a:cubicBezTo>
                <a:cubicBezTo>
                  <a:pt x="1633821" y="623854"/>
                  <a:pt x="1639027" y="630523"/>
                  <a:pt x="1643669" y="637634"/>
                </a:cubicBezTo>
                <a:cubicBezTo>
                  <a:pt x="1648310" y="644745"/>
                  <a:pt x="1652319" y="652196"/>
                  <a:pt x="1655696" y="659987"/>
                </a:cubicBezTo>
                <a:cubicBezTo>
                  <a:pt x="1659071" y="667778"/>
                  <a:pt x="1661767" y="675799"/>
                  <a:pt x="1663782" y="684048"/>
                </a:cubicBezTo>
                <a:cubicBezTo>
                  <a:pt x="1665796" y="692297"/>
                  <a:pt x="1667101" y="700656"/>
                  <a:pt x="1667698" y="709127"/>
                </a:cubicBezTo>
                <a:cubicBezTo>
                  <a:pt x="1668294" y="717598"/>
                  <a:pt x="1668171" y="726058"/>
                  <a:pt x="1667331" y="734508"/>
                </a:cubicBezTo>
                <a:cubicBezTo>
                  <a:pt x="1666360" y="745585"/>
                  <a:pt x="1664165" y="756413"/>
                  <a:pt x="1660745" y="766993"/>
                </a:cubicBezTo>
                <a:lnTo>
                  <a:pt x="1781181" y="779116"/>
                </a:lnTo>
                <a:cubicBezTo>
                  <a:pt x="1785342" y="779524"/>
                  <a:pt x="1789283" y="780682"/>
                  <a:pt x="1793004" y="782589"/>
                </a:cubicBezTo>
                <a:cubicBezTo>
                  <a:pt x="1796724" y="784496"/>
                  <a:pt x="1799965" y="787020"/>
                  <a:pt x="1802726" y="790159"/>
                </a:cubicBezTo>
                <a:cubicBezTo>
                  <a:pt x="1805487" y="793299"/>
                  <a:pt x="1807575" y="796835"/>
                  <a:pt x="1808990" y="800769"/>
                </a:cubicBezTo>
                <a:cubicBezTo>
                  <a:pt x="1810407" y="804703"/>
                  <a:pt x="1811052" y="808759"/>
                  <a:pt x="1810925" y="812938"/>
                </a:cubicBezTo>
                <a:close/>
                <a:moveTo>
                  <a:pt x="1517904" y="944546"/>
                </a:moveTo>
                <a:lnTo>
                  <a:pt x="810388" y="873330"/>
                </a:lnTo>
                <a:cubicBezTo>
                  <a:pt x="808030" y="872480"/>
                  <a:pt x="805605" y="871906"/>
                  <a:pt x="803117" y="871609"/>
                </a:cubicBezTo>
                <a:cubicBezTo>
                  <a:pt x="800627" y="871312"/>
                  <a:pt x="798136" y="871299"/>
                  <a:pt x="795644" y="871569"/>
                </a:cubicBezTo>
                <a:cubicBezTo>
                  <a:pt x="793152" y="871840"/>
                  <a:pt x="790722" y="872388"/>
                  <a:pt x="788355" y="873212"/>
                </a:cubicBezTo>
                <a:cubicBezTo>
                  <a:pt x="785988" y="874037"/>
                  <a:pt x="783743" y="875118"/>
                  <a:pt x="781622" y="876454"/>
                </a:cubicBezTo>
                <a:cubicBezTo>
                  <a:pt x="779501" y="877791"/>
                  <a:pt x="777557" y="879349"/>
                  <a:pt x="775793" y="881129"/>
                </a:cubicBezTo>
                <a:cubicBezTo>
                  <a:pt x="774027" y="882908"/>
                  <a:pt x="772485" y="884864"/>
                  <a:pt x="771164" y="886995"/>
                </a:cubicBezTo>
                <a:cubicBezTo>
                  <a:pt x="769844" y="889127"/>
                  <a:pt x="768781" y="891379"/>
                  <a:pt x="767975" y="893753"/>
                </a:cubicBezTo>
                <a:cubicBezTo>
                  <a:pt x="767169" y="896127"/>
                  <a:pt x="766640" y="898561"/>
                  <a:pt x="766390" y="901055"/>
                </a:cubicBezTo>
                <a:cubicBezTo>
                  <a:pt x="766139" y="903549"/>
                  <a:pt x="766172" y="906040"/>
                  <a:pt x="766488" y="908527"/>
                </a:cubicBezTo>
                <a:cubicBezTo>
                  <a:pt x="766804" y="911014"/>
                  <a:pt x="767398" y="913433"/>
                  <a:pt x="768266" y="915785"/>
                </a:cubicBezTo>
                <a:cubicBezTo>
                  <a:pt x="769134" y="918136"/>
                  <a:pt x="770257" y="920360"/>
                  <a:pt x="771632" y="922456"/>
                </a:cubicBezTo>
                <a:cubicBezTo>
                  <a:pt x="773009" y="924551"/>
                  <a:pt x="774602" y="926466"/>
                  <a:pt x="776413" y="928198"/>
                </a:cubicBezTo>
                <a:cubicBezTo>
                  <a:pt x="778225" y="929930"/>
                  <a:pt x="780210" y="931437"/>
                  <a:pt x="782365" y="932717"/>
                </a:cubicBezTo>
                <a:cubicBezTo>
                  <a:pt x="784521" y="933997"/>
                  <a:pt x="786792" y="935018"/>
                  <a:pt x="789181" y="935780"/>
                </a:cubicBezTo>
                <a:cubicBezTo>
                  <a:pt x="791569" y="936542"/>
                  <a:pt x="794012" y="937025"/>
                  <a:pt x="796511" y="937230"/>
                </a:cubicBezTo>
                <a:cubicBezTo>
                  <a:pt x="799010" y="937435"/>
                  <a:pt x="801500" y="937356"/>
                  <a:pt x="803980" y="936993"/>
                </a:cubicBezTo>
                <a:lnTo>
                  <a:pt x="1510182" y="1008077"/>
                </a:lnTo>
                <a:cubicBezTo>
                  <a:pt x="1513821" y="1007545"/>
                  <a:pt x="1517272" y="1006436"/>
                  <a:pt x="1520538" y="1004750"/>
                </a:cubicBezTo>
                <a:cubicBezTo>
                  <a:pt x="1523805" y="1003063"/>
                  <a:pt x="1526708" y="1000892"/>
                  <a:pt x="1529249" y="998235"/>
                </a:cubicBezTo>
                <a:cubicBezTo>
                  <a:pt x="1531789" y="995577"/>
                  <a:pt x="1533829" y="992579"/>
                  <a:pt x="1535367" y="989240"/>
                </a:cubicBezTo>
                <a:cubicBezTo>
                  <a:pt x="1536905" y="985901"/>
                  <a:pt x="1537857" y="982403"/>
                  <a:pt x="1538225" y="978746"/>
                </a:cubicBezTo>
                <a:cubicBezTo>
                  <a:pt x="1538593" y="975088"/>
                  <a:pt x="1538357" y="971470"/>
                  <a:pt x="1537515" y="967892"/>
                </a:cubicBezTo>
                <a:cubicBezTo>
                  <a:pt x="1536674" y="964313"/>
                  <a:pt x="1535272" y="960969"/>
                  <a:pt x="1533313" y="957859"/>
                </a:cubicBezTo>
                <a:cubicBezTo>
                  <a:pt x="1531353" y="954749"/>
                  <a:pt x="1528941" y="952042"/>
                  <a:pt x="1526076" y="949738"/>
                </a:cubicBezTo>
                <a:cubicBezTo>
                  <a:pt x="1523211" y="947435"/>
                  <a:pt x="1520050" y="945660"/>
                  <a:pt x="1516591" y="944414"/>
                </a:cubicBezTo>
                <a:lnTo>
                  <a:pt x="1517904" y="944546"/>
                </a:lnTo>
                <a:close/>
                <a:moveTo>
                  <a:pt x="628565" y="888177"/>
                </a:moveTo>
                <a:cubicBezTo>
                  <a:pt x="629003" y="883825"/>
                  <a:pt x="628591" y="879555"/>
                  <a:pt x="627331" y="875367"/>
                </a:cubicBezTo>
                <a:cubicBezTo>
                  <a:pt x="626070" y="871179"/>
                  <a:pt x="624056" y="867392"/>
                  <a:pt x="621289" y="864005"/>
                </a:cubicBezTo>
                <a:cubicBezTo>
                  <a:pt x="618522" y="860618"/>
                  <a:pt x="615212" y="857890"/>
                  <a:pt x="611358" y="855819"/>
                </a:cubicBezTo>
                <a:cubicBezTo>
                  <a:pt x="607506" y="853750"/>
                  <a:pt x="603403" y="852496"/>
                  <a:pt x="599052" y="852057"/>
                </a:cubicBezTo>
                <a:lnTo>
                  <a:pt x="557047" y="847829"/>
                </a:lnTo>
                <a:cubicBezTo>
                  <a:pt x="553410" y="848361"/>
                  <a:pt x="549959" y="849471"/>
                  <a:pt x="546692" y="851157"/>
                </a:cubicBezTo>
                <a:cubicBezTo>
                  <a:pt x="543424" y="852843"/>
                  <a:pt x="540522" y="855015"/>
                  <a:pt x="537981" y="857672"/>
                </a:cubicBezTo>
                <a:cubicBezTo>
                  <a:pt x="535440" y="860329"/>
                  <a:pt x="533402" y="863327"/>
                  <a:pt x="531864" y="866666"/>
                </a:cubicBezTo>
                <a:cubicBezTo>
                  <a:pt x="530326" y="870005"/>
                  <a:pt x="529374" y="873503"/>
                  <a:pt x="529005" y="877161"/>
                </a:cubicBezTo>
                <a:cubicBezTo>
                  <a:pt x="528638" y="880818"/>
                  <a:pt x="528873" y="884436"/>
                  <a:pt x="529715" y="888015"/>
                </a:cubicBezTo>
                <a:cubicBezTo>
                  <a:pt x="530557" y="891593"/>
                  <a:pt x="531957" y="894938"/>
                  <a:pt x="533918" y="898048"/>
                </a:cubicBezTo>
                <a:cubicBezTo>
                  <a:pt x="535877" y="901158"/>
                  <a:pt x="538290" y="903865"/>
                  <a:pt x="541155" y="906168"/>
                </a:cubicBezTo>
                <a:cubicBezTo>
                  <a:pt x="544020" y="908471"/>
                  <a:pt x="547181" y="910246"/>
                  <a:pt x="550639" y="911493"/>
                </a:cubicBezTo>
                <a:lnTo>
                  <a:pt x="591658" y="915622"/>
                </a:lnTo>
                <a:cubicBezTo>
                  <a:pt x="595854" y="915919"/>
                  <a:pt x="599954" y="915432"/>
                  <a:pt x="603963" y="914160"/>
                </a:cubicBezTo>
                <a:cubicBezTo>
                  <a:pt x="607971" y="912889"/>
                  <a:pt x="611603" y="910923"/>
                  <a:pt x="614860" y="908262"/>
                </a:cubicBezTo>
                <a:cubicBezTo>
                  <a:pt x="618116" y="905602"/>
                  <a:pt x="620767" y="902434"/>
                  <a:pt x="622812" y="898760"/>
                </a:cubicBezTo>
                <a:cubicBezTo>
                  <a:pt x="624856" y="895086"/>
                  <a:pt x="626151" y="891164"/>
                  <a:pt x="626695" y="886994"/>
                </a:cubicBezTo>
                <a:lnTo>
                  <a:pt x="628565" y="888177"/>
                </a:lnTo>
                <a:close/>
                <a:moveTo>
                  <a:pt x="373255" y="862478"/>
                </a:moveTo>
                <a:cubicBezTo>
                  <a:pt x="373693" y="858126"/>
                  <a:pt x="373283" y="853857"/>
                  <a:pt x="372021" y="849669"/>
                </a:cubicBezTo>
                <a:cubicBezTo>
                  <a:pt x="370760" y="845480"/>
                  <a:pt x="368746" y="841693"/>
                  <a:pt x="365979" y="838306"/>
                </a:cubicBezTo>
                <a:cubicBezTo>
                  <a:pt x="363212" y="834919"/>
                  <a:pt x="359902" y="832191"/>
                  <a:pt x="356050" y="830121"/>
                </a:cubicBezTo>
                <a:cubicBezTo>
                  <a:pt x="352196" y="828051"/>
                  <a:pt x="348093" y="826797"/>
                  <a:pt x="343742" y="826359"/>
                </a:cubicBezTo>
                <a:lnTo>
                  <a:pt x="301738" y="822131"/>
                </a:lnTo>
                <a:cubicBezTo>
                  <a:pt x="299379" y="821281"/>
                  <a:pt x="296956" y="820707"/>
                  <a:pt x="294466" y="820410"/>
                </a:cubicBezTo>
                <a:cubicBezTo>
                  <a:pt x="291978" y="820113"/>
                  <a:pt x="289486" y="820100"/>
                  <a:pt x="286993" y="820370"/>
                </a:cubicBezTo>
                <a:cubicBezTo>
                  <a:pt x="284502" y="820641"/>
                  <a:pt x="282073" y="821189"/>
                  <a:pt x="279705" y="822013"/>
                </a:cubicBezTo>
                <a:cubicBezTo>
                  <a:pt x="277338" y="822838"/>
                  <a:pt x="275093" y="823919"/>
                  <a:pt x="272972" y="825255"/>
                </a:cubicBezTo>
                <a:cubicBezTo>
                  <a:pt x="270852" y="826592"/>
                  <a:pt x="268908" y="828150"/>
                  <a:pt x="267142" y="829930"/>
                </a:cubicBezTo>
                <a:cubicBezTo>
                  <a:pt x="265376" y="831709"/>
                  <a:pt x="263834" y="833665"/>
                  <a:pt x="262514" y="835796"/>
                </a:cubicBezTo>
                <a:cubicBezTo>
                  <a:pt x="261195" y="837928"/>
                  <a:pt x="260131" y="840180"/>
                  <a:pt x="259325" y="842554"/>
                </a:cubicBezTo>
                <a:cubicBezTo>
                  <a:pt x="258519" y="844928"/>
                  <a:pt x="257990" y="847362"/>
                  <a:pt x="257739" y="849856"/>
                </a:cubicBezTo>
                <a:cubicBezTo>
                  <a:pt x="257488" y="852351"/>
                  <a:pt x="257522" y="854841"/>
                  <a:pt x="257839" y="857328"/>
                </a:cubicBezTo>
                <a:cubicBezTo>
                  <a:pt x="258155" y="859815"/>
                  <a:pt x="258749" y="862234"/>
                  <a:pt x="259617" y="864586"/>
                </a:cubicBezTo>
                <a:cubicBezTo>
                  <a:pt x="260485" y="866937"/>
                  <a:pt x="261607" y="869161"/>
                  <a:pt x="262982" y="871257"/>
                </a:cubicBezTo>
                <a:cubicBezTo>
                  <a:pt x="264358" y="873352"/>
                  <a:pt x="265951" y="875267"/>
                  <a:pt x="267764" y="876999"/>
                </a:cubicBezTo>
                <a:cubicBezTo>
                  <a:pt x="269576" y="878731"/>
                  <a:pt x="271560" y="880238"/>
                  <a:pt x="273715" y="881518"/>
                </a:cubicBezTo>
                <a:cubicBezTo>
                  <a:pt x="275870" y="882798"/>
                  <a:pt x="278143" y="883819"/>
                  <a:pt x="280530" y="884581"/>
                </a:cubicBezTo>
                <a:cubicBezTo>
                  <a:pt x="282919" y="885343"/>
                  <a:pt x="285362" y="885826"/>
                  <a:pt x="287861" y="886031"/>
                </a:cubicBezTo>
                <a:cubicBezTo>
                  <a:pt x="290359" y="886236"/>
                  <a:pt x="292849" y="886157"/>
                  <a:pt x="295329" y="885794"/>
                </a:cubicBezTo>
                <a:lnTo>
                  <a:pt x="336677" y="889956"/>
                </a:lnTo>
                <a:cubicBezTo>
                  <a:pt x="340847" y="890210"/>
                  <a:pt x="344918" y="889690"/>
                  <a:pt x="348890" y="888397"/>
                </a:cubicBezTo>
                <a:cubicBezTo>
                  <a:pt x="352862" y="887103"/>
                  <a:pt x="356459" y="885127"/>
                  <a:pt x="359680" y="882467"/>
                </a:cubicBezTo>
                <a:cubicBezTo>
                  <a:pt x="362902" y="879807"/>
                  <a:pt x="365523" y="876649"/>
                  <a:pt x="367543" y="872993"/>
                </a:cubicBezTo>
                <a:cubicBezTo>
                  <a:pt x="369565" y="869337"/>
                  <a:pt x="370846" y="865438"/>
                  <a:pt x="371385" y="861296"/>
                </a:cubicBezTo>
                <a:lnTo>
                  <a:pt x="373255" y="862478"/>
                </a:lnTo>
                <a:close/>
                <a:moveTo>
                  <a:pt x="1330441" y="1305228"/>
                </a:moveTo>
                <a:lnTo>
                  <a:pt x="1556872" y="1328020"/>
                </a:lnTo>
                <a:lnTo>
                  <a:pt x="1569028" y="1207257"/>
                </a:lnTo>
                <a:lnTo>
                  <a:pt x="1342597" y="1184465"/>
                </a:lnTo>
                <a:lnTo>
                  <a:pt x="1330441" y="1305228"/>
                </a:lnTo>
                <a:close/>
                <a:moveTo>
                  <a:pt x="186142" y="1190047"/>
                </a:moveTo>
                <a:lnTo>
                  <a:pt x="411589" y="1212740"/>
                </a:lnTo>
                <a:lnTo>
                  <a:pt x="423745" y="1091977"/>
                </a:lnTo>
                <a:lnTo>
                  <a:pt x="197314" y="1069185"/>
                </a:lnTo>
                <a:lnTo>
                  <a:pt x="186142" y="1190047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878409" y="1378336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2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2"/>
                  <a:pt x="43101" y="37837"/>
                </a:cubicBezTo>
                <a:cubicBezTo>
                  <a:pt x="44948" y="35292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1785933" y="1721915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4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1785048" y="1536561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4" y="38991"/>
                  <a:pt x="7439" y="41254"/>
                  <a:pt x="9984" y="43101"/>
                </a:cubicBezTo>
                <a:cubicBezTo>
                  <a:pt x="12528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2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1760192" y="1234273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1603488" y="1678216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5" y="47702"/>
                  <a:pt x="24527" y="47821"/>
                  <a:pt x="27632" y="47328"/>
                </a:cubicBezTo>
                <a:cubicBezTo>
                  <a:pt x="30738" y="46834"/>
                  <a:pt x="33630" y="45765"/>
                  <a:pt x="36310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4" y="17083"/>
                  <a:pt x="45766" y="14191"/>
                  <a:pt x="44121" y="11511"/>
                </a:cubicBezTo>
                <a:cubicBezTo>
                  <a:pt x="42477" y="8830"/>
                  <a:pt x="40382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4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5"/>
                  <a:pt x="6567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4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1549874" y="1183898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1409056" y="1706935"/>
            <a:ext cx="47822" cy="47821"/>
          </a:xfrm>
          <a:custGeom>
            <a:avLst/>
            <a:gdLst/>
            <a:rect l="0" t="0" r="47822" b="47821"/>
            <a:pathLst>
              <a:path w="47822" h="47821" fill="norm" stroke="0">
                <a:moveTo>
                  <a:pt x="18388" y="46970"/>
                </a:moveTo>
                <a:cubicBezTo>
                  <a:pt x="21446" y="47702"/>
                  <a:pt x="24527" y="47821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6"/>
                  <a:pt x="41254" y="40382"/>
                  <a:pt x="43101" y="37837"/>
                </a:cubicBezTo>
                <a:cubicBezTo>
                  <a:pt x="44948" y="35292"/>
                  <a:pt x="46238" y="32491"/>
                  <a:pt x="46970" y="29434"/>
                </a:cubicBezTo>
                <a:cubicBezTo>
                  <a:pt x="47702" y="26376"/>
                  <a:pt x="47822" y="23294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0"/>
                  <a:pt x="40383" y="6567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3"/>
                </a:cubicBezTo>
                <a:cubicBezTo>
                  <a:pt x="17084" y="987"/>
                  <a:pt x="14191" y="2056"/>
                  <a:pt x="11511" y="3700"/>
                </a:cubicBezTo>
                <a:cubicBezTo>
                  <a:pt x="8831" y="5344"/>
                  <a:pt x="6568" y="7439"/>
                  <a:pt x="4721" y="9983"/>
                </a:cubicBezTo>
                <a:cubicBezTo>
                  <a:pt x="2874" y="12529"/>
                  <a:pt x="1584" y="15329"/>
                  <a:pt x="852" y="18387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0"/>
                </a:cubicBezTo>
                <a:cubicBezTo>
                  <a:pt x="5345" y="38991"/>
                  <a:pt x="7439" y="41254"/>
                  <a:pt x="9984" y="43100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1355502" y="1212364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2"/>
                </a:move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5"/>
                  <a:pt x="0" y="24527"/>
                  <a:pt x="494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8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1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3"/>
                  <a:pt x="32492" y="1584"/>
                  <a:pt x="29434" y="852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1270723" y="1451768"/>
            <a:ext cx="48400" cy="48353"/>
          </a:xfrm>
          <a:custGeom>
            <a:avLst/>
            <a:gdLst/>
            <a:rect l="0" t="0" r="48400" b="48353"/>
            <a:pathLst>
              <a:path w="48400" h="48353" fill="norm" stroke="0">
                <a:moveTo>
                  <a:pt x="18388" y="47423"/>
                </a:moveTo>
                <a:cubicBezTo>
                  <a:pt x="21486" y="48200"/>
                  <a:pt x="24614" y="48353"/>
                  <a:pt x="27772" y="47880"/>
                </a:cubicBezTo>
                <a:cubicBezTo>
                  <a:pt x="30931" y="47406"/>
                  <a:pt x="33877" y="46345"/>
                  <a:pt x="36612" y="44695"/>
                </a:cubicBezTo>
                <a:cubicBezTo>
                  <a:pt x="39346" y="43044"/>
                  <a:pt x="41658" y="40932"/>
                  <a:pt x="43548" y="38357"/>
                </a:cubicBezTo>
                <a:cubicBezTo>
                  <a:pt x="45438" y="35782"/>
                  <a:pt x="46760" y="32943"/>
                  <a:pt x="47516" y="29840"/>
                </a:cubicBezTo>
                <a:cubicBezTo>
                  <a:pt x="48271" y="26736"/>
                  <a:pt x="48400" y="23607"/>
                  <a:pt x="47905" y="20452"/>
                </a:cubicBezTo>
                <a:cubicBezTo>
                  <a:pt x="47409" y="17297"/>
                  <a:pt x="46326" y="14358"/>
                  <a:pt x="44656" y="11636"/>
                </a:cubicBezTo>
                <a:cubicBezTo>
                  <a:pt x="42986" y="8913"/>
                  <a:pt x="40857" y="6617"/>
                  <a:pt x="38268" y="4745"/>
                </a:cubicBezTo>
                <a:cubicBezTo>
                  <a:pt x="35680" y="2874"/>
                  <a:pt x="32832" y="1573"/>
                  <a:pt x="29723" y="839"/>
                </a:cubicBezTo>
                <a:cubicBezTo>
                  <a:pt x="26614" y="107"/>
                  <a:pt x="23484" y="0"/>
                  <a:pt x="20333" y="518"/>
                </a:cubicBezTo>
                <a:cubicBezTo>
                  <a:pt x="17181" y="1036"/>
                  <a:pt x="14251" y="2140"/>
                  <a:pt x="11540" y="3830"/>
                </a:cubicBezTo>
                <a:cubicBezTo>
                  <a:pt x="8830" y="5520"/>
                  <a:pt x="6549" y="7665"/>
                  <a:pt x="4696" y="10268"/>
                </a:cubicBezTo>
                <a:cubicBezTo>
                  <a:pt x="2844" y="12869"/>
                  <a:pt x="1562" y="15727"/>
                  <a:pt x="852" y="18841"/>
                </a:cubicBezTo>
                <a:cubicBezTo>
                  <a:pt x="119" y="21899"/>
                  <a:pt x="0" y="24980"/>
                  <a:pt x="493" y="28085"/>
                </a:cubicBezTo>
                <a:cubicBezTo>
                  <a:pt x="987" y="31190"/>
                  <a:pt x="2056" y="34083"/>
                  <a:pt x="3700" y="36764"/>
                </a:cubicBezTo>
                <a:cubicBezTo>
                  <a:pt x="5345" y="39443"/>
                  <a:pt x="7439" y="41707"/>
                  <a:pt x="9984" y="43554"/>
                </a:cubicBezTo>
                <a:cubicBezTo>
                  <a:pt x="12529" y="45401"/>
                  <a:pt x="15330" y="46690"/>
                  <a:pt x="18388" y="4742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1198798" y="1656305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29434" y="853"/>
                </a:moveTo>
                <a:cubicBezTo>
                  <a:pt x="26376" y="120"/>
                  <a:pt x="23295" y="0"/>
                  <a:pt x="20189" y="494"/>
                </a:cubicBezTo>
                <a:cubicBezTo>
                  <a:pt x="17084" y="988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3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5"/>
                  <a:pt x="9984" y="43101"/>
                </a:cubicBezTo>
                <a:cubicBezTo>
                  <a:pt x="12529" y="44948"/>
                  <a:pt x="15330" y="46238"/>
                  <a:pt x="18388" y="46971"/>
                </a:cubicBezTo>
                <a:cubicBezTo>
                  <a:pt x="21446" y="47703"/>
                  <a:pt x="24527" y="47822"/>
                  <a:pt x="27632" y="47329"/>
                </a:cubicBezTo>
                <a:cubicBezTo>
                  <a:pt x="30738" y="46835"/>
                  <a:pt x="33631" y="45766"/>
                  <a:pt x="36311" y="44122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5"/>
                </a:cubicBezTo>
                <a:cubicBezTo>
                  <a:pt x="47702" y="26377"/>
                  <a:pt x="47822" y="23295"/>
                  <a:pt x="47328" y="20189"/>
                </a:cubicBezTo>
                <a:cubicBezTo>
                  <a:pt x="46835" y="17084"/>
                  <a:pt x="45766" y="14191"/>
                  <a:pt x="44121" y="11512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3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1170746" y="1235362"/>
            <a:ext cx="47822" cy="47822"/>
          </a:xfrm>
          <a:custGeom>
            <a:avLst/>
            <a:gdLst/>
            <a:rect l="0" t="0" r="47822" b="47822"/>
            <a:pathLst>
              <a:path w="47822" h="47822" fill="norm" stroke="0">
                <a:moveTo>
                  <a:pt x="18388" y="46970"/>
                </a:moveTo>
                <a:cubicBezTo>
                  <a:pt x="21446" y="47703"/>
                  <a:pt x="24527" y="47822"/>
                  <a:pt x="27633" y="47328"/>
                </a:cubicBezTo>
                <a:cubicBezTo>
                  <a:pt x="30738" y="46834"/>
                  <a:pt x="33631" y="45765"/>
                  <a:pt x="36311" y="44121"/>
                </a:cubicBezTo>
                <a:cubicBezTo>
                  <a:pt x="38991" y="42477"/>
                  <a:pt x="41254" y="40383"/>
                  <a:pt x="43101" y="37838"/>
                </a:cubicBezTo>
                <a:cubicBezTo>
                  <a:pt x="44948" y="35293"/>
                  <a:pt x="46237" y="32492"/>
                  <a:pt x="46970" y="29434"/>
                </a:cubicBezTo>
                <a:cubicBezTo>
                  <a:pt x="47702" y="26376"/>
                  <a:pt x="47822" y="23295"/>
                  <a:pt x="47328" y="20189"/>
                </a:cubicBezTo>
                <a:cubicBezTo>
                  <a:pt x="46835" y="17083"/>
                  <a:pt x="45766" y="14191"/>
                  <a:pt x="44122" y="11511"/>
                </a:cubicBezTo>
                <a:cubicBezTo>
                  <a:pt x="42477" y="8831"/>
                  <a:pt x="40383" y="6568"/>
                  <a:pt x="37838" y="4721"/>
                </a:cubicBezTo>
                <a:cubicBezTo>
                  <a:pt x="35293" y="2874"/>
                  <a:pt x="32492" y="1584"/>
                  <a:pt x="29434" y="852"/>
                </a:cubicBezTo>
                <a:cubicBezTo>
                  <a:pt x="26376" y="119"/>
                  <a:pt x="23295" y="0"/>
                  <a:pt x="20189" y="494"/>
                </a:cubicBezTo>
                <a:cubicBezTo>
                  <a:pt x="17084" y="987"/>
                  <a:pt x="14191" y="2056"/>
                  <a:pt x="11511" y="3701"/>
                </a:cubicBezTo>
                <a:cubicBezTo>
                  <a:pt x="8831" y="5345"/>
                  <a:pt x="6568" y="7439"/>
                  <a:pt x="4721" y="9984"/>
                </a:cubicBezTo>
                <a:cubicBezTo>
                  <a:pt x="2874" y="12529"/>
                  <a:pt x="1584" y="15330"/>
                  <a:pt x="852" y="18388"/>
                </a:cubicBezTo>
                <a:cubicBezTo>
                  <a:pt x="119" y="21446"/>
                  <a:pt x="0" y="24527"/>
                  <a:pt x="493" y="27632"/>
                </a:cubicBezTo>
                <a:cubicBezTo>
                  <a:pt x="987" y="30738"/>
                  <a:pt x="2056" y="33631"/>
                  <a:pt x="3700" y="36311"/>
                </a:cubicBezTo>
                <a:cubicBezTo>
                  <a:pt x="5345" y="38991"/>
                  <a:pt x="7439" y="41254"/>
                  <a:pt x="9984" y="43101"/>
                </a:cubicBezTo>
                <a:cubicBezTo>
                  <a:pt x="12529" y="44948"/>
                  <a:pt x="15330" y="46237"/>
                  <a:pt x="18388" y="46970"/>
                </a:cubicBez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726186" y="662634"/>
            <a:ext cx="1653231" cy="1653109"/>
          </a:xfrm>
          <a:custGeom>
            <a:avLst/>
            <a:gdLst/>
            <a:rect l="0" t="0" r="1653231" b="1653109"/>
            <a:pathLst>
              <a:path w="1653231" h="1653109" fill="norm" stroke="0">
                <a:moveTo>
                  <a:pt x="1614661" y="668348"/>
                </a:moveTo>
                <a:cubicBezTo>
                  <a:pt x="1616418" y="669309"/>
                  <a:pt x="1618261" y="670057"/>
                  <a:pt x="1620190" y="670592"/>
                </a:cubicBezTo>
                <a:cubicBezTo>
                  <a:pt x="1622119" y="671128"/>
                  <a:pt x="1624084" y="671438"/>
                  <a:pt x="1626085" y="671520"/>
                </a:cubicBezTo>
                <a:cubicBezTo>
                  <a:pt x="1628086" y="671603"/>
                  <a:pt x="1630069" y="671457"/>
                  <a:pt x="1632036" y="671083"/>
                </a:cubicBezTo>
                <a:cubicBezTo>
                  <a:pt x="1634003" y="670709"/>
                  <a:pt x="1635902" y="670116"/>
                  <a:pt x="1637732" y="669303"/>
                </a:cubicBezTo>
                <a:cubicBezTo>
                  <a:pt x="1639562" y="668491"/>
                  <a:pt x="1641276" y="667482"/>
                  <a:pt x="1642873" y="666274"/>
                </a:cubicBezTo>
                <a:cubicBezTo>
                  <a:pt x="1644471" y="665067"/>
                  <a:pt x="1645910" y="663694"/>
                  <a:pt x="1647191" y="662155"/>
                </a:cubicBezTo>
                <a:cubicBezTo>
                  <a:pt x="1648472" y="660616"/>
                  <a:pt x="1649561" y="658952"/>
                  <a:pt x="1650458" y="657161"/>
                </a:cubicBezTo>
                <a:cubicBezTo>
                  <a:pt x="1651355" y="655372"/>
                  <a:pt x="1652037" y="653503"/>
                  <a:pt x="1652503" y="651556"/>
                </a:cubicBezTo>
                <a:cubicBezTo>
                  <a:pt x="1652970" y="649608"/>
                  <a:pt x="1653208" y="647634"/>
                  <a:pt x="1653219" y="645632"/>
                </a:cubicBezTo>
                <a:cubicBezTo>
                  <a:pt x="1653231" y="643630"/>
                  <a:pt x="1653014" y="641652"/>
                  <a:pt x="1652569" y="639700"/>
                </a:cubicBezTo>
                <a:cubicBezTo>
                  <a:pt x="1652125" y="637748"/>
                  <a:pt x="1651464" y="635872"/>
                  <a:pt x="1650586" y="634072"/>
                </a:cubicBezTo>
                <a:cubicBezTo>
                  <a:pt x="1649709" y="632272"/>
                  <a:pt x="1648639" y="630596"/>
                  <a:pt x="1647375" y="629042"/>
                </a:cubicBezTo>
                <a:cubicBezTo>
                  <a:pt x="1646112" y="627489"/>
                  <a:pt x="1644688" y="626100"/>
                  <a:pt x="1643104" y="624875"/>
                </a:cubicBezTo>
                <a:cubicBezTo>
                  <a:pt x="1641520" y="623650"/>
                  <a:pt x="1639818" y="622622"/>
                  <a:pt x="1637997" y="621789"/>
                </a:cubicBezTo>
                <a:cubicBezTo>
                  <a:pt x="1636176" y="620957"/>
                  <a:pt x="1634284" y="620342"/>
                  <a:pt x="1632321" y="619946"/>
                </a:cubicBezTo>
                <a:cubicBezTo>
                  <a:pt x="1630358" y="619550"/>
                  <a:pt x="1628376" y="619382"/>
                  <a:pt x="1626375" y="619442"/>
                </a:cubicBezTo>
                <a:lnTo>
                  <a:pt x="1483460" y="585212"/>
                </a:lnTo>
                <a:lnTo>
                  <a:pt x="1522971" y="420250"/>
                </a:lnTo>
                <a:cubicBezTo>
                  <a:pt x="1523776" y="416890"/>
                  <a:pt x="1523907" y="413503"/>
                  <a:pt x="1523365" y="410091"/>
                </a:cubicBezTo>
                <a:cubicBezTo>
                  <a:pt x="1522822" y="406679"/>
                  <a:pt x="1521648" y="403500"/>
                  <a:pt x="1519841" y="400555"/>
                </a:cubicBezTo>
                <a:cubicBezTo>
                  <a:pt x="1518034" y="397610"/>
                  <a:pt x="1515732" y="395122"/>
                  <a:pt x="1512936" y="393093"/>
                </a:cubicBezTo>
                <a:cubicBezTo>
                  <a:pt x="1510139" y="391064"/>
                  <a:pt x="1507061" y="389646"/>
                  <a:pt x="1503701" y="388841"/>
                </a:cubicBezTo>
                <a:lnTo>
                  <a:pt x="1339500" y="349512"/>
                </a:lnTo>
                <a:lnTo>
                  <a:pt x="1373549" y="207357"/>
                </a:lnTo>
                <a:cubicBezTo>
                  <a:pt x="1374702" y="205610"/>
                  <a:pt x="1375631" y="203750"/>
                  <a:pt x="1376336" y="201779"/>
                </a:cubicBezTo>
                <a:cubicBezTo>
                  <a:pt x="1377040" y="199808"/>
                  <a:pt x="1377501" y="197782"/>
                  <a:pt x="1377717" y="195699"/>
                </a:cubicBezTo>
                <a:cubicBezTo>
                  <a:pt x="1377934" y="193617"/>
                  <a:pt x="1377899" y="191539"/>
                  <a:pt x="1377615" y="189465"/>
                </a:cubicBezTo>
                <a:cubicBezTo>
                  <a:pt x="1377330" y="187391"/>
                  <a:pt x="1376803" y="185380"/>
                  <a:pt x="1376034" y="183433"/>
                </a:cubicBezTo>
                <a:cubicBezTo>
                  <a:pt x="1375265" y="181487"/>
                  <a:pt x="1374276" y="179659"/>
                  <a:pt x="1373066" y="177950"/>
                </a:cubicBezTo>
                <a:cubicBezTo>
                  <a:pt x="1371856" y="176241"/>
                  <a:pt x="1370461" y="174701"/>
                  <a:pt x="1368880" y="173329"/>
                </a:cubicBezTo>
                <a:cubicBezTo>
                  <a:pt x="1367299" y="171957"/>
                  <a:pt x="1365578" y="170792"/>
                  <a:pt x="1363716" y="169835"/>
                </a:cubicBezTo>
                <a:cubicBezTo>
                  <a:pt x="1361854" y="168877"/>
                  <a:pt x="1359906" y="168155"/>
                  <a:pt x="1357870" y="167667"/>
                </a:cubicBezTo>
                <a:cubicBezTo>
                  <a:pt x="1355834" y="167180"/>
                  <a:pt x="1353769" y="166941"/>
                  <a:pt x="1351676" y="166951"/>
                </a:cubicBezTo>
                <a:cubicBezTo>
                  <a:pt x="1349583" y="166961"/>
                  <a:pt x="1347520" y="167219"/>
                  <a:pt x="1345489" y="167726"/>
                </a:cubicBezTo>
                <a:cubicBezTo>
                  <a:pt x="1343458" y="168233"/>
                  <a:pt x="1341516" y="168974"/>
                  <a:pt x="1339664" y="169949"/>
                </a:cubicBezTo>
                <a:cubicBezTo>
                  <a:pt x="1337811" y="170924"/>
                  <a:pt x="1336101" y="172106"/>
                  <a:pt x="1334534" y="173493"/>
                </a:cubicBezTo>
                <a:cubicBezTo>
                  <a:pt x="1332966" y="174880"/>
                  <a:pt x="1331585" y="176434"/>
                  <a:pt x="1330392" y="178154"/>
                </a:cubicBezTo>
                <a:cubicBezTo>
                  <a:pt x="1329198" y="179874"/>
                  <a:pt x="1328227" y="181711"/>
                  <a:pt x="1327476" y="183666"/>
                </a:cubicBezTo>
                <a:cubicBezTo>
                  <a:pt x="1326726" y="185620"/>
                  <a:pt x="1326218" y="187635"/>
                  <a:pt x="1325953" y="189712"/>
                </a:cubicBezTo>
                <a:cubicBezTo>
                  <a:pt x="1325689" y="191788"/>
                  <a:pt x="1325674" y="193866"/>
                  <a:pt x="1325910" y="195947"/>
                </a:cubicBezTo>
                <a:lnTo>
                  <a:pt x="1291680" y="338862"/>
                </a:lnTo>
                <a:lnTo>
                  <a:pt x="1164981" y="308515"/>
                </a:lnTo>
                <a:lnTo>
                  <a:pt x="1199212" y="165600"/>
                </a:lnTo>
                <a:cubicBezTo>
                  <a:pt x="1200017" y="162240"/>
                  <a:pt x="1200148" y="158854"/>
                  <a:pt x="1199606" y="155441"/>
                </a:cubicBezTo>
                <a:cubicBezTo>
                  <a:pt x="1199064" y="152029"/>
                  <a:pt x="1197889" y="148850"/>
                  <a:pt x="1196082" y="145905"/>
                </a:cubicBezTo>
                <a:cubicBezTo>
                  <a:pt x="1194275" y="142959"/>
                  <a:pt x="1191974" y="140472"/>
                  <a:pt x="1189177" y="138443"/>
                </a:cubicBezTo>
                <a:cubicBezTo>
                  <a:pt x="1186381" y="136413"/>
                  <a:pt x="1183302" y="134996"/>
                  <a:pt x="1179942" y="134191"/>
                </a:cubicBezTo>
                <a:cubicBezTo>
                  <a:pt x="1176582" y="133386"/>
                  <a:pt x="1173195" y="133255"/>
                  <a:pt x="1169783" y="133797"/>
                </a:cubicBezTo>
                <a:cubicBezTo>
                  <a:pt x="1166371" y="134340"/>
                  <a:pt x="1163192" y="135514"/>
                  <a:pt x="1160246" y="137321"/>
                </a:cubicBezTo>
                <a:cubicBezTo>
                  <a:pt x="1157301" y="139128"/>
                  <a:pt x="1154814" y="141430"/>
                  <a:pt x="1152785" y="144227"/>
                </a:cubicBezTo>
                <a:cubicBezTo>
                  <a:pt x="1150755" y="147023"/>
                  <a:pt x="1149338" y="150102"/>
                  <a:pt x="1148533" y="153462"/>
                </a:cubicBezTo>
                <a:lnTo>
                  <a:pt x="1114302" y="296377"/>
                </a:lnTo>
                <a:lnTo>
                  <a:pt x="987604" y="266030"/>
                </a:lnTo>
                <a:lnTo>
                  <a:pt x="1021835" y="123115"/>
                </a:lnTo>
                <a:cubicBezTo>
                  <a:pt x="1022640" y="119755"/>
                  <a:pt x="1022771" y="116368"/>
                  <a:pt x="1022229" y="112956"/>
                </a:cubicBezTo>
                <a:cubicBezTo>
                  <a:pt x="1021687" y="109544"/>
                  <a:pt x="1020512" y="106365"/>
                  <a:pt x="1018705" y="103419"/>
                </a:cubicBezTo>
                <a:cubicBezTo>
                  <a:pt x="1016898" y="100474"/>
                  <a:pt x="1014596" y="97987"/>
                  <a:pt x="1011800" y="95958"/>
                </a:cubicBezTo>
                <a:cubicBezTo>
                  <a:pt x="1009003" y="93928"/>
                  <a:pt x="1005925" y="92511"/>
                  <a:pt x="1002565" y="91706"/>
                </a:cubicBezTo>
                <a:cubicBezTo>
                  <a:pt x="999205" y="90901"/>
                  <a:pt x="995818" y="90770"/>
                  <a:pt x="992406" y="91312"/>
                </a:cubicBezTo>
                <a:cubicBezTo>
                  <a:pt x="988993" y="91855"/>
                  <a:pt x="985814" y="93029"/>
                  <a:pt x="982869" y="94836"/>
                </a:cubicBezTo>
                <a:cubicBezTo>
                  <a:pt x="979924" y="96643"/>
                  <a:pt x="977437" y="98945"/>
                  <a:pt x="975407" y="101741"/>
                </a:cubicBezTo>
                <a:cubicBezTo>
                  <a:pt x="973378" y="104538"/>
                  <a:pt x="971961" y="107616"/>
                  <a:pt x="971156" y="110976"/>
                </a:cubicBezTo>
                <a:lnTo>
                  <a:pt x="936925" y="253891"/>
                </a:lnTo>
                <a:lnTo>
                  <a:pt x="810227" y="223545"/>
                </a:lnTo>
                <a:lnTo>
                  <a:pt x="844458" y="80630"/>
                </a:lnTo>
                <a:cubicBezTo>
                  <a:pt x="845419" y="78873"/>
                  <a:pt x="846167" y="77030"/>
                  <a:pt x="846703" y="75101"/>
                </a:cubicBezTo>
                <a:cubicBezTo>
                  <a:pt x="847238" y="73172"/>
                  <a:pt x="847548" y="71207"/>
                  <a:pt x="847631" y="69206"/>
                </a:cubicBezTo>
                <a:cubicBezTo>
                  <a:pt x="847714" y="67205"/>
                  <a:pt x="847568" y="65222"/>
                  <a:pt x="847193" y="63255"/>
                </a:cubicBezTo>
                <a:cubicBezTo>
                  <a:pt x="846819" y="61288"/>
                  <a:pt x="846226" y="59389"/>
                  <a:pt x="845414" y="57559"/>
                </a:cubicBezTo>
                <a:cubicBezTo>
                  <a:pt x="844601" y="55729"/>
                  <a:pt x="843592" y="54015"/>
                  <a:pt x="842385" y="52418"/>
                </a:cubicBezTo>
                <a:cubicBezTo>
                  <a:pt x="841177" y="50820"/>
                  <a:pt x="839804" y="49381"/>
                  <a:pt x="838265" y="48100"/>
                </a:cubicBezTo>
                <a:cubicBezTo>
                  <a:pt x="836726" y="46820"/>
                  <a:pt x="835062" y="45731"/>
                  <a:pt x="833272" y="44833"/>
                </a:cubicBezTo>
                <a:cubicBezTo>
                  <a:pt x="831482" y="43936"/>
                  <a:pt x="829613" y="43255"/>
                  <a:pt x="827666" y="42788"/>
                </a:cubicBezTo>
                <a:cubicBezTo>
                  <a:pt x="825719" y="42321"/>
                  <a:pt x="823744" y="42083"/>
                  <a:pt x="821742" y="42072"/>
                </a:cubicBezTo>
                <a:cubicBezTo>
                  <a:pt x="819740" y="42060"/>
                  <a:pt x="817762" y="42277"/>
                  <a:pt x="815810" y="42722"/>
                </a:cubicBezTo>
                <a:cubicBezTo>
                  <a:pt x="813858" y="43166"/>
                  <a:pt x="811982" y="43828"/>
                  <a:pt x="810182" y="44705"/>
                </a:cubicBezTo>
                <a:cubicBezTo>
                  <a:pt x="808382" y="45582"/>
                  <a:pt x="806705" y="46652"/>
                  <a:pt x="805152" y="47916"/>
                </a:cubicBezTo>
                <a:cubicBezTo>
                  <a:pt x="803599" y="49179"/>
                  <a:pt x="802210" y="50603"/>
                  <a:pt x="800985" y="52188"/>
                </a:cubicBezTo>
                <a:cubicBezTo>
                  <a:pt x="799760" y="53771"/>
                  <a:pt x="798732" y="55473"/>
                  <a:pt x="797899" y="57294"/>
                </a:cubicBezTo>
                <a:cubicBezTo>
                  <a:pt x="797067" y="59116"/>
                  <a:pt x="796452" y="61007"/>
                  <a:pt x="796056" y="62970"/>
                </a:cubicBezTo>
                <a:cubicBezTo>
                  <a:pt x="795660" y="64932"/>
                  <a:pt x="795492" y="66915"/>
                  <a:pt x="795552" y="68916"/>
                </a:cubicBezTo>
                <a:lnTo>
                  <a:pt x="761321" y="211831"/>
                </a:lnTo>
                <a:lnTo>
                  <a:pt x="634623" y="181485"/>
                </a:lnTo>
                <a:lnTo>
                  <a:pt x="668854" y="38570"/>
                </a:lnTo>
                <a:cubicBezTo>
                  <a:pt x="669815" y="36812"/>
                  <a:pt x="670563" y="34970"/>
                  <a:pt x="671099" y="33041"/>
                </a:cubicBezTo>
                <a:cubicBezTo>
                  <a:pt x="671635" y="31111"/>
                  <a:pt x="671944" y="29146"/>
                  <a:pt x="672027" y="27146"/>
                </a:cubicBezTo>
                <a:cubicBezTo>
                  <a:pt x="672110" y="25145"/>
                  <a:pt x="671964" y="23161"/>
                  <a:pt x="671590" y="21195"/>
                </a:cubicBezTo>
                <a:cubicBezTo>
                  <a:pt x="671215" y="19228"/>
                  <a:pt x="670622" y="17329"/>
                  <a:pt x="669810" y="15499"/>
                </a:cubicBezTo>
                <a:cubicBezTo>
                  <a:pt x="668998" y="13669"/>
                  <a:pt x="667988" y="11955"/>
                  <a:pt x="666781" y="10358"/>
                </a:cubicBezTo>
                <a:cubicBezTo>
                  <a:pt x="665574" y="8760"/>
                  <a:pt x="664201" y="7320"/>
                  <a:pt x="662662" y="6040"/>
                </a:cubicBezTo>
                <a:cubicBezTo>
                  <a:pt x="661123" y="4759"/>
                  <a:pt x="659458" y="3670"/>
                  <a:pt x="657668" y="2773"/>
                </a:cubicBezTo>
                <a:cubicBezTo>
                  <a:pt x="655878" y="1876"/>
                  <a:pt x="654010" y="1194"/>
                  <a:pt x="652063" y="728"/>
                </a:cubicBezTo>
                <a:cubicBezTo>
                  <a:pt x="650115" y="261"/>
                  <a:pt x="648141" y="22"/>
                  <a:pt x="646138" y="12"/>
                </a:cubicBezTo>
                <a:cubicBezTo>
                  <a:pt x="644136" y="0"/>
                  <a:pt x="642159" y="217"/>
                  <a:pt x="640207" y="661"/>
                </a:cubicBezTo>
                <a:cubicBezTo>
                  <a:pt x="638254" y="1106"/>
                  <a:pt x="636378" y="1767"/>
                  <a:pt x="634578" y="2644"/>
                </a:cubicBezTo>
                <a:cubicBezTo>
                  <a:pt x="632778" y="3521"/>
                  <a:pt x="631102" y="4592"/>
                  <a:pt x="629549" y="5855"/>
                </a:cubicBezTo>
                <a:cubicBezTo>
                  <a:pt x="627996" y="7119"/>
                  <a:pt x="626607" y="8543"/>
                  <a:pt x="625382" y="10127"/>
                </a:cubicBezTo>
                <a:cubicBezTo>
                  <a:pt x="624157" y="11711"/>
                  <a:pt x="623128" y="13413"/>
                  <a:pt x="622296" y="15234"/>
                </a:cubicBezTo>
                <a:cubicBezTo>
                  <a:pt x="621463" y="17055"/>
                  <a:pt x="620849" y="18947"/>
                  <a:pt x="620452" y="20910"/>
                </a:cubicBezTo>
                <a:cubicBezTo>
                  <a:pt x="620056" y="22872"/>
                  <a:pt x="619888" y="24854"/>
                  <a:pt x="619949" y="26856"/>
                </a:cubicBezTo>
                <a:lnTo>
                  <a:pt x="585718" y="169771"/>
                </a:lnTo>
                <a:lnTo>
                  <a:pt x="420250" y="130139"/>
                </a:lnTo>
                <a:cubicBezTo>
                  <a:pt x="416890" y="129333"/>
                  <a:pt x="413504" y="129202"/>
                  <a:pt x="410091" y="129745"/>
                </a:cubicBezTo>
                <a:cubicBezTo>
                  <a:pt x="406679" y="130287"/>
                  <a:pt x="403500" y="131462"/>
                  <a:pt x="400555" y="133269"/>
                </a:cubicBezTo>
                <a:cubicBezTo>
                  <a:pt x="397610" y="135075"/>
                  <a:pt x="395122" y="137377"/>
                  <a:pt x="393093" y="140174"/>
                </a:cubicBezTo>
                <a:cubicBezTo>
                  <a:pt x="391063" y="142970"/>
                  <a:pt x="389646" y="146048"/>
                  <a:pt x="388841" y="149409"/>
                </a:cubicBezTo>
                <a:lnTo>
                  <a:pt x="349330" y="314369"/>
                </a:lnTo>
                <a:lnTo>
                  <a:pt x="207175" y="280321"/>
                </a:lnTo>
                <a:cubicBezTo>
                  <a:pt x="205418" y="279360"/>
                  <a:pt x="203575" y="278612"/>
                  <a:pt x="201646" y="278076"/>
                </a:cubicBezTo>
                <a:cubicBezTo>
                  <a:pt x="199717" y="277540"/>
                  <a:pt x="197752" y="277230"/>
                  <a:pt x="195751" y="277147"/>
                </a:cubicBezTo>
                <a:cubicBezTo>
                  <a:pt x="193751" y="277064"/>
                  <a:pt x="191767" y="277210"/>
                  <a:pt x="189800" y="277585"/>
                </a:cubicBezTo>
                <a:cubicBezTo>
                  <a:pt x="187833" y="277960"/>
                  <a:pt x="185935" y="278553"/>
                  <a:pt x="184104" y="279365"/>
                </a:cubicBezTo>
                <a:cubicBezTo>
                  <a:pt x="182274" y="280177"/>
                  <a:pt x="180560" y="281187"/>
                  <a:pt x="178963" y="282394"/>
                </a:cubicBezTo>
                <a:cubicBezTo>
                  <a:pt x="177365" y="283601"/>
                  <a:pt x="175926" y="284974"/>
                  <a:pt x="174645" y="286513"/>
                </a:cubicBezTo>
                <a:cubicBezTo>
                  <a:pt x="173365" y="288052"/>
                  <a:pt x="172276" y="289716"/>
                  <a:pt x="171378" y="291506"/>
                </a:cubicBezTo>
                <a:cubicBezTo>
                  <a:pt x="170481" y="293297"/>
                  <a:pt x="169799" y="295165"/>
                  <a:pt x="169333" y="297112"/>
                </a:cubicBezTo>
                <a:cubicBezTo>
                  <a:pt x="168867" y="299059"/>
                  <a:pt x="168628" y="301034"/>
                  <a:pt x="168617" y="303037"/>
                </a:cubicBezTo>
                <a:cubicBezTo>
                  <a:pt x="168606" y="305039"/>
                  <a:pt x="168822" y="307016"/>
                  <a:pt x="169267" y="308968"/>
                </a:cubicBezTo>
                <a:cubicBezTo>
                  <a:pt x="169712" y="310921"/>
                  <a:pt x="170373" y="312796"/>
                  <a:pt x="171250" y="314596"/>
                </a:cubicBezTo>
                <a:cubicBezTo>
                  <a:pt x="172127" y="316396"/>
                  <a:pt x="173197" y="318073"/>
                  <a:pt x="174461" y="319626"/>
                </a:cubicBezTo>
                <a:cubicBezTo>
                  <a:pt x="175725" y="321179"/>
                  <a:pt x="177148" y="322568"/>
                  <a:pt x="178732" y="323793"/>
                </a:cubicBezTo>
                <a:cubicBezTo>
                  <a:pt x="180316" y="325018"/>
                  <a:pt x="182019" y="326047"/>
                  <a:pt x="183840" y="326879"/>
                </a:cubicBezTo>
                <a:cubicBezTo>
                  <a:pt x="185661" y="327712"/>
                  <a:pt x="187552" y="328326"/>
                  <a:pt x="189515" y="328723"/>
                </a:cubicBezTo>
                <a:cubicBezTo>
                  <a:pt x="191478" y="329119"/>
                  <a:pt x="193460" y="329287"/>
                  <a:pt x="195461" y="329226"/>
                </a:cubicBezTo>
                <a:lnTo>
                  <a:pt x="338376" y="363457"/>
                </a:lnTo>
                <a:lnTo>
                  <a:pt x="308030" y="490155"/>
                </a:lnTo>
                <a:lnTo>
                  <a:pt x="165114" y="455924"/>
                </a:lnTo>
                <a:cubicBezTo>
                  <a:pt x="163358" y="454921"/>
                  <a:pt x="161510" y="454134"/>
                  <a:pt x="159570" y="453561"/>
                </a:cubicBezTo>
                <a:cubicBezTo>
                  <a:pt x="157631" y="452988"/>
                  <a:pt x="155651" y="452646"/>
                  <a:pt x="153631" y="452534"/>
                </a:cubicBezTo>
                <a:cubicBezTo>
                  <a:pt x="151612" y="452423"/>
                  <a:pt x="149607" y="452544"/>
                  <a:pt x="147615" y="452899"/>
                </a:cubicBezTo>
                <a:cubicBezTo>
                  <a:pt x="145624" y="453255"/>
                  <a:pt x="143701" y="453834"/>
                  <a:pt x="141844" y="454637"/>
                </a:cubicBezTo>
                <a:cubicBezTo>
                  <a:pt x="139988" y="455440"/>
                  <a:pt x="138249" y="456447"/>
                  <a:pt x="136627" y="457655"/>
                </a:cubicBezTo>
                <a:cubicBezTo>
                  <a:pt x="135005" y="458863"/>
                  <a:pt x="133544" y="460242"/>
                  <a:pt x="132243" y="461790"/>
                </a:cubicBezTo>
                <a:cubicBezTo>
                  <a:pt x="130942" y="463338"/>
                  <a:pt x="129836" y="465016"/>
                  <a:pt x="128926" y="466822"/>
                </a:cubicBezTo>
                <a:cubicBezTo>
                  <a:pt x="128015" y="468628"/>
                  <a:pt x="127324" y="470515"/>
                  <a:pt x="126853" y="472481"/>
                </a:cubicBezTo>
                <a:cubicBezTo>
                  <a:pt x="126382" y="474449"/>
                  <a:pt x="126143" y="476443"/>
                  <a:pt x="126137" y="478465"/>
                </a:cubicBezTo>
                <a:cubicBezTo>
                  <a:pt x="126130" y="480489"/>
                  <a:pt x="126356" y="482485"/>
                  <a:pt x="126814" y="484454"/>
                </a:cubicBezTo>
                <a:cubicBezTo>
                  <a:pt x="127272" y="486425"/>
                  <a:pt x="127951" y="488315"/>
                  <a:pt x="128849" y="490127"/>
                </a:cubicBezTo>
                <a:cubicBezTo>
                  <a:pt x="129748" y="491939"/>
                  <a:pt x="130843" y="493623"/>
                  <a:pt x="132134" y="495181"/>
                </a:cubicBezTo>
                <a:cubicBezTo>
                  <a:pt x="133424" y="496738"/>
                  <a:pt x="134877" y="498125"/>
                  <a:pt x="136491" y="499345"/>
                </a:cubicBezTo>
                <a:cubicBezTo>
                  <a:pt x="138105" y="500563"/>
                  <a:pt x="139838" y="501580"/>
                  <a:pt x="141688" y="502396"/>
                </a:cubicBezTo>
                <a:cubicBezTo>
                  <a:pt x="143539" y="503211"/>
                  <a:pt x="145459" y="503803"/>
                  <a:pt x="147448" y="504172"/>
                </a:cubicBezTo>
                <a:cubicBezTo>
                  <a:pt x="149437" y="504540"/>
                  <a:pt x="151441" y="504675"/>
                  <a:pt x="153461" y="504576"/>
                </a:cubicBezTo>
                <a:lnTo>
                  <a:pt x="296377" y="538807"/>
                </a:lnTo>
                <a:lnTo>
                  <a:pt x="266030" y="665505"/>
                </a:lnTo>
                <a:lnTo>
                  <a:pt x="123115" y="631274"/>
                </a:lnTo>
                <a:cubicBezTo>
                  <a:pt x="119755" y="630469"/>
                  <a:pt x="116368" y="630338"/>
                  <a:pt x="112956" y="630880"/>
                </a:cubicBezTo>
                <a:cubicBezTo>
                  <a:pt x="109543" y="631423"/>
                  <a:pt x="106364" y="632597"/>
                  <a:pt x="103419" y="634405"/>
                </a:cubicBezTo>
                <a:cubicBezTo>
                  <a:pt x="100474" y="636212"/>
                  <a:pt x="97987" y="638513"/>
                  <a:pt x="95957" y="641310"/>
                </a:cubicBezTo>
                <a:cubicBezTo>
                  <a:pt x="93928" y="644106"/>
                  <a:pt x="92511" y="647185"/>
                  <a:pt x="91706" y="650545"/>
                </a:cubicBezTo>
                <a:cubicBezTo>
                  <a:pt x="90901" y="653905"/>
                  <a:pt x="90770" y="657291"/>
                  <a:pt x="91312" y="660703"/>
                </a:cubicBezTo>
                <a:cubicBezTo>
                  <a:pt x="91854" y="664116"/>
                  <a:pt x="93029" y="667295"/>
                  <a:pt x="94836" y="670240"/>
                </a:cubicBezTo>
                <a:cubicBezTo>
                  <a:pt x="96643" y="673185"/>
                  <a:pt x="98945" y="675673"/>
                  <a:pt x="101741" y="677702"/>
                </a:cubicBezTo>
                <a:cubicBezTo>
                  <a:pt x="104538" y="679731"/>
                  <a:pt x="107616" y="681148"/>
                  <a:pt x="110976" y="681954"/>
                </a:cubicBezTo>
                <a:lnTo>
                  <a:pt x="253892" y="716184"/>
                </a:lnTo>
                <a:lnTo>
                  <a:pt x="223545" y="842883"/>
                </a:lnTo>
                <a:lnTo>
                  <a:pt x="80630" y="808651"/>
                </a:lnTo>
                <a:cubicBezTo>
                  <a:pt x="78873" y="807691"/>
                  <a:pt x="77030" y="806942"/>
                  <a:pt x="75101" y="806407"/>
                </a:cubicBezTo>
                <a:cubicBezTo>
                  <a:pt x="73171" y="805871"/>
                  <a:pt x="71207" y="805562"/>
                  <a:pt x="69206" y="805479"/>
                </a:cubicBezTo>
                <a:cubicBezTo>
                  <a:pt x="67205" y="805396"/>
                  <a:pt x="65222" y="805542"/>
                  <a:pt x="63255" y="805916"/>
                </a:cubicBezTo>
                <a:cubicBezTo>
                  <a:pt x="61288" y="806290"/>
                  <a:pt x="59389" y="806883"/>
                  <a:pt x="57559" y="807696"/>
                </a:cubicBezTo>
                <a:cubicBezTo>
                  <a:pt x="55729" y="808508"/>
                  <a:pt x="54015" y="809517"/>
                  <a:pt x="52418" y="810725"/>
                </a:cubicBezTo>
                <a:cubicBezTo>
                  <a:pt x="50820" y="811932"/>
                  <a:pt x="49381" y="813305"/>
                  <a:pt x="48100" y="814844"/>
                </a:cubicBezTo>
                <a:cubicBezTo>
                  <a:pt x="46819" y="816383"/>
                  <a:pt x="45730" y="818048"/>
                  <a:pt x="44833" y="819838"/>
                </a:cubicBezTo>
                <a:cubicBezTo>
                  <a:pt x="43936" y="821627"/>
                  <a:pt x="43254" y="823496"/>
                  <a:pt x="42788" y="825443"/>
                </a:cubicBezTo>
                <a:cubicBezTo>
                  <a:pt x="42321" y="827391"/>
                  <a:pt x="42083" y="829365"/>
                  <a:pt x="42071" y="831367"/>
                </a:cubicBezTo>
                <a:cubicBezTo>
                  <a:pt x="42060" y="833369"/>
                  <a:pt x="42277" y="835347"/>
                  <a:pt x="42722" y="837299"/>
                </a:cubicBezTo>
                <a:cubicBezTo>
                  <a:pt x="43166" y="839251"/>
                  <a:pt x="43827" y="841128"/>
                  <a:pt x="44704" y="842928"/>
                </a:cubicBezTo>
                <a:cubicBezTo>
                  <a:pt x="45582" y="844728"/>
                  <a:pt x="46652" y="846404"/>
                  <a:pt x="47916" y="847957"/>
                </a:cubicBezTo>
                <a:cubicBezTo>
                  <a:pt x="49179" y="849510"/>
                  <a:pt x="50603" y="850899"/>
                  <a:pt x="52187" y="852124"/>
                </a:cubicBezTo>
                <a:cubicBezTo>
                  <a:pt x="53771" y="853349"/>
                  <a:pt x="55473" y="854377"/>
                  <a:pt x="57294" y="855210"/>
                </a:cubicBezTo>
                <a:cubicBezTo>
                  <a:pt x="59115" y="856042"/>
                  <a:pt x="61007" y="856657"/>
                  <a:pt x="62970" y="857053"/>
                </a:cubicBezTo>
                <a:cubicBezTo>
                  <a:pt x="64932" y="857450"/>
                  <a:pt x="66914" y="857617"/>
                  <a:pt x="68916" y="857557"/>
                </a:cubicBezTo>
                <a:lnTo>
                  <a:pt x="211831" y="891788"/>
                </a:lnTo>
                <a:lnTo>
                  <a:pt x="181485" y="1018486"/>
                </a:lnTo>
                <a:lnTo>
                  <a:pt x="38569" y="984255"/>
                </a:lnTo>
                <a:cubicBezTo>
                  <a:pt x="36812" y="983294"/>
                  <a:pt x="34970" y="982546"/>
                  <a:pt x="33040" y="982010"/>
                </a:cubicBezTo>
                <a:cubicBezTo>
                  <a:pt x="31111" y="981474"/>
                  <a:pt x="29146" y="981165"/>
                  <a:pt x="27146" y="981082"/>
                </a:cubicBezTo>
                <a:cubicBezTo>
                  <a:pt x="25145" y="980999"/>
                  <a:pt x="23161" y="981145"/>
                  <a:pt x="21194" y="981519"/>
                </a:cubicBezTo>
                <a:cubicBezTo>
                  <a:pt x="19227" y="981894"/>
                  <a:pt x="17329" y="982487"/>
                  <a:pt x="15499" y="983299"/>
                </a:cubicBezTo>
                <a:cubicBezTo>
                  <a:pt x="13668" y="984111"/>
                  <a:pt x="11955" y="985120"/>
                  <a:pt x="10357" y="986328"/>
                </a:cubicBezTo>
                <a:cubicBezTo>
                  <a:pt x="8760" y="987535"/>
                  <a:pt x="7321" y="988909"/>
                  <a:pt x="6040" y="990447"/>
                </a:cubicBezTo>
                <a:cubicBezTo>
                  <a:pt x="4759" y="991986"/>
                  <a:pt x="3670" y="993651"/>
                  <a:pt x="2773" y="995441"/>
                </a:cubicBezTo>
                <a:cubicBezTo>
                  <a:pt x="1876" y="997231"/>
                  <a:pt x="1194" y="999099"/>
                  <a:pt x="727" y="1001047"/>
                </a:cubicBezTo>
                <a:cubicBezTo>
                  <a:pt x="261" y="1002994"/>
                  <a:pt x="22" y="1004969"/>
                  <a:pt x="11" y="1006970"/>
                </a:cubicBezTo>
                <a:cubicBezTo>
                  <a:pt x="0" y="1008973"/>
                  <a:pt x="217" y="1010950"/>
                  <a:pt x="661" y="1012903"/>
                </a:cubicBezTo>
                <a:cubicBezTo>
                  <a:pt x="1106" y="1014854"/>
                  <a:pt x="1767" y="1016731"/>
                  <a:pt x="2644" y="1018531"/>
                </a:cubicBezTo>
                <a:cubicBezTo>
                  <a:pt x="3521" y="1020331"/>
                  <a:pt x="4592" y="1022007"/>
                  <a:pt x="5855" y="1023560"/>
                </a:cubicBezTo>
                <a:cubicBezTo>
                  <a:pt x="7119" y="1025113"/>
                  <a:pt x="8543" y="1026502"/>
                  <a:pt x="10127" y="1027727"/>
                </a:cubicBezTo>
                <a:cubicBezTo>
                  <a:pt x="11710" y="1028952"/>
                  <a:pt x="13413" y="1029981"/>
                  <a:pt x="15234" y="1030814"/>
                </a:cubicBezTo>
                <a:cubicBezTo>
                  <a:pt x="17055" y="1031646"/>
                  <a:pt x="18947" y="1032260"/>
                  <a:pt x="20909" y="1032656"/>
                </a:cubicBezTo>
                <a:cubicBezTo>
                  <a:pt x="22872" y="1033053"/>
                  <a:pt x="24854" y="1033221"/>
                  <a:pt x="26855" y="1033160"/>
                </a:cubicBezTo>
                <a:lnTo>
                  <a:pt x="169771" y="1067391"/>
                </a:lnTo>
                <a:lnTo>
                  <a:pt x="130260" y="1232353"/>
                </a:lnTo>
                <a:cubicBezTo>
                  <a:pt x="129455" y="1235712"/>
                  <a:pt x="129323" y="1239099"/>
                  <a:pt x="129866" y="1242511"/>
                </a:cubicBezTo>
                <a:cubicBezTo>
                  <a:pt x="130408" y="1245924"/>
                  <a:pt x="131583" y="1249103"/>
                  <a:pt x="133390" y="1252048"/>
                </a:cubicBezTo>
                <a:cubicBezTo>
                  <a:pt x="135197" y="1254993"/>
                  <a:pt x="137498" y="1257480"/>
                  <a:pt x="140295" y="1259509"/>
                </a:cubicBezTo>
                <a:cubicBezTo>
                  <a:pt x="143091" y="1261539"/>
                  <a:pt x="146170" y="1262956"/>
                  <a:pt x="149530" y="1263762"/>
                </a:cubicBezTo>
                <a:lnTo>
                  <a:pt x="314491" y="1303272"/>
                </a:lnTo>
                <a:lnTo>
                  <a:pt x="280321" y="1445934"/>
                </a:lnTo>
                <a:cubicBezTo>
                  <a:pt x="279360" y="1447691"/>
                  <a:pt x="278611" y="1449534"/>
                  <a:pt x="278076" y="1451463"/>
                </a:cubicBezTo>
                <a:cubicBezTo>
                  <a:pt x="277540" y="1453393"/>
                  <a:pt x="277230" y="1455358"/>
                  <a:pt x="277148" y="1457358"/>
                </a:cubicBezTo>
                <a:cubicBezTo>
                  <a:pt x="277065" y="1459359"/>
                  <a:pt x="277210" y="1461343"/>
                  <a:pt x="277585" y="1463309"/>
                </a:cubicBezTo>
                <a:cubicBezTo>
                  <a:pt x="277959" y="1465276"/>
                  <a:pt x="278553" y="1467175"/>
                  <a:pt x="279365" y="1469005"/>
                </a:cubicBezTo>
                <a:cubicBezTo>
                  <a:pt x="280177" y="1470835"/>
                  <a:pt x="281186" y="1472549"/>
                  <a:pt x="282394" y="1474146"/>
                </a:cubicBezTo>
                <a:cubicBezTo>
                  <a:pt x="283601" y="1475744"/>
                  <a:pt x="284974" y="1477183"/>
                  <a:pt x="286513" y="1478464"/>
                </a:cubicBezTo>
                <a:cubicBezTo>
                  <a:pt x="288052" y="1479745"/>
                  <a:pt x="289716" y="1480834"/>
                  <a:pt x="291506" y="1481730"/>
                </a:cubicBezTo>
                <a:cubicBezTo>
                  <a:pt x="293296" y="1482628"/>
                  <a:pt x="295165" y="1483309"/>
                  <a:pt x="297112" y="1483776"/>
                </a:cubicBezTo>
                <a:cubicBezTo>
                  <a:pt x="299059" y="1484243"/>
                  <a:pt x="301034" y="1484481"/>
                  <a:pt x="303036" y="1484492"/>
                </a:cubicBezTo>
                <a:cubicBezTo>
                  <a:pt x="305039" y="1484503"/>
                  <a:pt x="307016" y="1484287"/>
                  <a:pt x="308968" y="1483842"/>
                </a:cubicBezTo>
                <a:cubicBezTo>
                  <a:pt x="310920" y="1483398"/>
                  <a:pt x="312796" y="1482737"/>
                  <a:pt x="314596" y="1481859"/>
                </a:cubicBezTo>
                <a:cubicBezTo>
                  <a:pt x="316396" y="1480982"/>
                  <a:pt x="318073" y="1479912"/>
                  <a:pt x="319626" y="1478649"/>
                </a:cubicBezTo>
                <a:cubicBezTo>
                  <a:pt x="321179" y="1477385"/>
                  <a:pt x="322568" y="1475961"/>
                  <a:pt x="323793" y="1474377"/>
                </a:cubicBezTo>
                <a:cubicBezTo>
                  <a:pt x="325018" y="1472793"/>
                  <a:pt x="326047" y="1471091"/>
                  <a:pt x="326879" y="1469270"/>
                </a:cubicBezTo>
                <a:cubicBezTo>
                  <a:pt x="327712" y="1467448"/>
                  <a:pt x="328326" y="1465557"/>
                  <a:pt x="328722" y="1463594"/>
                </a:cubicBezTo>
                <a:cubicBezTo>
                  <a:pt x="329119" y="1461632"/>
                  <a:pt x="329287" y="1459650"/>
                  <a:pt x="329226" y="1457648"/>
                </a:cubicBezTo>
                <a:lnTo>
                  <a:pt x="363457" y="1314733"/>
                </a:lnTo>
                <a:lnTo>
                  <a:pt x="490155" y="1345079"/>
                </a:lnTo>
                <a:lnTo>
                  <a:pt x="455924" y="1487994"/>
                </a:lnTo>
                <a:cubicBezTo>
                  <a:pt x="454921" y="1489751"/>
                  <a:pt x="454133" y="1491599"/>
                  <a:pt x="453561" y="1493539"/>
                </a:cubicBezTo>
                <a:cubicBezTo>
                  <a:pt x="452988" y="1495478"/>
                  <a:pt x="452646" y="1497458"/>
                  <a:pt x="452534" y="1499477"/>
                </a:cubicBezTo>
                <a:cubicBezTo>
                  <a:pt x="452422" y="1501497"/>
                  <a:pt x="452544" y="1503503"/>
                  <a:pt x="452899" y="1505493"/>
                </a:cubicBezTo>
                <a:cubicBezTo>
                  <a:pt x="453255" y="1507485"/>
                  <a:pt x="453834" y="1509409"/>
                  <a:pt x="454637" y="1511264"/>
                </a:cubicBezTo>
                <a:cubicBezTo>
                  <a:pt x="455441" y="1513121"/>
                  <a:pt x="456446" y="1514860"/>
                  <a:pt x="457655" y="1516482"/>
                </a:cubicBezTo>
                <a:cubicBezTo>
                  <a:pt x="458863" y="1518104"/>
                  <a:pt x="460241" y="1519565"/>
                  <a:pt x="461790" y="1520867"/>
                </a:cubicBezTo>
                <a:cubicBezTo>
                  <a:pt x="463338" y="1522168"/>
                  <a:pt x="465016" y="1523273"/>
                  <a:pt x="466822" y="1524184"/>
                </a:cubicBezTo>
                <a:cubicBezTo>
                  <a:pt x="468628" y="1525095"/>
                  <a:pt x="470514" y="1525785"/>
                  <a:pt x="472481" y="1526256"/>
                </a:cubicBezTo>
                <a:cubicBezTo>
                  <a:pt x="474448" y="1526727"/>
                  <a:pt x="476443" y="1526966"/>
                  <a:pt x="478466" y="1526973"/>
                </a:cubicBezTo>
                <a:cubicBezTo>
                  <a:pt x="480488" y="1526979"/>
                  <a:pt x="482484" y="1526753"/>
                  <a:pt x="484454" y="1526295"/>
                </a:cubicBezTo>
                <a:cubicBezTo>
                  <a:pt x="486424" y="1525837"/>
                  <a:pt x="488315" y="1525159"/>
                  <a:pt x="490127" y="1524260"/>
                </a:cubicBezTo>
                <a:cubicBezTo>
                  <a:pt x="491939" y="1523361"/>
                  <a:pt x="493624" y="1522267"/>
                  <a:pt x="495181" y="1520975"/>
                </a:cubicBezTo>
                <a:cubicBezTo>
                  <a:pt x="496738" y="1519685"/>
                  <a:pt x="498126" y="1518232"/>
                  <a:pt x="499345" y="1516618"/>
                </a:cubicBezTo>
                <a:cubicBezTo>
                  <a:pt x="500563" y="1515004"/>
                  <a:pt x="501580" y="1513271"/>
                  <a:pt x="502396" y="1511421"/>
                </a:cubicBezTo>
                <a:cubicBezTo>
                  <a:pt x="503211" y="1509570"/>
                  <a:pt x="503803" y="1507650"/>
                  <a:pt x="504171" y="1505661"/>
                </a:cubicBezTo>
                <a:cubicBezTo>
                  <a:pt x="504540" y="1503673"/>
                  <a:pt x="504674" y="1501668"/>
                  <a:pt x="504576" y="1499648"/>
                </a:cubicBezTo>
                <a:lnTo>
                  <a:pt x="538807" y="1356733"/>
                </a:lnTo>
                <a:lnTo>
                  <a:pt x="665505" y="1387079"/>
                </a:lnTo>
                <a:lnTo>
                  <a:pt x="631274" y="1529994"/>
                </a:lnTo>
                <a:cubicBezTo>
                  <a:pt x="630469" y="1533354"/>
                  <a:pt x="630338" y="1536741"/>
                  <a:pt x="630880" y="1540153"/>
                </a:cubicBezTo>
                <a:cubicBezTo>
                  <a:pt x="631423" y="1543565"/>
                  <a:pt x="632597" y="1546744"/>
                  <a:pt x="634404" y="1549690"/>
                </a:cubicBezTo>
                <a:cubicBezTo>
                  <a:pt x="636211" y="1552635"/>
                  <a:pt x="638513" y="1555122"/>
                  <a:pt x="641309" y="1557151"/>
                </a:cubicBezTo>
                <a:cubicBezTo>
                  <a:pt x="644106" y="1559182"/>
                  <a:pt x="647184" y="1560599"/>
                  <a:pt x="650544" y="1561403"/>
                </a:cubicBezTo>
                <a:cubicBezTo>
                  <a:pt x="653905" y="1562209"/>
                  <a:pt x="657291" y="1562340"/>
                  <a:pt x="660703" y="1561797"/>
                </a:cubicBezTo>
                <a:cubicBezTo>
                  <a:pt x="664116" y="1561255"/>
                  <a:pt x="667295" y="1560080"/>
                  <a:pt x="670240" y="1558273"/>
                </a:cubicBezTo>
                <a:cubicBezTo>
                  <a:pt x="673185" y="1556466"/>
                  <a:pt x="675672" y="1554165"/>
                  <a:pt x="677702" y="1551368"/>
                </a:cubicBezTo>
                <a:cubicBezTo>
                  <a:pt x="679731" y="1548571"/>
                  <a:pt x="681148" y="1545493"/>
                  <a:pt x="681953" y="1542133"/>
                </a:cubicBezTo>
                <a:lnTo>
                  <a:pt x="716184" y="1399218"/>
                </a:lnTo>
                <a:lnTo>
                  <a:pt x="842882" y="1429565"/>
                </a:lnTo>
                <a:lnTo>
                  <a:pt x="808651" y="1572480"/>
                </a:lnTo>
                <a:cubicBezTo>
                  <a:pt x="807691" y="1574236"/>
                  <a:pt x="806942" y="1576080"/>
                  <a:pt x="806406" y="1578008"/>
                </a:cubicBezTo>
                <a:cubicBezTo>
                  <a:pt x="805871" y="1579938"/>
                  <a:pt x="805561" y="1581903"/>
                  <a:pt x="805478" y="1583903"/>
                </a:cubicBezTo>
                <a:cubicBezTo>
                  <a:pt x="805395" y="1585904"/>
                  <a:pt x="805541" y="1587888"/>
                  <a:pt x="805916" y="1589855"/>
                </a:cubicBezTo>
                <a:cubicBezTo>
                  <a:pt x="806290" y="1591821"/>
                  <a:pt x="806883" y="1593721"/>
                  <a:pt x="807696" y="1595551"/>
                </a:cubicBezTo>
                <a:cubicBezTo>
                  <a:pt x="808508" y="1597381"/>
                  <a:pt x="809517" y="1599095"/>
                  <a:pt x="810724" y="1600691"/>
                </a:cubicBezTo>
                <a:cubicBezTo>
                  <a:pt x="811932" y="1602289"/>
                  <a:pt x="813305" y="1603728"/>
                  <a:pt x="814844" y="1605009"/>
                </a:cubicBezTo>
                <a:cubicBezTo>
                  <a:pt x="816383" y="1606290"/>
                  <a:pt x="818047" y="1607379"/>
                  <a:pt x="819837" y="1608276"/>
                </a:cubicBezTo>
                <a:cubicBezTo>
                  <a:pt x="821627" y="1609173"/>
                  <a:pt x="823496" y="1609855"/>
                  <a:pt x="825443" y="1610322"/>
                </a:cubicBezTo>
                <a:cubicBezTo>
                  <a:pt x="827390" y="1610788"/>
                  <a:pt x="829365" y="1611026"/>
                  <a:pt x="831367" y="1611037"/>
                </a:cubicBezTo>
                <a:cubicBezTo>
                  <a:pt x="833369" y="1611049"/>
                  <a:pt x="835347" y="1610832"/>
                  <a:pt x="837299" y="1610388"/>
                </a:cubicBezTo>
                <a:cubicBezTo>
                  <a:pt x="839251" y="1609943"/>
                  <a:pt x="841127" y="1609282"/>
                  <a:pt x="842927" y="1608405"/>
                </a:cubicBezTo>
                <a:cubicBezTo>
                  <a:pt x="844727" y="1607527"/>
                  <a:pt x="846404" y="1606457"/>
                  <a:pt x="847957" y="1605193"/>
                </a:cubicBezTo>
                <a:cubicBezTo>
                  <a:pt x="849510" y="1603930"/>
                  <a:pt x="850899" y="1602506"/>
                  <a:pt x="852124" y="1600922"/>
                </a:cubicBezTo>
                <a:cubicBezTo>
                  <a:pt x="853349" y="1599338"/>
                  <a:pt x="854377" y="1597636"/>
                  <a:pt x="855210" y="1595815"/>
                </a:cubicBezTo>
                <a:cubicBezTo>
                  <a:pt x="856042" y="1593994"/>
                  <a:pt x="856657" y="1592102"/>
                  <a:pt x="857053" y="1590139"/>
                </a:cubicBezTo>
                <a:cubicBezTo>
                  <a:pt x="857449" y="1588177"/>
                  <a:pt x="857617" y="1586195"/>
                  <a:pt x="857557" y="1584193"/>
                </a:cubicBezTo>
                <a:lnTo>
                  <a:pt x="891788" y="1441278"/>
                </a:lnTo>
                <a:lnTo>
                  <a:pt x="1018486" y="1471625"/>
                </a:lnTo>
                <a:lnTo>
                  <a:pt x="984255" y="1614540"/>
                </a:lnTo>
                <a:cubicBezTo>
                  <a:pt x="983294" y="1616297"/>
                  <a:pt x="982546" y="1618140"/>
                  <a:pt x="982010" y="1620069"/>
                </a:cubicBezTo>
                <a:cubicBezTo>
                  <a:pt x="981474" y="1621998"/>
                  <a:pt x="981165" y="1623963"/>
                  <a:pt x="981082" y="1625964"/>
                </a:cubicBezTo>
                <a:cubicBezTo>
                  <a:pt x="980999" y="1627964"/>
                  <a:pt x="981145" y="1629948"/>
                  <a:pt x="981519" y="1631915"/>
                </a:cubicBezTo>
                <a:cubicBezTo>
                  <a:pt x="981894" y="1633882"/>
                  <a:pt x="982487" y="1635781"/>
                  <a:pt x="983299" y="1637611"/>
                </a:cubicBezTo>
                <a:cubicBezTo>
                  <a:pt x="984111" y="1639441"/>
                  <a:pt x="985121" y="1641155"/>
                  <a:pt x="986328" y="1642752"/>
                </a:cubicBezTo>
                <a:cubicBezTo>
                  <a:pt x="987535" y="1644349"/>
                  <a:pt x="988908" y="1645789"/>
                  <a:pt x="990447" y="1647069"/>
                </a:cubicBezTo>
                <a:cubicBezTo>
                  <a:pt x="991986" y="1648351"/>
                  <a:pt x="993651" y="1649440"/>
                  <a:pt x="995441" y="1650336"/>
                </a:cubicBezTo>
                <a:cubicBezTo>
                  <a:pt x="997231" y="1651233"/>
                  <a:pt x="999099" y="1651915"/>
                  <a:pt x="1001047" y="1652382"/>
                </a:cubicBezTo>
                <a:cubicBezTo>
                  <a:pt x="1002994" y="1652848"/>
                  <a:pt x="1004968" y="1653087"/>
                  <a:pt x="1006971" y="1653098"/>
                </a:cubicBezTo>
                <a:cubicBezTo>
                  <a:pt x="1008973" y="1653109"/>
                  <a:pt x="1010950" y="1652892"/>
                  <a:pt x="1012902" y="1652448"/>
                </a:cubicBezTo>
                <a:cubicBezTo>
                  <a:pt x="1014855" y="1652003"/>
                  <a:pt x="1016731" y="1651343"/>
                  <a:pt x="1018531" y="1650465"/>
                </a:cubicBezTo>
                <a:cubicBezTo>
                  <a:pt x="1020331" y="1649588"/>
                  <a:pt x="1022007" y="1648518"/>
                  <a:pt x="1023560" y="1647254"/>
                </a:cubicBezTo>
                <a:cubicBezTo>
                  <a:pt x="1025113" y="1645990"/>
                  <a:pt x="1026503" y="1644566"/>
                  <a:pt x="1027727" y="1642983"/>
                </a:cubicBezTo>
                <a:cubicBezTo>
                  <a:pt x="1028952" y="1641399"/>
                  <a:pt x="1029981" y="1639696"/>
                  <a:pt x="1030813" y="1637875"/>
                </a:cubicBezTo>
                <a:cubicBezTo>
                  <a:pt x="1031646" y="1636054"/>
                  <a:pt x="1032260" y="1634162"/>
                  <a:pt x="1032657" y="1632200"/>
                </a:cubicBezTo>
                <a:cubicBezTo>
                  <a:pt x="1033053" y="1630237"/>
                  <a:pt x="1033221" y="1628255"/>
                  <a:pt x="1033160" y="1626254"/>
                </a:cubicBezTo>
                <a:lnTo>
                  <a:pt x="1067391" y="1483338"/>
                </a:lnTo>
                <a:lnTo>
                  <a:pt x="1232352" y="1522850"/>
                </a:lnTo>
                <a:cubicBezTo>
                  <a:pt x="1235712" y="1523654"/>
                  <a:pt x="1239099" y="1523786"/>
                  <a:pt x="1242511" y="1523243"/>
                </a:cubicBezTo>
                <a:cubicBezTo>
                  <a:pt x="1245924" y="1522701"/>
                  <a:pt x="1249102" y="1521527"/>
                  <a:pt x="1252047" y="1519720"/>
                </a:cubicBezTo>
                <a:cubicBezTo>
                  <a:pt x="1254993" y="1517913"/>
                  <a:pt x="1257480" y="1515611"/>
                  <a:pt x="1259509" y="1512815"/>
                </a:cubicBezTo>
                <a:cubicBezTo>
                  <a:pt x="1261539" y="1510018"/>
                  <a:pt x="1262956" y="1506940"/>
                  <a:pt x="1263761" y="1503580"/>
                </a:cubicBezTo>
                <a:lnTo>
                  <a:pt x="1303090" y="1339379"/>
                </a:lnTo>
                <a:lnTo>
                  <a:pt x="1445752" y="1373549"/>
                </a:lnTo>
                <a:cubicBezTo>
                  <a:pt x="1447500" y="1374702"/>
                  <a:pt x="1449359" y="1375631"/>
                  <a:pt x="1451330" y="1376336"/>
                </a:cubicBezTo>
                <a:cubicBezTo>
                  <a:pt x="1453301" y="1377041"/>
                  <a:pt x="1455328" y="1377501"/>
                  <a:pt x="1457410" y="1377717"/>
                </a:cubicBezTo>
                <a:cubicBezTo>
                  <a:pt x="1459493" y="1377934"/>
                  <a:pt x="1461571" y="1377900"/>
                  <a:pt x="1463644" y="1377615"/>
                </a:cubicBezTo>
                <a:cubicBezTo>
                  <a:pt x="1465719" y="1377331"/>
                  <a:pt x="1467729" y="1376804"/>
                  <a:pt x="1469676" y="1376035"/>
                </a:cubicBezTo>
                <a:cubicBezTo>
                  <a:pt x="1471623" y="1375266"/>
                  <a:pt x="1473451" y="1374276"/>
                  <a:pt x="1475159" y="1373067"/>
                </a:cubicBezTo>
                <a:cubicBezTo>
                  <a:pt x="1476868" y="1371857"/>
                  <a:pt x="1478408" y="1370461"/>
                  <a:pt x="1479780" y="1368880"/>
                </a:cubicBezTo>
                <a:cubicBezTo>
                  <a:pt x="1481153" y="1367299"/>
                  <a:pt x="1482317" y="1365578"/>
                  <a:pt x="1483275" y="1363717"/>
                </a:cubicBezTo>
                <a:cubicBezTo>
                  <a:pt x="1484232" y="1361855"/>
                  <a:pt x="1484955" y="1359906"/>
                  <a:pt x="1485442" y="1357870"/>
                </a:cubicBezTo>
                <a:cubicBezTo>
                  <a:pt x="1485930" y="1355834"/>
                  <a:pt x="1486169" y="1353769"/>
                  <a:pt x="1486159" y="1351676"/>
                </a:cubicBezTo>
                <a:cubicBezTo>
                  <a:pt x="1486149" y="1349583"/>
                  <a:pt x="1485890" y="1347521"/>
                  <a:pt x="1485383" y="1345489"/>
                </a:cubicBezTo>
                <a:cubicBezTo>
                  <a:pt x="1484876" y="1343458"/>
                  <a:pt x="1484135" y="1341517"/>
                  <a:pt x="1483160" y="1339664"/>
                </a:cubicBezTo>
                <a:cubicBezTo>
                  <a:pt x="1482185" y="1337811"/>
                  <a:pt x="1481003" y="1336101"/>
                  <a:pt x="1479616" y="1334533"/>
                </a:cubicBezTo>
                <a:cubicBezTo>
                  <a:pt x="1478229" y="1332966"/>
                  <a:pt x="1476675" y="1331585"/>
                  <a:pt x="1474955" y="1330392"/>
                </a:cubicBezTo>
                <a:cubicBezTo>
                  <a:pt x="1473236" y="1329199"/>
                  <a:pt x="1471398" y="1328227"/>
                  <a:pt x="1469444" y="1327476"/>
                </a:cubicBezTo>
                <a:cubicBezTo>
                  <a:pt x="1467490" y="1326726"/>
                  <a:pt x="1465474" y="1326218"/>
                  <a:pt x="1463398" y="1325953"/>
                </a:cubicBezTo>
                <a:cubicBezTo>
                  <a:pt x="1461321" y="1325689"/>
                  <a:pt x="1459243" y="1325674"/>
                  <a:pt x="1457162" y="1325911"/>
                </a:cubicBezTo>
                <a:lnTo>
                  <a:pt x="1314247" y="1291679"/>
                </a:lnTo>
                <a:lnTo>
                  <a:pt x="1344594" y="1164982"/>
                </a:lnTo>
                <a:lnTo>
                  <a:pt x="1487509" y="1199213"/>
                </a:lnTo>
                <a:cubicBezTo>
                  <a:pt x="1490869" y="1200017"/>
                  <a:pt x="1494256" y="1200148"/>
                  <a:pt x="1497668" y="1199606"/>
                </a:cubicBezTo>
                <a:cubicBezTo>
                  <a:pt x="1501081" y="1199064"/>
                  <a:pt x="1504259" y="1197889"/>
                  <a:pt x="1507205" y="1196082"/>
                </a:cubicBezTo>
                <a:cubicBezTo>
                  <a:pt x="1510150" y="1194275"/>
                  <a:pt x="1512637" y="1191974"/>
                  <a:pt x="1514667" y="1189177"/>
                </a:cubicBezTo>
                <a:cubicBezTo>
                  <a:pt x="1516696" y="1186381"/>
                  <a:pt x="1518113" y="1183302"/>
                  <a:pt x="1518918" y="1179942"/>
                </a:cubicBezTo>
                <a:cubicBezTo>
                  <a:pt x="1519723" y="1176582"/>
                  <a:pt x="1519854" y="1173196"/>
                  <a:pt x="1519312" y="1169783"/>
                </a:cubicBezTo>
                <a:cubicBezTo>
                  <a:pt x="1518769" y="1166371"/>
                  <a:pt x="1517595" y="1163192"/>
                  <a:pt x="1515788" y="1160247"/>
                </a:cubicBezTo>
                <a:cubicBezTo>
                  <a:pt x="1513981" y="1157301"/>
                  <a:pt x="1511679" y="1154814"/>
                  <a:pt x="1508883" y="1152785"/>
                </a:cubicBezTo>
                <a:cubicBezTo>
                  <a:pt x="1506086" y="1150755"/>
                  <a:pt x="1503008" y="1149338"/>
                  <a:pt x="1499648" y="1148533"/>
                </a:cubicBezTo>
                <a:lnTo>
                  <a:pt x="1356732" y="1114303"/>
                </a:lnTo>
                <a:lnTo>
                  <a:pt x="1387079" y="987604"/>
                </a:lnTo>
                <a:lnTo>
                  <a:pt x="1529994" y="1021835"/>
                </a:lnTo>
                <a:cubicBezTo>
                  <a:pt x="1533355" y="1022640"/>
                  <a:pt x="1536741" y="1022772"/>
                  <a:pt x="1540153" y="1022229"/>
                </a:cubicBezTo>
                <a:cubicBezTo>
                  <a:pt x="1543566" y="1021686"/>
                  <a:pt x="1546745" y="1020512"/>
                  <a:pt x="1549690" y="1018705"/>
                </a:cubicBezTo>
                <a:cubicBezTo>
                  <a:pt x="1552635" y="1016898"/>
                  <a:pt x="1555122" y="1014596"/>
                  <a:pt x="1557152" y="1011800"/>
                </a:cubicBezTo>
                <a:cubicBezTo>
                  <a:pt x="1559181" y="1009004"/>
                  <a:pt x="1560598" y="1005925"/>
                  <a:pt x="1561403" y="1002565"/>
                </a:cubicBezTo>
                <a:cubicBezTo>
                  <a:pt x="1562208" y="999205"/>
                  <a:pt x="1562339" y="995818"/>
                  <a:pt x="1561797" y="992406"/>
                </a:cubicBezTo>
                <a:cubicBezTo>
                  <a:pt x="1561255" y="988993"/>
                  <a:pt x="1560080" y="985814"/>
                  <a:pt x="1558273" y="982869"/>
                </a:cubicBezTo>
                <a:cubicBezTo>
                  <a:pt x="1556466" y="979924"/>
                  <a:pt x="1554164" y="977437"/>
                  <a:pt x="1551368" y="975407"/>
                </a:cubicBezTo>
                <a:cubicBezTo>
                  <a:pt x="1548571" y="973378"/>
                  <a:pt x="1545493" y="971961"/>
                  <a:pt x="1542133" y="971156"/>
                </a:cubicBezTo>
                <a:lnTo>
                  <a:pt x="1399218" y="936925"/>
                </a:lnTo>
                <a:lnTo>
                  <a:pt x="1429564" y="810227"/>
                </a:lnTo>
                <a:lnTo>
                  <a:pt x="1572480" y="844458"/>
                </a:lnTo>
                <a:cubicBezTo>
                  <a:pt x="1574236" y="845419"/>
                  <a:pt x="1576079" y="846167"/>
                  <a:pt x="1578008" y="846703"/>
                </a:cubicBezTo>
                <a:cubicBezTo>
                  <a:pt x="1579938" y="847239"/>
                  <a:pt x="1581903" y="847548"/>
                  <a:pt x="1583903" y="847631"/>
                </a:cubicBezTo>
                <a:cubicBezTo>
                  <a:pt x="1585904" y="847714"/>
                  <a:pt x="1587887" y="847568"/>
                  <a:pt x="1589854" y="847193"/>
                </a:cubicBezTo>
                <a:cubicBezTo>
                  <a:pt x="1591821" y="846819"/>
                  <a:pt x="1593720" y="846226"/>
                  <a:pt x="1595550" y="845414"/>
                </a:cubicBezTo>
                <a:cubicBezTo>
                  <a:pt x="1597380" y="844602"/>
                  <a:pt x="1599094" y="843592"/>
                  <a:pt x="1600691" y="842385"/>
                </a:cubicBezTo>
                <a:cubicBezTo>
                  <a:pt x="1602289" y="841177"/>
                  <a:pt x="1603728" y="839805"/>
                  <a:pt x="1605009" y="838266"/>
                </a:cubicBezTo>
                <a:cubicBezTo>
                  <a:pt x="1606290" y="836726"/>
                  <a:pt x="1607379" y="835062"/>
                  <a:pt x="1608276" y="833272"/>
                </a:cubicBezTo>
                <a:cubicBezTo>
                  <a:pt x="1609173" y="831482"/>
                  <a:pt x="1609855" y="829614"/>
                  <a:pt x="1610321" y="827667"/>
                </a:cubicBezTo>
                <a:cubicBezTo>
                  <a:pt x="1610788" y="825719"/>
                  <a:pt x="1611026" y="823744"/>
                  <a:pt x="1611038" y="821742"/>
                </a:cubicBezTo>
                <a:cubicBezTo>
                  <a:pt x="1611049" y="819740"/>
                  <a:pt x="1610832" y="817762"/>
                  <a:pt x="1610387" y="815811"/>
                </a:cubicBezTo>
                <a:cubicBezTo>
                  <a:pt x="1609943" y="813858"/>
                  <a:pt x="1609282" y="811982"/>
                  <a:pt x="1608405" y="810182"/>
                </a:cubicBezTo>
                <a:cubicBezTo>
                  <a:pt x="1607527" y="808382"/>
                  <a:pt x="1606457" y="806706"/>
                  <a:pt x="1605193" y="805152"/>
                </a:cubicBezTo>
                <a:cubicBezTo>
                  <a:pt x="1603930" y="803599"/>
                  <a:pt x="1602506" y="802210"/>
                  <a:pt x="1600922" y="800985"/>
                </a:cubicBezTo>
                <a:cubicBezTo>
                  <a:pt x="1599338" y="799760"/>
                  <a:pt x="1597636" y="798732"/>
                  <a:pt x="1595815" y="797899"/>
                </a:cubicBezTo>
                <a:cubicBezTo>
                  <a:pt x="1593994" y="797067"/>
                  <a:pt x="1592102" y="796452"/>
                  <a:pt x="1590139" y="796056"/>
                </a:cubicBezTo>
                <a:cubicBezTo>
                  <a:pt x="1588177" y="795660"/>
                  <a:pt x="1586195" y="795492"/>
                  <a:pt x="1584193" y="795552"/>
                </a:cubicBezTo>
                <a:lnTo>
                  <a:pt x="1441278" y="761322"/>
                </a:lnTo>
                <a:lnTo>
                  <a:pt x="1471625" y="634623"/>
                </a:lnTo>
                <a:lnTo>
                  <a:pt x="1614661" y="668348"/>
                </a:lnTo>
                <a:close/>
                <a:moveTo>
                  <a:pt x="1207711" y="1025022"/>
                </a:moveTo>
                <a:lnTo>
                  <a:pt x="1138000" y="948040"/>
                </a:lnTo>
                <a:cubicBezTo>
                  <a:pt x="1134225" y="952259"/>
                  <a:pt x="1130022" y="955995"/>
                  <a:pt x="1125390" y="959249"/>
                </a:cubicBezTo>
                <a:cubicBezTo>
                  <a:pt x="1120757" y="962503"/>
                  <a:pt x="1115817" y="965191"/>
                  <a:pt x="1110568" y="967311"/>
                </a:cubicBezTo>
                <a:cubicBezTo>
                  <a:pt x="1105319" y="969432"/>
                  <a:pt x="1099899" y="970929"/>
                  <a:pt x="1094306" y="971806"/>
                </a:cubicBezTo>
                <a:cubicBezTo>
                  <a:pt x="1088713" y="972682"/>
                  <a:pt x="1083094" y="972913"/>
                  <a:pt x="1077448" y="972500"/>
                </a:cubicBezTo>
                <a:cubicBezTo>
                  <a:pt x="1071802" y="972086"/>
                  <a:pt x="1066277" y="971039"/>
                  <a:pt x="1060872" y="969358"/>
                </a:cubicBezTo>
                <a:cubicBezTo>
                  <a:pt x="1055466" y="967677"/>
                  <a:pt x="1050321" y="965405"/>
                  <a:pt x="1045437" y="962543"/>
                </a:cubicBezTo>
                <a:cubicBezTo>
                  <a:pt x="1040553" y="959680"/>
                  <a:pt x="1036057" y="956302"/>
                  <a:pt x="1031948" y="952409"/>
                </a:cubicBezTo>
                <a:cubicBezTo>
                  <a:pt x="1027839" y="948514"/>
                  <a:pt x="1024225" y="944206"/>
                  <a:pt x="1021105" y="939482"/>
                </a:cubicBezTo>
                <a:cubicBezTo>
                  <a:pt x="1017985" y="934758"/>
                  <a:pt x="1015441" y="929743"/>
                  <a:pt x="1013472" y="924436"/>
                </a:cubicBezTo>
                <a:cubicBezTo>
                  <a:pt x="1011503" y="919128"/>
                  <a:pt x="1010160" y="913667"/>
                  <a:pt x="1009445" y="908052"/>
                </a:cubicBezTo>
                <a:cubicBezTo>
                  <a:pt x="1008729" y="902436"/>
                  <a:pt x="1008659" y="896812"/>
                  <a:pt x="1009234" y="891180"/>
                </a:cubicBezTo>
                <a:cubicBezTo>
                  <a:pt x="1009809" y="885549"/>
                  <a:pt x="1011015" y="880056"/>
                  <a:pt x="1012850" y="874701"/>
                </a:cubicBezTo>
                <a:cubicBezTo>
                  <a:pt x="1014686" y="869345"/>
                  <a:pt x="1017104" y="864268"/>
                  <a:pt x="1020105" y="859468"/>
                </a:cubicBezTo>
                <a:cubicBezTo>
                  <a:pt x="1023106" y="854668"/>
                  <a:pt x="1026612" y="850271"/>
                  <a:pt x="1030622" y="846275"/>
                </a:cubicBezTo>
                <a:cubicBezTo>
                  <a:pt x="1034633" y="842280"/>
                  <a:pt x="1039043" y="838791"/>
                  <a:pt x="1043854" y="835807"/>
                </a:cubicBezTo>
                <a:cubicBezTo>
                  <a:pt x="1048665" y="832824"/>
                  <a:pt x="1053752" y="830425"/>
                  <a:pt x="1059114" y="828608"/>
                </a:cubicBezTo>
                <a:cubicBezTo>
                  <a:pt x="1064475" y="826792"/>
                  <a:pt x="1069973" y="825608"/>
                  <a:pt x="1075607" y="825054"/>
                </a:cubicBezTo>
                <a:cubicBezTo>
                  <a:pt x="1081240" y="824499"/>
                  <a:pt x="1086864" y="824590"/>
                  <a:pt x="1092476" y="825326"/>
                </a:cubicBezTo>
                <a:cubicBezTo>
                  <a:pt x="1098089" y="826063"/>
                  <a:pt x="1103546" y="827425"/>
                  <a:pt x="1108846" y="829414"/>
                </a:cubicBezTo>
                <a:cubicBezTo>
                  <a:pt x="1114146" y="831402"/>
                  <a:pt x="1119152" y="833965"/>
                  <a:pt x="1123864" y="837102"/>
                </a:cubicBezTo>
                <a:cubicBezTo>
                  <a:pt x="1128576" y="840240"/>
                  <a:pt x="1132871" y="843870"/>
                  <a:pt x="1136750" y="847993"/>
                </a:cubicBezTo>
                <a:cubicBezTo>
                  <a:pt x="1140629" y="852116"/>
                  <a:pt x="1143990" y="856625"/>
                  <a:pt x="1146835" y="861520"/>
                </a:cubicBezTo>
                <a:cubicBezTo>
                  <a:pt x="1149679" y="866415"/>
                  <a:pt x="1151931" y="871568"/>
                  <a:pt x="1153593" y="876979"/>
                </a:cubicBezTo>
                <a:cubicBezTo>
                  <a:pt x="1155254" y="882391"/>
                  <a:pt x="1156281" y="887920"/>
                  <a:pt x="1156673" y="893567"/>
                </a:cubicBezTo>
                <a:lnTo>
                  <a:pt x="1158701" y="894053"/>
                </a:lnTo>
                <a:lnTo>
                  <a:pt x="1240235" y="984317"/>
                </a:lnTo>
                <a:lnTo>
                  <a:pt x="1330698" y="1005984"/>
                </a:lnTo>
                <a:lnTo>
                  <a:pt x="1318984" y="1054889"/>
                </a:lnTo>
                <a:lnTo>
                  <a:pt x="1220920" y="1031401"/>
                </a:lnTo>
                <a:cubicBezTo>
                  <a:pt x="1215893" y="1030567"/>
                  <a:pt x="1211490" y="1028440"/>
                  <a:pt x="1207711" y="1025022"/>
                </a:cubicBezTo>
                <a:close/>
                <a:moveTo>
                  <a:pt x="1137400" y="676480"/>
                </a:moveTo>
                <a:cubicBezTo>
                  <a:pt x="1140047" y="674858"/>
                  <a:pt x="1142785" y="673409"/>
                  <a:pt x="1145614" y="672132"/>
                </a:cubicBezTo>
                <a:cubicBezTo>
                  <a:pt x="1148444" y="670854"/>
                  <a:pt x="1151342" y="669759"/>
                  <a:pt x="1154309" y="668847"/>
                </a:cubicBezTo>
                <a:cubicBezTo>
                  <a:pt x="1157277" y="667934"/>
                  <a:pt x="1160289" y="667212"/>
                  <a:pt x="1163348" y="666679"/>
                </a:cubicBezTo>
                <a:cubicBezTo>
                  <a:pt x="1166406" y="666145"/>
                  <a:pt x="1169485" y="665806"/>
                  <a:pt x="1172586" y="665660"/>
                </a:cubicBezTo>
                <a:cubicBezTo>
                  <a:pt x="1175687" y="665514"/>
                  <a:pt x="1178785" y="665563"/>
                  <a:pt x="1181880" y="665807"/>
                </a:cubicBezTo>
                <a:cubicBezTo>
                  <a:pt x="1184975" y="666052"/>
                  <a:pt x="1188042" y="666489"/>
                  <a:pt x="1191082" y="667119"/>
                </a:cubicBezTo>
                <a:cubicBezTo>
                  <a:pt x="1194121" y="667749"/>
                  <a:pt x="1197110" y="668568"/>
                  <a:pt x="1200046" y="669574"/>
                </a:cubicBezTo>
                <a:cubicBezTo>
                  <a:pt x="1202983" y="670580"/>
                  <a:pt x="1205845" y="671767"/>
                  <a:pt x="1208633" y="673133"/>
                </a:cubicBezTo>
                <a:cubicBezTo>
                  <a:pt x="1211420" y="674500"/>
                  <a:pt x="1214111" y="676035"/>
                  <a:pt x="1216705" y="677740"/>
                </a:cubicBezTo>
                <a:cubicBezTo>
                  <a:pt x="1219299" y="679445"/>
                  <a:pt x="1221776" y="681306"/>
                  <a:pt x="1224136" y="683323"/>
                </a:cubicBezTo>
                <a:cubicBezTo>
                  <a:pt x="1226496" y="685340"/>
                  <a:pt x="1228720" y="687497"/>
                  <a:pt x="1230809" y="689794"/>
                </a:cubicBezTo>
                <a:cubicBezTo>
                  <a:pt x="1232897" y="692090"/>
                  <a:pt x="1234834" y="694509"/>
                  <a:pt x="1236618" y="697050"/>
                </a:cubicBezTo>
                <a:cubicBezTo>
                  <a:pt x="1238402" y="699590"/>
                  <a:pt x="1240020" y="702232"/>
                  <a:pt x="1241472" y="704976"/>
                </a:cubicBezTo>
                <a:cubicBezTo>
                  <a:pt x="1242923" y="707720"/>
                  <a:pt x="1244197" y="710545"/>
                  <a:pt x="1245293" y="713449"/>
                </a:cubicBezTo>
                <a:cubicBezTo>
                  <a:pt x="1246389" y="716353"/>
                  <a:pt x="1247299" y="719315"/>
                  <a:pt x="1248022" y="722334"/>
                </a:cubicBezTo>
                <a:cubicBezTo>
                  <a:pt x="1248746" y="725353"/>
                  <a:pt x="1249277" y="728405"/>
                  <a:pt x="1249616" y="731491"/>
                </a:cubicBezTo>
                <a:lnTo>
                  <a:pt x="1388478" y="764751"/>
                </a:lnTo>
                <a:lnTo>
                  <a:pt x="1376764" y="813657"/>
                </a:lnTo>
                <a:lnTo>
                  <a:pt x="1237903" y="780397"/>
                </a:lnTo>
                <a:cubicBezTo>
                  <a:pt x="1234803" y="784944"/>
                  <a:pt x="1231240" y="789094"/>
                  <a:pt x="1227214" y="792846"/>
                </a:cubicBezTo>
                <a:cubicBezTo>
                  <a:pt x="1223188" y="796599"/>
                  <a:pt x="1218798" y="799861"/>
                  <a:pt x="1214044" y="802635"/>
                </a:cubicBezTo>
                <a:cubicBezTo>
                  <a:pt x="1209290" y="805407"/>
                  <a:pt x="1204289" y="807622"/>
                  <a:pt x="1199041" y="809279"/>
                </a:cubicBezTo>
                <a:cubicBezTo>
                  <a:pt x="1193793" y="810937"/>
                  <a:pt x="1188427" y="811995"/>
                  <a:pt x="1182942" y="812455"/>
                </a:cubicBezTo>
                <a:cubicBezTo>
                  <a:pt x="1177458" y="812915"/>
                  <a:pt x="1171991" y="812765"/>
                  <a:pt x="1166540" y="812005"/>
                </a:cubicBezTo>
                <a:cubicBezTo>
                  <a:pt x="1161089" y="811245"/>
                  <a:pt x="1155789" y="809894"/>
                  <a:pt x="1150640" y="807951"/>
                </a:cubicBezTo>
                <a:cubicBezTo>
                  <a:pt x="1145490" y="806009"/>
                  <a:pt x="1140618" y="803522"/>
                  <a:pt x="1136024" y="800493"/>
                </a:cubicBezTo>
                <a:cubicBezTo>
                  <a:pt x="1131429" y="797464"/>
                  <a:pt x="1127225" y="793965"/>
                  <a:pt x="1123411" y="789998"/>
                </a:cubicBezTo>
                <a:cubicBezTo>
                  <a:pt x="1119596" y="786030"/>
                  <a:pt x="1116266" y="781690"/>
                  <a:pt x="1113421" y="776980"/>
                </a:cubicBezTo>
                <a:cubicBezTo>
                  <a:pt x="1110575" y="772269"/>
                  <a:pt x="1108283" y="767303"/>
                  <a:pt x="1106545" y="762081"/>
                </a:cubicBezTo>
                <a:cubicBezTo>
                  <a:pt x="1104807" y="756859"/>
                  <a:pt x="1103666" y="751510"/>
                  <a:pt x="1103121" y="746034"/>
                </a:cubicBezTo>
                <a:cubicBezTo>
                  <a:pt x="1102577" y="740557"/>
                  <a:pt x="1102643" y="735088"/>
                  <a:pt x="1103319" y="729626"/>
                </a:cubicBezTo>
                <a:cubicBezTo>
                  <a:pt x="1103995" y="724164"/>
                  <a:pt x="1105264" y="718844"/>
                  <a:pt x="1107127" y="713665"/>
                </a:cubicBezTo>
                <a:cubicBezTo>
                  <a:pt x="1108990" y="708486"/>
                  <a:pt x="1111401" y="703576"/>
                  <a:pt x="1114359" y="698936"/>
                </a:cubicBezTo>
                <a:cubicBezTo>
                  <a:pt x="1117318" y="694295"/>
                  <a:pt x="1120751" y="690037"/>
                  <a:pt x="1124659" y="686163"/>
                </a:cubicBezTo>
                <a:cubicBezTo>
                  <a:pt x="1128568" y="682288"/>
                  <a:pt x="1132855" y="678891"/>
                  <a:pt x="1137521" y="675973"/>
                </a:cubicBezTo>
                <a:lnTo>
                  <a:pt x="1137400" y="676480"/>
                </a:lnTo>
                <a:close/>
                <a:moveTo>
                  <a:pt x="1141308" y="355896"/>
                </a:moveTo>
                <a:lnTo>
                  <a:pt x="1098823" y="533274"/>
                </a:lnTo>
                <a:cubicBezTo>
                  <a:pt x="1103635" y="536452"/>
                  <a:pt x="1108016" y="540142"/>
                  <a:pt x="1111966" y="544344"/>
                </a:cubicBezTo>
                <a:cubicBezTo>
                  <a:pt x="1115916" y="548547"/>
                  <a:pt x="1119328" y="553148"/>
                  <a:pt x="1122201" y="558149"/>
                </a:cubicBezTo>
                <a:cubicBezTo>
                  <a:pt x="1125075" y="563149"/>
                  <a:pt x="1127334" y="568413"/>
                  <a:pt x="1128977" y="573942"/>
                </a:cubicBezTo>
                <a:cubicBezTo>
                  <a:pt x="1130620" y="579470"/>
                  <a:pt x="1131603" y="585113"/>
                  <a:pt x="1131926" y="590872"/>
                </a:cubicBezTo>
                <a:cubicBezTo>
                  <a:pt x="1132250" y="596629"/>
                  <a:pt x="1131905" y="602348"/>
                  <a:pt x="1130892" y="608025"/>
                </a:cubicBezTo>
                <a:cubicBezTo>
                  <a:pt x="1129878" y="613703"/>
                  <a:pt x="1128224" y="619187"/>
                  <a:pt x="1125928" y="624477"/>
                </a:cubicBezTo>
                <a:cubicBezTo>
                  <a:pt x="1123633" y="629769"/>
                  <a:pt x="1120758" y="634723"/>
                  <a:pt x="1117304" y="639342"/>
                </a:cubicBezTo>
                <a:cubicBezTo>
                  <a:pt x="1113850" y="643960"/>
                  <a:pt x="1109910" y="648118"/>
                  <a:pt x="1105484" y="651815"/>
                </a:cubicBezTo>
                <a:cubicBezTo>
                  <a:pt x="1101057" y="655513"/>
                  <a:pt x="1096265" y="658650"/>
                  <a:pt x="1091105" y="661226"/>
                </a:cubicBezTo>
                <a:cubicBezTo>
                  <a:pt x="1085945" y="663803"/>
                  <a:pt x="1080558" y="665750"/>
                  <a:pt x="1074943" y="667067"/>
                </a:cubicBezTo>
                <a:cubicBezTo>
                  <a:pt x="1069328" y="668385"/>
                  <a:pt x="1063637" y="669037"/>
                  <a:pt x="1057870" y="669023"/>
                </a:cubicBezTo>
                <a:cubicBezTo>
                  <a:pt x="1052103" y="669010"/>
                  <a:pt x="1046415" y="668331"/>
                  <a:pt x="1040806" y="666987"/>
                </a:cubicBezTo>
                <a:cubicBezTo>
                  <a:pt x="1035198" y="665644"/>
                  <a:pt x="1029819" y="663672"/>
                  <a:pt x="1024672" y="661071"/>
                </a:cubicBezTo>
                <a:cubicBezTo>
                  <a:pt x="1019524" y="658471"/>
                  <a:pt x="1014746" y="655311"/>
                  <a:pt x="1010337" y="651593"/>
                </a:cubicBezTo>
                <a:cubicBezTo>
                  <a:pt x="1005928" y="647875"/>
                  <a:pt x="1002008" y="643699"/>
                  <a:pt x="998575" y="639064"/>
                </a:cubicBezTo>
                <a:cubicBezTo>
                  <a:pt x="995143" y="634429"/>
                  <a:pt x="992291" y="629462"/>
                  <a:pt x="990020" y="624160"/>
                </a:cubicBezTo>
                <a:cubicBezTo>
                  <a:pt x="987750" y="618858"/>
                  <a:pt x="986121" y="613366"/>
                  <a:pt x="985134" y="607685"/>
                </a:cubicBezTo>
                <a:cubicBezTo>
                  <a:pt x="984147" y="602002"/>
                  <a:pt x="983829" y="596283"/>
                  <a:pt x="984180" y="590526"/>
                </a:cubicBezTo>
                <a:cubicBezTo>
                  <a:pt x="984530" y="584770"/>
                  <a:pt x="985540" y="579131"/>
                  <a:pt x="987209" y="573610"/>
                </a:cubicBezTo>
                <a:cubicBezTo>
                  <a:pt x="988877" y="568089"/>
                  <a:pt x="991160" y="562836"/>
                  <a:pt x="994058" y="557850"/>
                </a:cubicBezTo>
                <a:cubicBezTo>
                  <a:pt x="996955" y="552862"/>
                  <a:pt x="1000388" y="548277"/>
                  <a:pt x="1004358" y="544093"/>
                </a:cubicBezTo>
                <a:cubicBezTo>
                  <a:pt x="1008327" y="539909"/>
                  <a:pt x="1012725" y="536239"/>
                  <a:pt x="1017552" y="533084"/>
                </a:cubicBezTo>
                <a:cubicBezTo>
                  <a:pt x="1022380" y="529928"/>
                  <a:pt x="1027506" y="527372"/>
                  <a:pt x="1032931" y="525414"/>
                </a:cubicBezTo>
                <a:cubicBezTo>
                  <a:pt x="1038356" y="523457"/>
                  <a:pt x="1043934" y="522152"/>
                  <a:pt x="1049664" y="521499"/>
                </a:cubicBezTo>
                <a:lnTo>
                  <a:pt x="1092149" y="344122"/>
                </a:lnTo>
                <a:lnTo>
                  <a:pt x="1141308" y="355896"/>
                </a:lnTo>
                <a:close/>
                <a:moveTo>
                  <a:pt x="919573" y="563486"/>
                </a:moveTo>
                <a:cubicBezTo>
                  <a:pt x="918515" y="567927"/>
                  <a:pt x="917059" y="572234"/>
                  <a:pt x="915207" y="576407"/>
                </a:cubicBezTo>
                <a:cubicBezTo>
                  <a:pt x="913354" y="580581"/>
                  <a:pt x="911135" y="584549"/>
                  <a:pt x="908550" y="588313"/>
                </a:cubicBezTo>
                <a:cubicBezTo>
                  <a:pt x="905966" y="592076"/>
                  <a:pt x="903058" y="595572"/>
                  <a:pt x="899829" y="598800"/>
                </a:cubicBezTo>
                <a:cubicBezTo>
                  <a:pt x="896600" y="602028"/>
                  <a:pt x="893102" y="604933"/>
                  <a:pt x="889337" y="607515"/>
                </a:cubicBezTo>
                <a:cubicBezTo>
                  <a:pt x="885571" y="610098"/>
                  <a:pt x="881602" y="612314"/>
                  <a:pt x="877427" y="614164"/>
                </a:cubicBezTo>
                <a:cubicBezTo>
                  <a:pt x="873253" y="616014"/>
                  <a:pt x="868945" y="617467"/>
                  <a:pt x="864503" y="618523"/>
                </a:cubicBezTo>
                <a:cubicBezTo>
                  <a:pt x="860061" y="619578"/>
                  <a:pt x="855559" y="620219"/>
                  <a:pt x="850999" y="620444"/>
                </a:cubicBezTo>
                <a:cubicBezTo>
                  <a:pt x="846439" y="620669"/>
                  <a:pt x="841896" y="620476"/>
                  <a:pt x="837372" y="619863"/>
                </a:cubicBezTo>
                <a:cubicBezTo>
                  <a:pt x="832847" y="619251"/>
                  <a:pt x="828417" y="618230"/>
                  <a:pt x="824080" y="616800"/>
                </a:cubicBezTo>
                <a:cubicBezTo>
                  <a:pt x="819744" y="615370"/>
                  <a:pt x="815575" y="613556"/>
                  <a:pt x="811574" y="611357"/>
                </a:cubicBezTo>
                <a:cubicBezTo>
                  <a:pt x="807572" y="609158"/>
                  <a:pt x="803805" y="606612"/>
                  <a:pt x="800273" y="603718"/>
                </a:cubicBezTo>
                <a:cubicBezTo>
                  <a:pt x="796741" y="600825"/>
                  <a:pt x="793504" y="597633"/>
                  <a:pt x="790561" y="594142"/>
                </a:cubicBezTo>
                <a:cubicBezTo>
                  <a:pt x="787617" y="590652"/>
                  <a:pt x="785018" y="586921"/>
                  <a:pt x="782763" y="582951"/>
                </a:cubicBezTo>
                <a:cubicBezTo>
                  <a:pt x="780508" y="578981"/>
                  <a:pt x="778635" y="574838"/>
                  <a:pt x="777144" y="570523"/>
                </a:cubicBezTo>
                <a:cubicBezTo>
                  <a:pt x="775654" y="566207"/>
                  <a:pt x="774570" y="561791"/>
                  <a:pt x="773894" y="557275"/>
                </a:cubicBezTo>
                <a:cubicBezTo>
                  <a:pt x="773217" y="552760"/>
                  <a:pt x="772959" y="548221"/>
                  <a:pt x="773120" y="543658"/>
                </a:cubicBezTo>
                <a:cubicBezTo>
                  <a:pt x="773281" y="539095"/>
                  <a:pt x="773858" y="534585"/>
                  <a:pt x="774851" y="530128"/>
                </a:cubicBezTo>
                <a:cubicBezTo>
                  <a:pt x="775843" y="525672"/>
                  <a:pt x="777235" y="521343"/>
                  <a:pt x="779026" y="517144"/>
                </a:cubicBezTo>
                <a:cubicBezTo>
                  <a:pt x="780817" y="512943"/>
                  <a:pt x="782977" y="508943"/>
                  <a:pt x="785506" y="505141"/>
                </a:cubicBezTo>
                <a:cubicBezTo>
                  <a:pt x="788035" y="501340"/>
                  <a:pt x="790891" y="497801"/>
                  <a:pt x="794072" y="494527"/>
                </a:cubicBezTo>
                <a:cubicBezTo>
                  <a:pt x="797254" y="491252"/>
                  <a:pt x="800708" y="488296"/>
                  <a:pt x="804435" y="485658"/>
                </a:cubicBezTo>
                <a:cubicBezTo>
                  <a:pt x="808162" y="483021"/>
                  <a:pt x="812099" y="480746"/>
                  <a:pt x="816245" y="478834"/>
                </a:cubicBezTo>
                <a:cubicBezTo>
                  <a:pt x="820392" y="476923"/>
                  <a:pt x="824678" y="475407"/>
                  <a:pt x="829104" y="474286"/>
                </a:cubicBezTo>
                <a:cubicBezTo>
                  <a:pt x="833531" y="473165"/>
                  <a:pt x="838022" y="472459"/>
                  <a:pt x="842578" y="472166"/>
                </a:cubicBezTo>
                <a:cubicBezTo>
                  <a:pt x="843084" y="471512"/>
                  <a:pt x="843669" y="470937"/>
                  <a:pt x="844331" y="470443"/>
                </a:cubicBezTo>
                <a:lnTo>
                  <a:pt x="934341" y="388847"/>
                </a:lnTo>
                <a:lnTo>
                  <a:pt x="953277" y="309787"/>
                </a:lnTo>
                <a:lnTo>
                  <a:pt x="1001169" y="321259"/>
                </a:lnTo>
                <a:lnTo>
                  <a:pt x="980412" y="407920"/>
                </a:lnTo>
                <a:cubicBezTo>
                  <a:pt x="979157" y="412988"/>
                  <a:pt x="976608" y="417289"/>
                  <a:pt x="972766" y="420825"/>
                </a:cubicBezTo>
                <a:lnTo>
                  <a:pt x="897041" y="489765"/>
                </a:lnTo>
                <a:cubicBezTo>
                  <a:pt x="902034" y="494240"/>
                  <a:pt x="906345" y="499296"/>
                  <a:pt x="909973" y="504934"/>
                </a:cubicBezTo>
                <a:cubicBezTo>
                  <a:pt x="913602" y="510572"/>
                  <a:pt x="916418" y="516590"/>
                  <a:pt x="918422" y="522988"/>
                </a:cubicBezTo>
                <a:cubicBezTo>
                  <a:pt x="920427" y="529386"/>
                  <a:pt x="921547" y="535936"/>
                  <a:pt x="921784" y="542636"/>
                </a:cubicBezTo>
                <a:cubicBezTo>
                  <a:pt x="922020" y="549336"/>
                  <a:pt x="921364" y="555948"/>
                  <a:pt x="919816" y="562472"/>
                </a:cubicBezTo>
                <a:lnTo>
                  <a:pt x="919573" y="563486"/>
                </a:lnTo>
                <a:close/>
                <a:moveTo>
                  <a:pt x="725202" y="591951"/>
                </a:moveTo>
                <a:cubicBezTo>
                  <a:pt x="723179" y="600248"/>
                  <a:pt x="719825" y="607966"/>
                  <a:pt x="715139" y="615106"/>
                </a:cubicBezTo>
                <a:cubicBezTo>
                  <a:pt x="710453" y="622245"/>
                  <a:pt x="704707" y="628393"/>
                  <a:pt x="697900" y="633550"/>
                </a:cubicBezTo>
                <a:cubicBezTo>
                  <a:pt x="691093" y="638708"/>
                  <a:pt x="683619" y="642576"/>
                  <a:pt x="675478" y="645154"/>
                </a:cubicBezTo>
                <a:cubicBezTo>
                  <a:pt x="667337" y="647733"/>
                  <a:pt x="658999" y="648873"/>
                  <a:pt x="650465" y="648575"/>
                </a:cubicBezTo>
                <a:cubicBezTo>
                  <a:pt x="641930" y="648277"/>
                  <a:pt x="633692" y="646558"/>
                  <a:pt x="625751" y="643419"/>
                </a:cubicBezTo>
                <a:cubicBezTo>
                  <a:pt x="617809" y="640279"/>
                  <a:pt x="610623" y="635899"/>
                  <a:pt x="604192" y="630280"/>
                </a:cubicBezTo>
                <a:cubicBezTo>
                  <a:pt x="597762" y="624661"/>
                  <a:pt x="592458" y="618127"/>
                  <a:pt x="588281" y="610678"/>
                </a:cubicBezTo>
                <a:cubicBezTo>
                  <a:pt x="584105" y="603230"/>
                  <a:pt x="581297" y="595296"/>
                  <a:pt x="579857" y="586879"/>
                </a:cubicBezTo>
                <a:cubicBezTo>
                  <a:pt x="578312" y="576982"/>
                  <a:pt x="578699" y="567162"/>
                  <a:pt x="581019" y="557416"/>
                </a:cubicBezTo>
                <a:cubicBezTo>
                  <a:pt x="582800" y="550014"/>
                  <a:pt x="585655" y="543052"/>
                  <a:pt x="589585" y="536532"/>
                </a:cubicBezTo>
                <a:cubicBezTo>
                  <a:pt x="593515" y="530010"/>
                  <a:pt x="598336" y="524233"/>
                  <a:pt x="604049" y="519200"/>
                </a:cubicBezTo>
                <a:cubicBezTo>
                  <a:pt x="609762" y="514167"/>
                  <a:pt x="616100" y="510112"/>
                  <a:pt x="623065" y="507036"/>
                </a:cubicBezTo>
                <a:cubicBezTo>
                  <a:pt x="630029" y="503959"/>
                  <a:pt x="637295" y="502004"/>
                  <a:pt x="644863" y="501170"/>
                </a:cubicBezTo>
                <a:lnTo>
                  <a:pt x="659551" y="439848"/>
                </a:lnTo>
                <a:cubicBezTo>
                  <a:pt x="660806" y="434780"/>
                  <a:pt x="663355" y="430479"/>
                  <a:pt x="667196" y="426944"/>
                </a:cubicBezTo>
                <a:lnTo>
                  <a:pt x="757206" y="345348"/>
                </a:lnTo>
                <a:lnTo>
                  <a:pt x="775900" y="267302"/>
                </a:lnTo>
                <a:lnTo>
                  <a:pt x="823792" y="278774"/>
                </a:lnTo>
                <a:lnTo>
                  <a:pt x="803035" y="365435"/>
                </a:lnTo>
                <a:cubicBezTo>
                  <a:pt x="801779" y="370502"/>
                  <a:pt x="799231" y="374804"/>
                  <a:pt x="795389" y="378340"/>
                </a:cubicBezTo>
                <a:lnTo>
                  <a:pt x="705186" y="459621"/>
                </a:lnTo>
                <a:lnTo>
                  <a:pt x="692501" y="512580"/>
                </a:lnTo>
                <a:cubicBezTo>
                  <a:pt x="698912" y="516642"/>
                  <a:pt x="704563" y="521574"/>
                  <a:pt x="709457" y="527374"/>
                </a:cubicBezTo>
                <a:cubicBezTo>
                  <a:pt x="714350" y="533174"/>
                  <a:pt x="718258" y="539576"/>
                  <a:pt x="721182" y="546578"/>
                </a:cubicBezTo>
                <a:cubicBezTo>
                  <a:pt x="724106" y="553581"/>
                  <a:pt x="725910" y="560862"/>
                  <a:pt x="726594" y="568420"/>
                </a:cubicBezTo>
                <a:cubicBezTo>
                  <a:pt x="727278" y="575977"/>
                  <a:pt x="726810" y="583463"/>
                  <a:pt x="725191" y="590877"/>
                </a:cubicBezTo>
                <a:lnTo>
                  <a:pt x="725202" y="591951"/>
                </a:lnTo>
                <a:close/>
                <a:moveTo>
                  <a:pt x="406651" y="557181"/>
                </a:moveTo>
                <a:cubicBezTo>
                  <a:pt x="409822" y="552360"/>
                  <a:pt x="413507" y="547970"/>
                  <a:pt x="417706" y="544010"/>
                </a:cubicBezTo>
                <a:cubicBezTo>
                  <a:pt x="421905" y="540050"/>
                  <a:pt x="426503" y="536628"/>
                  <a:pt x="431503" y="533745"/>
                </a:cubicBezTo>
                <a:cubicBezTo>
                  <a:pt x="436502" y="530861"/>
                  <a:pt x="441766" y="528594"/>
                  <a:pt x="447296" y="526942"/>
                </a:cubicBezTo>
                <a:cubicBezTo>
                  <a:pt x="452826" y="525290"/>
                  <a:pt x="458471" y="524299"/>
                  <a:pt x="464233" y="523968"/>
                </a:cubicBezTo>
                <a:cubicBezTo>
                  <a:pt x="469995" y="523637"/>
                  <a:pt x="475717" y="523975"/>
                  <a:pt x="481399" y="524983"/>
                </a:cubicBezTo>
                <a:cubicBezTo>
                  <a:pt x="487082" y="525991"/>
                  <a:pt x="492571" y="527641"/>
                  <a:pt x="497868" y="529933"/>
                </a:cubicBezTo>
                <a:cubicBezTo>
                  <a:pt x="503164" y="532225"/>
                  <a:pt x="508125" y="535098"/>
                  <a:pt x="512749" y="538550"/>
                </a:cubicBezTo>
                <a:cubicBezTo>
                  <a:pt x="517374" y="542003"/>
                  <a:pt x="521537" y="545943"/>
                  <a:pt x="525240" y="550370"/>
                </a:cubicBezTo>
                <a:cubicBezTo>
                  <a:pt x="528942" y="554796"/>
                  <a:pt x="532084" y="559591"/>
                  <a:pt x="534665" y="564753"/>
                </a:cubicBezTo>
                <a:cubicBezTo>
                  <a:pt x="537246" y="569915"/>
                  <a:pt x="539196" y="575305"/>
                  <a:pt x="540516" y="580923"/>
                </a:cubicBezTo>
                <a:cubicBezTo>
                  <a:pt x="541836" y="586542"/>
                  <a:pt x="542489" y="592236"/>
                  <a:pt x="542477" y="598008"/>
                </a:cubicBezTo>
                <a:cubicBezTo>
                  <a:pt x="542464" y="603779"/>
                  <a:pt x="541786" y="609471"/>
                  <a:pt x="540441" y="615083"/>
                </a:cubicBezTo>
                <a:cubicBezTo>
                  <a:pt x="539097" y="620695"/>
                  <a:pt x="537123" y="626077"/>
                  <a:pt x="534520" y="631227"/>
                </a:cubicBezTo>
                <a:cubicBezTo>
                  <a:pt x="531916" y="636378"/>
                  <a:pt x="528754" y="641159"/>
                  <a:pt x="525032" y="645569"/>
                </a:cubicBezTo>
                <a:cubicBezTo>
                  <a:pt x="521310" y="649980"/>
                  <a:pt x="517129" y="653902"/>
                  <a:pt x="512490" y="657334"/>
                </a:cubicBezTo>
                <a:cubicBezTo>
                  <a:pt x="507850" y="660767"/>
                  <a:pt x="502877" y="663618"/>
                  <a:pt x="497571" y="665886"/>
                </a:cubicBezTo>
                <a:cubicBezTo>
                  <a:pt x="492265" y="668155"/>
                  <a:pt x="486768" y="669782"/>
                  <a:pt x="481081" y="670764"/>
                </a:cubicBezTo>
                <a:cubicBezTo>
                  <a:pt x="475394" y="671747"/>
                  <a:pt x="469671" y="672061"/>
                  <a:pt x="463911" y="671705"/>
                </a:cubicBezTo>
                <a:cubicBezTo>
                  <a:pt x="458150" y="671349"/>
                  <a:pt x="452509" y="670333"/>
                  <a:pt x="446987" y="668657"/>
                </a:cubicBezTo>
                <a:cubicBezTo>
                  <a:pt x="441464" y="666981"/>
                  <a:pt x="436210" y="664690"/>
                  <a:pt x="431223" y="661784"/>
                </a:cubicBezTo>
                <a:cubicBezTo>
                  <a:pt x="426237" y="658879"/>
                  <a:pt x="421653" y="655438"/>
                  <a:pt x="417471" y="651459"/>
                </a:cubicBezTo>
                <a:cubicBezTo>
                  <a:pt x="413290" y="647482"/>
                  <a:pt x="409624" y="643075"/>
                  <a:pt x="406474" y="638239"/>
                </a:cubicBezTo>
                <a:cubicBezTo>
                  <a:pt x="403324" y="633404"/>
                  <a:pt x="400774" y="628270"/>
                  <a:pt x="398825" y="622838"/>
                </a:cubicBezTo>
                <a:cubicBezTo>
                  <a:pt x="396876" y="617407"/>
                  <a:pt x="395580" y="611822"/>
                  <a:pt x="394937" y="606087"/>
                </a:cubicBezTo>
                <a:lnTo>
                  <a:pt x="335643" y="591885"/>
                </a:lnTo>
                <a:lnTo>
                  <a:pt x="348388" y="538672"/>
                </a:lnTo>
                <a:lnTo>
                  <a:pt x="353691" y="544497"/>
                </a:lnTo>
                <a:lnTo>
                  <a:pt x="406651" y="557181"/>
                </a:lnTo>
                <a:close/>
                <a:moveTo>
                  <a:pt x="421458" y="801868"/>
                </a:moveTo>
                <a:lnTo>
                  <a:pt x="340288" y="710085"/>
                </a:lnTo>
                <a:lnTo>
                  <a:pt x="309120" y="702619"/>
                </a:lnTo>
                <a:lnTo>
                  <a:pt x="320955" y="653207"/>
                </a:lnTo>
                <a:lnTo>
                  <a:pt x="359725" y="662493"/>
                </a:lnTo>
                <a:cubicBezTo>
                  <a:pt x="364679" y="663694"/>
                  <a:pt x="368917" y="666138"/>
                  <a:pt x="372437" y="669825"/>
                </a:cubicBezTo>
                <a:lnTo>
                  <a:pt x="453971" y="760088"/>
                </a:lnTo>
                <a:lnTo>
                  <a:pt x="506678" y="772713"/>
                </a:lnTo>
                <a:cubicBezTo>
                  <a:pt x="509156" y="768960"/>
                  <a:pt x="511953" y="765462"/>
                  <a:pt x="515069" y="762219"/>
                </a:cubicBezTo>
                <a:cubicBezTo>
                  <a:pt x="518185" y="758977"/>
                  <a:pt x="521569" y="756042"/>
                  <a:pt x="525219" y="753417"/>
                </a:cubicBezTo>
                <a:cubicBezTo>
                  <a:pt x="528870" y="750791"/>
                  <a:pt x="532729" y="748516"/>
                  <a:pt x="536794" y="746594"/>
                </a:cubicBezTo>
                <a:cubicBezTo>
                  <a:pt x="540860" y="744672"/>
                  <a:pt x="545066" y="743133"/>
                  <a:pt x="549412" y="741977"/>
                </a:cubicBezTo>
                <a:cubicBezTo>
                  <a:pt x="553758" y="740821"/>
                  <a:pt x="558173" y="740069"/>
                  <a:pt x="562656" y="739718"/>
                </a:cubicBezTo>
                <a:cubicBezTo>
                  <a:pt x="567140" y="739367"/>
                  <a:pt x="571618" y="739425"/>
                  <a:pt x="576091" y="739890"/>
                </a:cubicBezTo>
                <a:cubicBezTo>
                  <a:pt x="580564" y="740356"/>
                  <a:pt x="584958" y="741222"/>
                  <a:pt x="589273" y="742489"/>
                </a:cubicBezTo>
                <a:cubicBezTo>
                  <a:pt x="593588" y="743756"/>
                  <a:pt x="597753" y="745403"/>
                  <a:pt x="601768" y="747429"/>
                </a:cubicBezTo>
                <a:cubicBezTo>
                  <a:pt x="605782" y="749454"/>
                  <a:pt x="609581" y="751827"/>
                  <a:pt x="613163" y="754545"/>
                </a:cubicBezTo>
                <a:cubicBezTo>
                  <a:pt x="616746" y="757265"/>
                  <a:pt x="620053" y="760285"/>
                  <a:pt x="623084" y="763606"/>
                </a:cubicBezTo>
                <a:cubicBezTo>
                  <a:pt x="626116" y="766928"/>
                  <a:pt x="628822" y="770496"/>
                  <a:pt x="631204" y="774312"/>
                </a:cubicBezTo>
                <a:cubicBezTo>
                  <a:pt x="633585" y="778126"/>
                  <a:pt x="635601" y="782125"/>
                  <a:pt x="637253" y="786308"/>
                </a:cubicBezTo>
                <a:cubicBezTo>
                  <a:pt x="638905" y="790491"/>
                  <a:pt x="640166" y="794788"/>
                  <a:pt x="641034" y="799201"/>
                </a:cubicBezTo>
                <a:cubicBezTo>
                  <a:pt x="641903" y="803613"/>
                  <a:pt x="642365" y="808068"/>
                  <a:pt x="642422" y="812565"/>
                </a:cubicBezTo>
                <a:cubicBezTo>
                  <a:pt x="642478" y="817062"/>
                  <a:pt x="642127" y="821527"/>
                  <a:pt x="641370" y="825959"/>
                </a:cubicBezTo>
                <a:cubicBezTo>
                  <a:pt x="640612" y="830392"/>
                  <a:pt x="639460" y="834720"/>
                  <a:pt x="637913" y="838943"/>
                </a:cubicBezTo>
                <a:cubicBezTo>
                  <a:pt x="636366" y="843166"/>
                  <a:pt x="634451" y="847213"/>
                  <a:pt x="632166" y="851088"/>
                </a:cubicBezTo>
                <a:cubicBezTo>
                  <a:pt x="629881" y="854961"/>
                  <a:pt x="627265" y="858596"/>
                  <a:pt x="624318" y="861992"/>
                </a:cubicBezTo>
                <a:cubicBezTo>
                  <a:pt x="621370" y="865389"/>
                  <a:pt x="618140" y="868491"/>
                  <a:pt x="614627" y="871299"/>
                </a:cubicBezTo>
                <a:cubicBezTo>
                  <a:pt x="611114" y="874106"/>
                  <a:pt x="607376" y="876574"/>
                  <a:pt x="603413" y="878699"/>
                </a:cubicBezTo>
                <a:cubicBezTo>
                  <a:pt x="599450" y="880825"/>
                  <a:pt x="595328" y="882576"/>
                  <a:pt x="591046" y="883951"/>
                </a:cubicBezTo>
                <a:cubicBezTo>
                  <a:pt x="586764" y="885325"/>
                  <a:pt x="582393" y="886302"/>
                  <a:pt x="577933" y="886879"/>
                </a:cubicBezTo>
                <a:cubicBezTo>
                  <a:pt x="573473" y="887457"/>
                  <a:pt x="568998" y="887626"/>
                  <a:pt x="564507" y="887388"/>
                </a:cubicBezTo>
                <a:cubicBezTo>
                  <a:pt x="560016" y="887150"/>
                  <a:pt x="555584" y="886508"/>
                  <a:pt x="551210" y="885461"/>
                </a:cubicBezTo>
                <a:cubicBezTo>
                  <a:pt x="546339" y="884304"/>
                  <a:pt x="541646" y="882645"/>
                  <a:pt x="537131" y="880482"/>
                </a:cubicBezTo>
                <a:cubicBezTo>
                  <a:pt x="525472" y="874994"/>
                  <a:pt x="515891" y="867013"/>
                  <a:pt x="508387" y="856538"/>
                </a:cubicBezTo>
                <a:cubicBezTo>
                  <a:pt x="500883" y="846062"/>
                  <a:pt x="496409" y="834422"/>
                  <a:pt x="494964" y="821618"/>
                </a:cubicBezTo>
                <a:lnTo>
                  <a:pt x="434656" y="807173"/>
                </a:lnTo>
                <a:cubicBezTo>
                  <a:pt x="429588" y="805917"/>
                  <a:pt x="425286" y="803369"/>
                  <a:pt x="421751" y="799527"/>
                </a:cubicBezTo>
                <a:lnTo>
                  <a:pt x="421458" y="801868"/>
                </a:lnTo>
                <a:close/>
                <a:moveTo>
                  <a:pt x="408894" y="1276048"/>
                </a:moveTo>
                <a:lnTo>
                  <a:pt x="455991" y="1079412"/>
                </a:lnTo>
                <a:cubicBezTo>
                  <a:pt x="448693" y="1074603"/>
                  <a:pt x="442443" y="1068687"/>
                  <a:pt x="437241" y="1061664"/>
                </a:cubicBezTo>
                <a:cubicBezTo>
                  <a:pt x="432040" y="1054640"/>
                  <a:pt x="428203" y="1046936"/>
                  <a:pt x="425731" y="1038553"/>
                </a:cubicBezTo>
                <a:cubicBezTo>
                  <a:pt x="423259" y="1030170"/>
                  <a:pt x="422302" y="1021617"/>
                  <a:pt x="422860" y="1012895"/>
                </a:cubicBezTo>
                <a:cubicBezTo>
                  <a:pt x="423418" y="1004172"/>
                  <a:pt x="425458" y="995811"/>
                  <a:pt x="428979" y="987811"/>
                </a:cubicBezTo>
                <a:cubicBezTo>
                  <a:pt x="432500" y="979812"/>
                  <a:pt x="437288" y="972661"/>
                  <a:pt x="443343" y="966357"/>
                </a:cubicBezTo>
                <a:cubicBezTo>
                  <a:pt x="449398" y="960055"/>
                  <a:pt x="456351" y="954983"/>
                  <a:pt x="464203" y="951143"/>
                </a:cubicBezTo>
                <a:cubicBezTo>
                  <a:pt x="472055" y="947305"/>
                  <a:pt x="480327" y="944931"/>
                  <a:pt x="489020" y="944022"/>
                </a:cubicBezTo>
                <a:cubicBezTo>
                  <a:pt x="497713" y="943115"/>
                  <a:pt x="506297" y="943728"/>
                  <a:pt x="514773" y="945861"/>
                </a:cubicBezTo>
                <a:lnTo>
                  <a:pt x="519841" y="947075"/>
                </a:lnTo>
                <a:cubicBezTo>
                  <a:pt x="527909" y="949635"/>
                  <a:pt x="535320" y="953467"/>
                  <a:pt x="542073" y="958572"/>
                </a:cubicBezTo>
                <a:cubicBezTo>
                  <a:pt x="548827" y="963675"/>
                  <a:pt x="554536" y="969759"/>
                  <a:pt x="559201" y="976823"/>
                </a:cubicBezTo>
                <a:cubicBezTo>
                  <a:pt x="563867" y="983886"/>
                  <a:pt x="567222" y="991525"/>
                  <a:pt x="569266" y="999739"/>
                </a:cubicBezTo>
                <a:cubicBezTo>
                  <a:pt x="571310" y="1007954"/>
                  <a:pt x="571926" y="1016274"/>
                  <a:pt x="571115" y="1024700"/>
                </a:cubicBezTo>
                <a:cubicBezTo>
                  <a:pt x="570303" y="1033126"/>
                  <a:pt x="568111" y="1041176"/>
                  <a:pt x="564537" y="1048849"/>
                </a:cubicBezTo>
                <a:cubicBezTo>
                  <a:pt x="560963" y="1056523"/>
                  <a:pt x="556212" y="1063382"/>
                  <a:pt x="550285" y="1069425"/>
                </a:cubicBezTo>
                <a:cubicBezTo>
                  <a:pt x="544357" y="1075468"/>
                  <a:pt x="537592" y="1080350"/>
                  <a:pt x="529989" y="1084072"/>
                </a:cubicBezTo>
                <a:cubicBezTo>
                  <a:pt x="522386" y="1087794"/>
                  <a:pt x="514380" y="1090142"/>
                  <a:pt x="505971" y="1091116"/>
                </a:cubicBezTo>
                <a:lnTo>
                  <a:pt x="459419" y="1285470"/>
                </a:lnTo>
                <a:lnTo>
                  <a:pt x="408894" y="1276048"/>
                </a:lnTo>
                <a:close/>
                <a:moveTo>
                  <a:pt x="548261" y="1309429"/>
                </a:moveTo>
                <a:lnTo>
                  <a:pt x="572539" y="1208070"/>
                </a:lnTo>
                <a:cubicBezTo>
                  <a:pt x="573739" y="1203116"/>
                  <a:pt x="576183" y="1198879"/>
                  <a:pt x="579870" y="1195359"/>
                </a:cubicBezTo>
                <a:lnTo>
                  <a:pt x="657106" y="1125708"/>
                </a:lnTo>
                <a:cubicBezTo>
                  <a:pt x="652815" y="1121938"/>
                  <a:pt x="649008" y="1117732"/>
                  <a:pt x="645684" y="1113087"/>
                </a:cubicBezTo>
                <a:cubicBezTo>
                  <a:pt x="642361" y="1108442"/>
                  <a:pt x="639608" y="1103481"/>
                  <a:pt x="637425" y="1098204"/>
                </a:cubicBezTo>
                <a:cubicBezTo>
                  <a:pt x="635242" y="1092926"/>
                  <a:pt x="633686" y="1087469"/>
                  <a:pt x="632758" y="1081834"/>
                </a:cubicBezTo>
                <a:cubicBezTo>
                  <a:pt x="631830" y="1076199"/>
                  <a:pt x="631553" y="1070532"/>
                  <a:pt x="631927" y="1064833"/>
                </a:cubicBezTo>
                <a:cubicBezTo>
                  <a:pt x="632302" y="1059134"/>
                  <a:pt x="633318" y="1053551"/>
                  <a:pt x="634977" y="1048086"/>
                </a:cubicBezTo>
                <a:cubicBezTo>
                  <a:pt x="636635" y="1042621"/>
                  <a:pt x="638891" y="1037415"/>
                  <a:pt x="641746" y="1032469"/>
                </a:cubicBezTo>
                <a:cubicBezTo>
                  <a:pt x="644601" y="1027522"/>
                  <a:pt x="647980" y="1022964"/>
                  <a:pt x="651883" y="1018794"/>
                </a:cubicBezTo>
                <a:cubicBezTo>
                  <a:pt x="655786" y="1014625"/>
                  <a:pt x="660111" y="1010952"/>
                  <a:pt x="664859" y="1007777"/>
                </a:cubicBezTo>
                <a:cubicBezTo>
                  <a:pt x="669606" y="1004602"/>
                  <a:pt x="674652" y="1002007"/>
                  <a:pt x="679996" y="999992"/>
                </a:cubicBezTo>
                <a:cubicBezTo>
                  <a:pt x="685340" y="997977"/>
                  <a:pt x="690843" y="996595"/>
                  <a:pt x="696505" y="995845"/>
                </a:cubicBezTo>
                <a:cubicBezTo>
                  <a:pt x="702166" y="995095"/>
                  <a:pt x="707839" y="994997"/>
                  <a:pt x="713524" y="995552"/>
                </a:cubicBezTo>
                <a:cubicBezTo>
                  <a:pt x="719208" y="996107"/>
                  <a:pt x="724755" y="997299"/>
                  <a:pt x="730165" y="999129"/>
                </a:cubicBezTo>
                <a:cubicBezTo>
                  <a:pt x="735575" y="1000959"/>
                  <a:pt x="740708" y="1003378"/>
                  <a:pt x="745561" y="1006388"/>
                </a:cubicBezTo>
                <a:cubicBezTo>
                  <a:pt x="750415" y="1009398"/>
                  <a:pt x="754864" y="1012920"/>
                  <a:pt x="758908" y="1016953"/>
                </a:cubicBezTo>
                <a:cubicBezTo>
                  <a:pt x="762952" y="1020985"/>
                  <a:pt x="766486" y="1025424"/>
                  <a:pt x="769510" y="1030270"/>
                </a:cubicBezTo>
                <a:cubicBezTo>
                  <a:pt x="772533" y="1035115"/>
                  <a:pt x="774968" y="1040240"/>
                  <a:pt x="776813" y="1045645"/>
                </a:cubicBezTo>
                <a:cubicBezTo>
                  <a:pt x="778658" y="1051050"/>
                  <a:pt x="779866" y="1056594"/>
                  <a:pt x="780437" y="1062276"/>
                </a:cubicBezTo>
                <a:cubicBezTo>
                  <a:pt x="781007" y="1067960"/>
                  <a:pt x="780925" y="1073633"/>
                  <a:pt x="780191" y="1079297"/>
                </a:cubicBezTo>
                <a:cubicBezTo>
                  <a:pt x="779458" y="1084960"/>
                  <a:pt x="778091" y="1090468"/>
                  <a:pt x="776091" y="1095817"/>
                </a:cubicBezTo>
                <a:cubicBezTo>
                  <a:pt x="774091" y="1101167"/>
                  <a:pt x="771510" y="1106219"/>
                  <a:pt x="768348" y="1110976"/>
                </a:cubicBezTo>
                <a:cubicBezTo>
                  <a:pt x="765186" y="1115732"/>
                  <a:pt x="761526" y="1120067"/>
                  <a:pt x="757367" y="1123982"/>
                </a:cubicBezTo>
                <a:cubicBezTo>
                  <a:pt x="753209" y="1127897"/>
                  <a:pt x="748661" y="1131288"/>
                  <a:pt x="743722" y="1134158"/>
                </a:cubicBezTo>
                <a:cubicBezTo>
                  <a:pt x="738784" y="1137027"/>
                  <a:pt x="733584" y="1139298"/>
                  <a:pt x="728124" y="1140971"/>
                </a:cubicBezTo>
                <a:cubicBezTo>
                  <a:pt x="722663" y="1142645"/>
                  <a:pt x="717084" y="1143677"/>
                  <a:pt x="711386" y="1144067"/>
                </a:cubicBezTo>
                <a:cubicBezTo>
                  <a:pt x="710865" y="1144803"/>
                  <a:pt x="710260" y="1145462"/>
                  <a:pt x="709573" y="1146045"/>
                </a:cubicBezTo>
                <a:lnTo>
                  <a:pt x="619623" y="1227386"/>
                </a:lnTo>
                <a:lnTo>
                  <a:pt x="597167" y="1321143"/>
                </a:lnTo>
                <a:lnTo>
                  <a:pt x="548261" y="1309429"/>
                </a:lnTo>
                <a:close/>
                <a:moveTo>
                  <a:pt x="725639" y="1351914"/>
                </a:moveTo>
                <a:lnTo>
                  <a:pt x="749916" y="1250556"/>
                </a:lnTo>
                <a:cubicBezTo>
                  <a:pt x="751200" y="1245593"/>
                  <a:pt x="753728" y="1241375"/>
                  <a:pt x="757501" y="1237904"/>
                </a:cubicBezTo>
                <a:lnTo>
                  <a:pt x="848239" y="1153268"/>
                </a:lnTo>
                <a:lnTo>
                  <a:pt x="860378" y="1102589"/>
                </a:lnTo>
                <a:cubicBezTo>
                  <a:pt x="855533" y="1099412"/>
                  <a:pt x="851121" y="1095718"/>
                  <a:pt x="847140" y="1091507"/>
                </a:cubicBezTo>
                <a:cubicBezTo>
                  <a:pt x="843160" y="1087296"/>
                  <a:pt x="839720" y="1082683"/>
                  <a:pt x="836820" y="1077667"/>
                </a:cubicBezTo>
                <a:cubicBezTo>
                  <a:pt x="833919" y="1072651"/>
                  <a:pt x="831637" y="1067367"/>
                  <a:pt x="829973" y="1061817"/>
                </a:cubicBezTo>
                <a:cubicBezTo>
                  <a:pt x="828310" y="1056267"/>
                  <a:pt x="827309" y="1050600"/>
                  <a:pt x="826972" y="1044815"/>
                </a:cubicBezTo>
                <a:cubicBezTo>
                  <a:pt x="826635" y="1039031"/>
                  <a:pt x="826970" y="1033287"/>
                  <a:pt x="827978" y="1027581"/>
                </a:cubicBezTo>
                <a:cubicBezTo>
                  <a:pt x="828985" y="1021875"/>
                  <a:pt x="830638" y="1016362"/>
                  <a:pt x="832936" y="1011043"/>
                </a:cubicBezTo>
                <a:cubicBezTo>
                  <a:pt x="835234" y="1005724"/>
                  <a:pt x="838115" y="1000742"/>
                  <a:pt x="841579" y="996097"/>
                </a:cubicBezTo>
                <a:cubicBezTo>
                  <a:pt x="845043" y="991453"/>
                  <a:pt x="848996" y="987271"/>
                  <a:pt x="853439" y="983552"/>
                </a:cubicBezTo>
                <a:cubicBezTo>
                  <a:pt x="857882" y="979832"/>
                  <a:pt x="862695" y="976676"/>
                  <a:pt x="867876" y="974084"/>
                </a:cubicBezTo>
                <a:cubicBezTo>
                  <a:pt x="873058" y="971491"/>
                  <a:pt x="878469" y="969532"/>
                  <a:pt x="884109" y="968205"/>
                </a:cubicBezTo>
                <a:cubicBezTo>
                  <a:pt x="889749" y="966879"/>
                  <a:pt x="895467" y="966222"/>
                  <a:pt x="901261" y="966234"/>
                </a:cubicBezTo>
                <a:cubicBezTo>
                  <a:pt x="907055" y="966246"/>
                  <a:pt x="912769" y="966927"/>
                  <a:pt x="918404" y="968277"/>
                </a:cubicBezTo>
                <a:cubicBezTo>
                  <a:pt x="924039" y="969626"/>
                  <a:pt x="929442" y="971608"/>
                  <a:pt x="934613" y="974222"/>
                </a:cubicBezTo>
                <a:cubicBezTo>
                  <a:pt x="939783" y="976836"/>
                  <a:pt x="944583" y="980012"/>
                  <a:pt x="949010" y="983750"/>
                </a:cubicBezTo>
                <a:cubicBezTo>
                  <a:pt x="953437" y="987488"/>
                  <a:pt x="957374" y="991686"/>
                  <a:pt x="960818" y="996345"/>
                </a:cubicBezTo>
                <a:cubicBezTo>
                  <a:pt x="964263" y="1001004"/>
                  <a:pt x="967123" y="1005998"/>
                  <a:pt x="969399" y="1011326"/>
                </a:cubicBezTo>
                <a:cubicBezTo>
                  <a:pt x="971675" y="1016655"/>
                  <a:pt x="973305" y="1022174"/>
                  <a:pt x="974289" y="1027884"/>
                </a:cubicBezTo>
                <a:cubicBezTo>
                  <a:pt x="975272" y="1033594"/>
                  <a:pt x="975584" y="1039340"/>
                  <a:pt x="975223" y="1045123"/>
                </a:cubicBezTo>
                <a:cubicBezTo>
                  <a:pt x="974862" y="1050906"/>
                  <a:pt x="973838" y="1056570"/>
                  <a:pt x="972151" y="1062113"/>
                </a:cubicBezTo>
                <a:cubicBezTo>
                  <a:pt x="970464" y="1067656"/>
                  <a:pt x="968160" y="1072929"/>
                  <a:pt x="965239" y="1077933"/>
                </a:cubicBezTo>
                <a:cubicBezTo>
                  <a:pt x="962318" y="1082937"/>
                  <a:pt x="958858" y="1087536"/>
                  <a:pt x="954861" y="1091730"/>
                </a:cubicBezTo>
                <a:cubicBezTo>
                  <a:pt x="950863" y="1095925"/>
                  <a:pt x="946435" y="1099600"/>
                  <a:pt x="941577" y="1102758"/>
                </a:cubicBezTo>
                <a:cubicBezTo>
                  <a:pt x="936719" y="1105915"/>
                  <a:pt x="931562" y="1108470"/>
                  <a:pt x="926106" y="1110421"/>
                </a:cubicBezTo>
                <a:cubicBezTo>
                  <a:pt x="920650" y="1112371"/>
                  <a:pt x="915043" y="1113665"/>
                  <a:pt x="909284" y="1114303"/>
                </a:cubicBezTo>
                <a:lnTo>
                  <a:pt x="894839" y="1174611"/>
                </a:lnTo>
                <a:cubicBezTo>
                  <a:pt x="893583" y="1179679"/>
                  <a:pt x="891034" y="1183980"/>
                  <a:pt x="887193" y="1187517"/>
                </a:cubicBezTo>
                <a:lnTo>
                  <a:pt x="797243" y="1268858"/>
                </a:lnTo>
                <a:lnTo>
                  <a:pt x="774787" y="1362615"/>
                </a:lnTo>
                <a:lnTo>
                  <a:pt x="725639" y="1351914"/>
                </a:lnTo>
                <a:close/>
                <a:moveTo>
                  <a:pt x="908084" y="1395613"/>
                </a:moveTo>
                <a:lnTo>
                  <a:pt x="932361" y="1294255"/>
                </a:lnTo>
                <a:cubicBezTo>
                  <a:pt x="933645" y="1289292"/>
                  <a:pt x="936173" y="1285074"/>
                  <a:pt x="939946" y="1281603"/>
                </a:cubicBezTo>
                <a:lnTo>
                  <a:pt x="1030431" y="1196907"/>
                </a:lnTo>
                <a:lnTo>
                  <a:pt x="1042570" y="1146228"/>
                </a:lnTo>
                <a:cubicBezTo>
                  <a:pt x="1036340" y="1142143"/>
                  <a:pt x="1030853" y="1137228"/>
                  <a:pt x="1026108" y="1131486"/>
                </a:cubicBezTo>
                <a:cubicBezTo>
                  <a:pt x="1021363" y="1125744"/>
                  <a:pt x="1017571" y="1119429"/>
                  <a:pt x="1014733" y="1112541"/>
                </a:cubicBezTo>
                <a:cubicBezTo>
                  <a:pt x="1011895" y="1105653"/>
                  <a:pt x="1010137" y="1098500"/>
                  <a:pt x="1009459" y="1091081"/>
                </a:cubicBezTo>
                <a:cubicBezTo>
                  <a:pt x="1008781" y="1083663"/>
                  <a:pt x="1009214" y="1076309"/>
                  <a:pt x="1010757" y="1069022"/>
                </a:cubicBezTo>
                <a:cubicBezTo>
                  <a:pt x="1012300" y="1061734"/>
                  <a:pt x="1014884" y="1054836"/>
                  <a:pt x="1018510" y="1048328"/>
                </a:cubicBezTo>
                <a:cubicBezTo>
                  <a:pt x="1022136" y="1041821"/>
                  <a:pt x="1026642" y="1035994"/>
                  <a:pt x="1032028" y="1030847"/>
                </a:cubicBezTo>
                <a:cubicBezTo>
                  <a:pt x="1037414" y="1025701"/>
                  <a:pt x="1043440" y="1021464"/>
                  <a:pt x="1050105" y="1018137"/>
                </a:cubicBezTo>
                <a:cubicBezTo>
                  <a:pt x="1056771" y="1014811"/>
                  <a:pt x="1063779" y="1012542"/>
                  <a:pt x="1071129" y="1011331"/>
                </a:cubicBezTo>
                <a:cubicBezTo>
                  <a:pt x="1081033" y="1009569"/>
                  <a:pt x="1090875" y="1009872"/>
                  <a:pt x="1100652" y="1012241"/>
                </a:cubicBezTo>
                <a:cubicBezTo>
                  <a:pt x="1109261" y="1014104"/>
                  <a:pt x="1117281" y="1017400"/>
                  <a:pt x="1124713" y="1022128"/>
                </a:cubicBezTo>
                <a:cubicBezTo>
                  <a:pt x="1132145" y="1026855"/>
                  <a:pt x="1138529" y="1032723"/>
                  <a:pt x="1143866" y="1039730"/>
                </a:cubicBezTo>
                <a:cubicBezTo>
                  <a:pt x="1149203" y="1046738"/>
                  <a:pt x="1153162" y="1054453"/>
                  <a:pt x="1155744" y="1062874"/>
                </a:cubicBezTo>
                <a:cubicBezTo>
                  <a:pt x="1158326" y="1071295"/>
                  <a:pt x="1159371" y="1079903"/>
                  <a:pt x="1158879" y="1088697"/>
                </a:cubicBezTo>
                <a:cubicBezTo>
                  <a:pt x="1158387" y="1097492"/>
                  <a:pt x="1156389" y="1105929"/>
                  <a:pt x="1152884" y="1114010"/>
                </a:cubicBezTo>
                <a:cubicBezTo>
                  <a:pt x="1149379" y="1122091"/>
                  <a:pt x="1144584" y="1129316"/>
                  <a:pt x="1138499" y="1135685"/>
                </a:cubicBezTo>
                <a:cubicBezTo>
                  <a:pt x="1132414" y="1142054"/>
                  <a:pt x="1125415" y="1147173"/>
                  <a:pt x="1117503" y="1151042"/>
                </a:cubicBezTo>
                <a:cubicBezTo>
                  <a:pt x="1109590" y="1154912"/>
                  <a:pt x="1101252" y="1157292"/>
                  <a:pt x="1092489" y="1158184"/>
                </a:cubicBezTo>
                <a:lnTo>
                  <a:pt x="1078044" y="1218492"/>
                </a:lnTo>
                <a:cubicBezTo>
                  <a:pt x="1076947" y="1223655"/>
                  <a:pt x="1074399" y="1227956"/>
                  <a:pt x="1070398" y="1231398"/>
                </a:cubicBezTo>
                <a:lnTo>
                  <a:pt x="980449" y="1312739"/>
                </a:lnTo>
                <a:lnTo>
                  <a:pt x="957992" y="1406496"/>
                </a:lnTo>
                <a:lnTo>
                  <a:pt x="908084" y="1395613"/>
                </a:lnTo>
                <a:close/>
              </a:path>
            </a:pathLst>
          </a:custGeom>
          <a:solidFill>
            <a:srgbClr val="292F8F"/>
          </a:solidFill>
        </p:spPr>
        <p:txBody>
          <a:bodyPr/>
          <a:lstStyle/>
          <a:p/>
        </p:txBody>
      </p:sp>
      <p:sp>
        <p:nvSpPr>
          <p:cNvPr id="24" name="Shape 24"/>
          <p:cNvSpPr/>
          <p:nvPr/>
        </p:nvSpPr>
        <p:spPr>
          <a:xfrm>
            <a:off x="850459" y="3833044"/>
            <a:ext cx="555177" cy="555196"/>
          </a:xfrm>
          <a:custGeom>
            <a:avLst/>
            <a:gdLst/>
            <a:rect l="0" t="0" r="555177" b="555196"/>
            <a:pathLst>
              <a:path w="555177" h="555196" fill="norm" stroke="0">
                <a:moveTo>
                  <a:pt x="148410" y="554069"/>
                </a:moveTo>
                <a:lnTo>
                  <a:pt x="545883" y="423161"/>
                </a:lnTo>
                <a:cubicBezTo>
                  <a:pt x="547569" y="422606"/>
                  <a:pt x="549085" y="421749"/>
                  <a:pt x="550430" y="420591"/>
                </a:cubicBezTo>
                <a:cubicBezTo>
                  <a:pt x="551775" y="419433"/>
                  <a:pt x="552848" y="418061"/>
                  <a:pt x="553647" y="416476"/>
                </a:cubicBezTo>
                <a:cubicBezTo>
                  <a:pt x="554447" y="414891"/>
                  <a:pt x="554913" y="413213"/>
                  <a:pt x="555045" y="411443"/>
                </a:cubicBezTo>
                <a:cubicBezTo>
                  <a:pt x="555177" y="409673"/>
                  <a:pt x="554966" y="407944"/>
                  <a:pt x="554410" y="406259"/>
                </a:cubicBezTo>
                <a:lnTo>
                  <a:pt x="423670" y="9294"/>
                </a:lnTo>
                <a:cubicBezTo>
                  <a:pt x="423114" y="7608"/>
                  <a:pt x="422258" y="6093"/>
                  <a:pt x="421099" y="4747"/>
                </a:cubicBezTo>
                <a:cubicBezTo>
                  <a:pt x="419941" y="3402"/>
                  <a:pt x="418569" y="2329"/>
                  <a:pt x="416984" y="1530"/>
                </a:cubicBezTo>
                <a:cubicBezTo>
                  <a:pt x="415399" y="730"/>
                  <a:pt x="413722" y="264"/>
                  <a:pt x="411952" y="133"/>
                </a:cubicBezTo>
                <a:cubicBezTo>
                  <a:pt x="410181" y="0"/>
                  <a:pt x="408453" y="212"/>
                  <a:pt x="406767" y="767"/>
                </a:cubicBezTo>
                <a:lnTo>
                  <a:pt x="9294" y="131675"/>
                </a:lnTo>
                <a:cubicBezTo>
                  <a:pt x="7608" y="132230"/>
                  <a:pt x="6092" y="133087"/>
                  <a:pt x="4747" y="134245"/>
                </a:cubicBezTo>
                <a:cubicBezTo>
                  <a:pt x="3402" y="135404"/>
                  <a:pt x="2329" y="136775"/>
                  <a:pt x="1530" y="138360"/>
                </a:cubicBezTo>
                <a:cubicBezTo>
                  <a:pt x="730" y="139945"/>
                  <a:pt x="264" y="141623"/>
                  <a:pt x="132" y="143393"/>
                </a:cubicBezTo>
                <a:cubicBezTo>
                  <a:pt x="0" y="145163"/>
                  <a:pt x="212" y="146891"/>
                  <a:pt x="767" y="148578"/>
                </a:cubicBezTo>
                <a:lnTo>
                  <a:pt x="131675" y="546050"/>
                </a:lnTo>
                <a:cubicBezTo>
                  <a:pt x="132935" y="549417"/>
                  <a:pt x="135186" y="551877"/>
                  <a:pt x="138428" y="553430"/>
                </a:cubicBezTo>
                <a:cubicBezTo>
                  <a:pt x="141669" y="554983"/>
                  <a:pt x="144997" y="555196"/>
                  <a:pt x="148410" y="554069"/>
                </a:cubicBezTo>
                <a:close/>
                <a:moveTo>
                  <a:pt x="30259" y="152536"/>
                </a:moveTo>
                <a:lnTo>
                  <a:pt x="402683" y="29878"/>
                </a:lnTo>
                <a:lnTo>
                  <a:pt x="525467" y="402683"/>
                </a:lnTo>
                <a:lnTo>
                  <a:pt x="152662" y="525467"/>
                </a:lnTo>
                <a:lnTo>
                  <a:pt x="30259" y="152536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697082" y="3678416"/>
            <a:ext cx="863350" cy="863350"/>
          </a:xfrm>
          <a:custGeom>
            <a:avLst/>
            <a:gdLst/>
            <a:rect l="0" t="0" r="863350" b="863350"/>
            <a:pathLst>
              <a:path w="863350" h="863350" fill="norm" stroke="0">
                <a:moveTo>
                  <a:pt x="732840" y="150384"/>
                </a:moveTo>
                <a:cubicBezTo>
                  <a:pt x="734923" y="150274"/>
                  <a:pt x="736873" y="149708"/>
                  <a:pt x="738691" y="148687"/>
                </a:cubicBezTo>
                <a:cubicBezTo>
                  <a:pt x="740509" y="147665"/>
                  <a:pt x="742006" y="146295"/>
                  <a:pt x="743183" y="144573"/>
                </a:cubicBezTo>
                <a:cubicBezTo>
                  <a:pt x="744360" y="142853"/>
                  <a:pt x="745095" y="140960"/>
                  <a:pt x="745388" y="138895"/>
                </a:cubicBezTo>
                <a:cubicBezTo>
                  <a:pt x="745681" y="136831"/>
                  <a:pt x="745501" y="134809"/>
                  <a:pt x="744849" y="132828"/>
                </a:cubicBezTo>
                <a:cubicBezTo>
                  <a:pt x="744197" y="130848"/>
                  <a:pt x="743139" y="129114"/>
                  <a:pt x="741677" y="127628"/>
                </a:cubicBezTo>
                <a:cubicBezTo>
                  <a:pt x="740215" y="126141"/>
                  <a:pt x="738499" y="125056"/>
                  <a:pt x="736530" y="124371"/>
                </a:cubicBezTo>
                <a:cubicBezTo>
                  <a:pt x="734560" y="123686"/>
                  <a:pt x="732541" y="123474"/>
                  <a:pt x="730472" y="123733"/>
                </a:cubicBezTo>
                <a:cubicBezTo>
                  <a:pt x="728403" y="123992"/>
                  <a:pt x="726498" y="124695"/>
                  <a:pt x="724758" y="125844"/>
                </a:cubicBezTo>
                <a:lnTo>
                  <a:pt x="653045" y="149463"/>
                </a:lnTo>
                <a:lnTo>
                  <a:pt x="625783" y="66687"/>
                </a:lnTo>
                <a:cubicBezTo>
                  <a:pt x="625228" y="65001"/>
                  <a:pt x="624371" y="63486"/>
                  <a:pt x="623213" y="62140"/>
                </a:cubicBezTo>
                <a:cubicBezTo>
                  <a:pt x="622054" y="60796"/>
                  <a:pt x="620683" y="59723"/>
                  <a:pt x="619098" y="58924"/>
                </a:cubicBezTo>
                <a:cubicBezTo>
                  <a:pt x="617513" y="58124"/>
                  <a:pt x="615835" y="57658"/>
                  <a:pt x="614065" y="57526"/>
                </a:cubicBezTo>
                <a:cubicBezTo>
                  <a:pt x="612295" y="57393"/>
                  <a:pt x="610566" y="57605"/>
                  <a:pt x="608880" y="58160"/>
                </a:cubicBezTo>
                <a:lnTo>
                  <a:pt x="526487" y="85296"/>
                </a:lnTo>
                <a:lnTo>
                  <a:pt x="502994" y="13965"/>
                </a:lnTo>
                <a:cubicBezTo>
                  <a:pt x="503059" y="11784"/>
                  <a:pt x="502618" y="9709"/>
                  <a:pt x="501669" y="7744"/>
                </a:cubicBezTo>
                <a:cubicBezTo>
                  <a:pt x="500720" y="5778"/>
                  <a:pt x="499371" y="4142"/>
                  <a:pt x="497622" y="2836"/>
                </a:cubicBezTo>
                <a:cubicBezTo>
                  <a:pt x="495873" y="1531"/>
                  <a:pt x="493921" y="702"/>
                  <a:pt x="491767" y="351"/>
                </a:cubicBezTo>
                <a:cubicBezTo>
                  <a:pt x="489612" y="0"/>
                  <a:pt x="487498" y="166"/>
                  <a:pt x="485425" y="849"/>
                </a:cubicBezTo>
                <a:cubicBezTo>
                  <a:pt x="483352" y="1532"/>
                  <a:pt x="481553" y="2654"/>
                  <a:pt x="480029" y="4217"/>
                </a:cubicBezTo>
                <a:cubicBezTo>
                  <a:pt x="478505" y="5779"/>
                  <a:pt x="477428" y="7606"/>
                  <a:pt x="476797" y="9696"/>
                </a:cubicBezTo>
                <a:cubicBezTo>
                  <a:pt x="476166" y="11785"/>
                  <a:pt x="476053" y="13902"/>
                  <a:pt x="476458" y="16047"/>
                </a:cubicBezTo>
                <a:cubicBezTo>
                  <a:pt x="476863" y="18192"/>
                  <a:pt x="477740" y="20122"/>
                  <a:pt x="479089" y="21838"/>
                </a:cubicBezTo>
                <a:lnTo>
                  <a:pt x="502708" y="93551"/>
                </a:lnTo>
                <a:lnTo>
                  <a:pt x="439133" y="114490"/>
                </a:lnTo>
                <a:lnTo>
                  <a:pt x="415514" y="42776"/>
                </a:lnTo>
                <a:cubicBezTo>
                  <a:pt x="414959" y="41091"/>
                  <a:pt x="414102" y="39575"/>
                  <a:pt x="412944" y="38229"/>
                </a:cubicBezTo>
                <a:cubicBezTo>
                  <a:pt x="411785" y="36885"/>
                  <a:pt x="410414" y="35812"/>
                  <a:pt x="408829" y="35013"/>
                </a:cubicBezTo>
                <a:cubicBezTo>
                  <a:pt x="407244" y="34213"/>
                  <a:pt x="405566" y="33747"/>
                  <a:pt x="403796" y="33615"/>
                </a:cubicBezTo>
                <a:cubicBezTo>
                  <a:pt x="402026" y="33482"/>
                  <a:pt x="400297" y="33694"/>
                  <a:pt x="398611" y="34249"/>
                </a:cubicBezTo>
                <a:cubicBezTo>
                  <a:pt x="396925" y="34805"/>
                  <a:pt x="395409" y="35661"/>
                  <a:pt x="394064" y="36819"/>
                </a:cubicBezTo>
                <a:cubicBezTo>
                  <a:pt x="392719" y="37978"/>
                  <a:pt x="391647" y="39350"/>
                  <a:pt x="390847" y="40935"/>
                </a:cubicBezTo>
                <a:cubicBezTo>
                  <a:pt x="390047" y="42520"/>
                  <a:pt x="389581" y="44197"/>
                  <a:pt x="389449" y="45968"/>
                </a:cubicBezTo>
                <a:cubicBezTo>
                  <a:pt x="389317" y="47738"/>
                  <a:pt x="389529" y="49466"/>
                  <a:pt x="390084" y="51152"/>
                </a:cubicBezTo>
                <a:lnTo>
                  <a:pt x="413703" y="122865"/>
                </a:lnTo>
                <a:lnTo>
                  <a:pt x="350127" y="143804"/>
                </a:lnTo>
                <a:lnTo>
                  <a:pt x="326509" y="72091"/>
                </a:lnTo>
                <a:cubicBezTo>
                  <a:pt x="325953" y="70404"/>
                  <a:pt x="325097" y="68889"/>
                  <a:pt x="323938" y="67544"/>
                </a:cubicBezTo>
                <a:cubicBezTo>
                  <a:pt x="322780" y="66198"/>
                  <a:pt x="321408" y="65126"/>
                  <a:pt x="319823" y="64326"/>
                </a:cubicBezTo>
                <a:cubicBezTo>
                  <a:pt x="318238" y="63527"/>
                  <a:pt x="316561" y="63061"/>
                  <a:pt x="314791" y="62929"/>
                </a:cubicBezTo>
                <a:cubicBezTo>
                  <a:pt x="313020" y="62796"/>
                  <a:pt x="311292" y="63008"/>
                  <a:pt x="309606" y="63564"/>
                </a:cubicBezTo>
                <a:cubicBezTo>
                  <a:pt x="307920" y="64119"/>
                  <a:pt x="306404" y="64976"/>
                  <a:pt x="305059" y="66134"/>
                </a:cubicBezTo>
                <a:cubicBezTo>
                  <a:pt x="303714" y="67292"/>
                  <a:pt x="302641" y="68664"/>
                  <a:pt x="301842" y="70248"/>
                </a:cubicBezTo>
                <a:cubicBezTo>
                  <a:pt x="301042" y="71834"/>
                  <a:pt x="300576" y="73511"/>
                  <a:pt x="300444" y="75281"/>
                </a:cubicBezTo>
                <a:cubicBezTo>
                  <a:pt x="300312" y="77052"/>
                  <a:pt x="300523" y="78780"/>
                  <a:pt x="301079" y="80466"/>
                </a:cubicBezTo>
                <a:lnTo>
                  <a:pt x="324697" y="152179"/>
                </a:lnTo>
                <a:lnTo>
                  <a:pt x="261122" y="173117"/>
                </a:lnTo>
                <a:lnTo>
                  <a:pt x="237503" y="101405"/>
                </a:lnTo>
                <a:cubicBezTo>
                  <a:pt x="237393" y="99323"/>
                  <a:pt x="236828" y="97372"/>
                  <a:pt x="235806" y="95555"/>
                </a:cubicBezTo>
                <a:cubicBezTo>
                  <a:pt x="234785" y="93737"/>
                  <a:pt x="233414" y="92239"/>
                  <a:pt x="231693" y="91062"/>
                </a:cubicBezTo>
                <a:cubicBezTo>
                  <a:pt x="229972" y="89884"/>
                  <a:pt x="228079" y="89150"/>
                  <a:pt x="226015" y="88857"/>
                </a:cubicBezTo>
                <a:cubicBezTo>
                  <a:pt x="223950" y="88564"/>
                  <a:pt x="221928" y="88744"/>
                  <a:pt x="219947" y="89396"/>
                </a:cubicBezTo>
                <a:cubicBezTo>
                  <a:pt x="217967" y="90049"/>
                  <a:pt x="216233" y="91106"/>
                  <a:pt x="214747" y="92568"/>
                </a:cubicBezTo>
                <a:cubicBezTo>
                  <a:pt x="213260" y="94031"/>
                  <a:pt x="212175" y="95746"/>
                  <a:pt x="211490" y="97716"/>
                </a:cubicBezTo>
                <a:cubicBezTo>
                  <a:pt x="210806" y="99685"/>
                  <a:pt x="210593" y="101705"/>
                  <a:pt x="210852" y="103774"/>
                </a:cubicBezTo>
                <a:cubicBezTo>
                  <a:pt x="211111" y="105842"/>
                  <a:pt x="211814" y="107747"/>
                  <a:pt x="212963" y="109487"/>
                </a:cubicBezTo>
                <a:lnTo>
                  <a:pt x="236582" y="181200"/>
                </a:lnTo>
                <a:lnTo>
                  <a:pt x="173007" y="202139"/>
                </a:lnTo>
                <a:lnTo>
                  <a:pt x="149388" y="130425"/>
                </a:lnTo>
                <a:cubicBezTo>
                  <a:pt x="149278" y="128343"/>
                  <a:pt x="148712" y="126393"/>
                  <a:pt x="147691" y="124575"/>
                </a:cubicBezTo>
                <a:cubicBezTo>
                  <a:pt x="146670" y="122758"/>
                  <a:pt x="145299" y="121260"/>
                  <a:pt x="143577" y="120083"/>
                </a:cubicBezTo>
                <a:cubicBezTo>
                  <a:pt x="141857" y="118906"/>
                  <a:pt x="139964" y="118171"/>
                  <a:pt x="137899" y="117878"/>
                </a:cubicBezTo>
                <a:cubicBezTo>
                  <a:pt x="135835" y="117585"/>
                  <a:pt x="133812" y="117765"/>
                  <a:pt x="131832" y="118418"/>
                </a:cubicBezTo>
                <a:cubicBezTo>
                  <a:pt x="129852" y="119069"/>
                  <a:pt x="128118" y="120127"/>
                  <a:pt x="126632" y="121589"/>
                </a:cubicBezTo>
                <a:cubicBezTo>
                  <a:pt x="125145" y="123051"/>
                  <a:pt x="124060" y="124767"/>
                  <a:pt x="123375" y="126736"/>
                </a:cubicBezTo>
                <a:cubicBezTo>
                  <a:pt x="122690" y="128706"/>
                  <a:pt x="122477" y="130725"/>
                  <a:pt x="122736" y="132794"/>
                </a:cubicBezTo>
                <a:cubicBezTo>
                  <a:pt x="122995" y="134863"/>
                  <a:pt x="123699" y="136768"/>
                  <a:pt x="124848" y="138508"/>
                </a:cubicBezTo>
                <a:lnTo>
                  <a:pt x="148467" y="210221"/>
                </a:lnTo>
                <a:lnTo>
                  <a:pt x="65437" y="237567"/>
                </a:lnTo>
                <a:cubicBezTo>
                  <a:pt x="63751" y="238122"/>
                  <a:pt x="62235" y="238979"/>
                  <a:pt x="60890" y="240137"/>
                </a:cubicBezTo>
                <a:cubicBezTo>
                  <a:pt x="59545" y="241295"/>
                  <a:pt x="58472" y="242667"/>
                  <a:pt x="57673" y="244252"/>
                </a:cubicBezTo>
                <a:cubicBezTo>
                  <a:pt x="56873" y="245837"/>
                  <a:pt x="56407" y="247514"/>
                  <a:pt x="56275" y="249285"/>
                </a:cubicBezTo>
                <a:cubicBezTo>
                  <a:pt x="56143" y="251055"/>
                  <a:pt x="56355" y="252783"/>
                  <a:pt x="56910" y="254469"/>
                </a:cubicBezTo>
                <a:lnTo>
                  <a:pt x="84172" y="337245"/>
                </a:lnTo>
                <a:lnTo>
                  <a:pt x="12840" y="360738"/>
                </a:lnTo>
                <a:cubicBezTo>
                  <a:pt x="10758" y="360848"/>
                  <a:pt x="8808" y="361413"/>
                  <a:pt x="6990" y="362434"/>
                </a:cubicBezTo>
                <a:cubicBezTo>
                  <a:pt x="5172" y="363456"/>
                  <a:pt x="3675" y="364827"/>
                  <a:pt x="2498" y="366548"/>
                </a:cubicBezTo>
                <a:cubicBezTo>
                  <a:pt x="1321" y="368269"/>
                  <a:pt x="586" y="370162"/>
                  <a:pt x="293" y="372226"/>
                </a:cubicBezTo>
                <a:cubicBezTo>
                  <a:pt x="0" y="374291"/>
                  <a:pt x="180" y="376313"/>
                  <a:pt x="832" y="378294"/>
                </a:cubicBezTo>
                <a:cubicBezTo>
                  <a:pt x="1484" y="380274"/>
                  <a:pt x="2542" y="382007"/>
                  <a:pt x="4004" y="383494"/>
                </a:cubicBezTo>
                <a:cubicBezTo>
                  <a:pt x="5466" y="384980"/>
                  <a:pt x="7182" y="386066"/>
                  <a:pt x="9151" y="386750"/>
                </a:cubicBezTo>
                <a:cubicBezTo>
                  <a:pt x="11121" y="387435"/>
                  <a:pt x="13140" y="387648"/>
                  <a:pt x="15209" y="387389"/>
                </a:cubicBezTo>
                <a:cubicBezTo>
                  <a:pt x="17278" y="387130"/>
                  <a:pt x="19183" y="386426"/>
                  <a:pt x="20923" y="385278"/>
                </a:cubicBezTo>
                <a:lnTo>
                  <a:pt x="92636" y="361659"/>
                </a:lnTo>
                <a:lnTo>
                  <a:pt x="113574" y="425234"/>
                </a:lnTo>
                <a:lnTo>
                  <a:pt x="41861" y="448853"/>
                </a:lnTo>
                <a:cubicBezTo>
                  <a:pt x="39756" y="448925"/>
                  <a:pt x="37777" y="449465"/>
                  <a:pt x="35927" y="450471"/>
                </a:cubicBezTo>
                <a:cubicBezTo>
                  <a:pt x="34076" y="451477"/>
                  <a:pt x="32547" y="452844"/>
                  <a:pt x="31342" y="454573"/>
                </a:cubicBezTo>
                <a:cubicBezTo>
                  <a:pt x="30137" y="456300"/>
                  <a:pt x="29381" y="458207"/>
                  <a:pt x="29076" y="460291"/>
                </a:cubicBezTo>
                <a:cubicBezTo>
                  <a:pt x="28770" y="462376"/>
                  <a:pt x="28947" y="464419"/>
                  <a:pt x="29606" y="466420"/>
                </a:cubicBezTo>
                <a:cubicBezTo>
                  <a:pt x="30265" y="468421"/>
                  <a:pt x="31337" y="470169"/>
                  <a:pt x="32821" y="471664"/>
                </a:cubicBezTo>
                <a:cubicBezTo>
                  <a:pt x="34306" y="473159"/>
                  <a:pt x="36046" y="474243"/>
                  <a:pt x="38042" y="474917"/>
                </a:cubicBezTo>
                <a:cubicBezTo>
                  <a:pt x="40039" y="475590"/>
                  <a:pt x="42080" y="475781"/>
                  <a:pt x="44167" y="475491"/>
                </a:cubicBezTo>
                <a:cubicBezTo>
                  <a:pt x="46254" y="475200"/>
                  <a:pt x="48165" y="474459"/>
                  <a:pt x="49902" y="473266"/>
                </a:cubicBezTo>
                <a:lnTo>
                  <a:pt x="121615" y="449647"/>
                </a:lnTo>
                <a:lnTo>
                  <a:pt x="142553" y="513223"/>
                </a:lnTo>
                <a:lnTo>
                  <a:pt x="70840" y="536841"/>
                </a:lnTo>
                <a:cubicBezTo>
                  <a:pt x="69154" y="537397"/>
                  <a:pt x="67639" y="538253"/>
                  <a:pt x="66293" y="539412"/>
                </a:cubicBezTo>
                <a:cubicBezTo>
                  <a:pt x="64948" y="540570"/>
                  <a:pt x="63876" y="541941"/>
                  <a:pt x="63076" y="543527"/>
                </a:cubicBezTo>
                <a:cubicBezTo>
                  <a:pt x="62276" y="545111"/>
                  <a:pt x="61810" y="546789"/>
                  <a:pt x="61678" y="548559"/>
                </a:cubicBezTo>
                <a:cubicBezTo>
                  <a:pt x="61546" y="550330"/>
                  <a:pt x="61758" y="552058"/>
                  <a:pt x="62313" y="553744"/>
                </a:cubicBezTo>
                <a:cubicBezTo>
                  <a:pt x="62868" y="555430"/>
                  <a:pt x="63725" y="556946"/>
                  <a:pt x="64883" y="558291"/>
                </a:cubicBezTo>
                <a:cubicBezTo>
                  <a:pt x="66042" y="559636"/>
                  <a:pt x="67413" y="560709"/>
                  <a:pt x="68998" y="561508"/>
                </a:cubicBezTo>
                <a:cubicBezTo>
                  <a:pt x="70583" y="562308"/>
                  <a:pt x="72261" y="562774"/>
                  <a:pt x="74031" y="562906"/>
                </a:cubicBezTo>
                <a:cubicBezTo>
                  <a:pt x="75801" y="563038"/>
                  <a:pt x="77530" y="562826"/>
                  <a:pt x="79216" y="562271"/>
                </a:cubicBezTo>
                <a:lnTo>
                  <a:pt x="150929" y="538652"/>
                </a:lnTo>
                <a:lnTo>
                  <a:pt x="171867" y="602228"/>
                </a:lnTo>
                <a:lnTo>
                  <a:pt x="100154" y="625847"/>
                </a:lnTo>
                <a:cubicBezTo>
                  <a:pt x="98072" y="625957"/>
                  <a:pt x="96122" y="626522"/>
                  <a:pt x="94304" y="627543"/>
                </a:cubicBezTo>
                <a:cubicBezTo>
                  <a:pt x="92486" y="628565"/>
                  <a:pt x="90989" y="629936"/>
                  <a:pt x="89812" y="631657"/>
                </a:cubicBezTo>
                <a:cubicBezTo>
                  <a:pt x="88634" y="633378"/>
                  <a:pt x="87899" y="635271"/>
                  <a:pt x="87607" y="637335"/>
                </a:cubicBezTo>
                <a:cubicBezTo>
                  <a:pt x="87314" y="639400"/>
                  <a:pt x="87494" y="641422"/>
                  <a:pt x="88146" y="643403"/>
                </a:cubicBezTo>
                <a:cubicBezTo>
                  <a:pt x="88798" y="645383"/>
                  <a:pt x="89855" y="647116"/>
                  <a:pt x="91318" y="648603"/>
                </a:cubicBezTo>
                <a:cubicBezTo>
                  <a:pt x="92780" y="650089"/>
                  <a:pt x="94496" y="651175"/>
                  <a:pt x="96465" y="651859"/>
                </a:cubicBezTo>
                <a:cubicBezTo>
                  <a:pt x="98435" y="652544"/>
                  <a:pt x="100454" y="652757"/>
                  <a:pt x="102523" y="652498"/>
                </a:cubicBezTo>
                <a:cubicBezTo>
                  <a:pt x="104592" y="652239"/>
                  <a:pt x="106497" y="651535"/>
                  <a:pt x="108237" y="650387"/>
                </a:cubicBezTo>
                <a:lnTo>
                  <a:pt x="179950" y="626768"/>
                </a:lnTo>
                <a:lnTo>
                  <a:pt x="200888" y="690343"/>
                </a:lnTo>
                <a:lnTo>
                  <a:pt x="129175" y="713962"/>
                </a:lnTo>
                <a:cubicBezTo>
                  <a:pt x="127093" y="714072"/>
                  <a:pt x="125143" y="714638"/>
                  <a:pt x="123325" y="715659"/>
                </a:cubicBezTo>
                <a:cubicBezTo>
                  <a:pt x="121507" y="716680"/>
                  <a:pt x="120010" y="718052"/>
                  <a:pt x="118833" y="719772"/>
                </a:cubicBezTo>
                <a:cubicBezTo>
                  <a:pt x="117655" y="721493"/>
                  <a:pt x="116920" y="723386"/>
                  <a:pt x="116628" y="725451"/>
                </a:cubicBezTo>
                <a:cubicBezTo>
                  <a:pt x="116335" y="727515"/>
                  <a:pt x="116515" y="729538"/>
                  <a:pt x="117167" y="731518"/>
                </a:cubicBezTo>
                <a:cubicBezTo>
                  <a:pt x="117819" y="733498"/>
                  <a:pt x="118876" y="735232"/>
                  <a:pt x="120339" y="736718"/>
                </a:cubicBezTo>
                <a:cubicBezTo>
                  <a:pt x="121801" y="738205"/>
                  <a:pt x="123517" y="739290"/>
                  <a:pt x="125486" y="739975"/>
                </a:cubicBezTo>
                <a:cubicBezTo>
                  <a:pt x="127456" y="740659"/>
                  <a:pt x="129475" y="740872"/>
                  <a:pt x="131544" y="740613"/>
                </a:cubicBezTo>
                <a:cubicBezTo>
                  <a:pt x="133613" y="740355"/>
                  <a:pt x="135517" y="739651"/>
                  <a:pt x="137257" y="738502"/>
                </a:cubicBezTo>
                <a:lnTo>
                  <a:pt x="208970" y="714883"/>
                </a:lnTo>
                <a:lnTo>
                  <a:pt x="236233" y="797658"/>
                </a:lnTo>
                <a:cubicBezTo>
                  <a:pt x="236788" y="799345"/>
                  <a:pt x="237645" y="800860"/>
                  <a:pt x="238803" y="802205"/>
                </a:cubicBezTo>
                <a:cubicBezTo>
                  <a:pt x="239961" y="803551"/>
                  <a:pt x="241333" y="804623"/>
                  <a:pt x="242918" y="805423"/>
                </a:cubicBezTo>
                <a:cubicBezTo>
                  <a:pt x="244503" y="806222"/>
                  <a:pt x="246180" y="806688"/>
                  <a:pt x="247951" y="806820"/>
                </a:cubicBezTo>
                <a:cubicBezTo>
                  <a:pt x="249721" y="806953"/>
                  <a:pt x="251449" y="806741"/>
                  <a:pt x="253135" y="806186"/>
                </a:cubicBezTo>
                <a:lnTo>
                  <a:pt x="335910" y="778924"/>
                </a:lnTo>
                <a:lnTo>
                  <a:pt x="359487" y="850509"/>
                </a:lnTo>
                <a:cubicBezTo>
                  <a:pt x="359597" y="852592"/>
                  <a:pt x="360163" y="854542"/>
                  <a:pt x="361184" y="856360"/>
                </a:cubicBezTo>
                <a:cubicBezTo>
                  <a:pt x="362205" y="858177"/>
                  <a:pt x="363577" y="859675"/>
                  <a:pt x="365298" y="860852"/>
                </a:cubicBezTo>
                <a:cubicBezTo>
                  <a:pt x="367019" y="862030"/>
                  <a:pt x="368911" y="862764"/>
                  <a:pt x="370976" y="863057"/>
                </a:cubicBezTo>
                <a:cubicBezTo>
                  <a:pt x="373040" y="863350"/>
                  <a:pt x="375063" y="863170"/>
                  <a:pt x="377043" y="862518"/>
                </a:cubicBezTo>
                <a:cubicBezTo>
                  <a:pt x="379024" y="861866"/>
                  <a:pt x="380757" y="860808"/>
                  <a:pt x="382243" y="859346"/>
                </a:cubicBezTo>
                <a:cubicBezTo>
                  <a:pt x="383730" y="857884"/>
                  <a:pt x="384816" y="856168"/>
                  <a:pt x="385500" y="854199"/>
                </a:cubicBezTo>
                <a:cubicBezTo>
                  <a:pt x="386185" y="852229"/>
                  <a:pt x="386398" y="850210"/>
                  <a:pt x="386139" y="848141"/>
                </a:cubicBezTo>
                <a:cubicBezTo>
                  <a:pt x="385880" y="846072"/>
                  <a:pt x="385176" y="844167"/>
                  <a:pt x="384027" y="842427"/>
                </a:cubicBezTo>
                <a:lnTo>
                  <a:pt x="360409" y="770714"/>
                </a:lnTo>
                <a:lnTo>
                  <a:pt x="423984" y="749776"/>
                </a:lnTo>
                <a:lnTo>
                  <a:pt x="447603" y="821489"/>
                </a:lnTo>
                <a:cubicBezTo>
                  <a:pt x="447675" y="823594"/>
                  <a:pt x="448214" y="825572"/>
                  <a:pt x="449221" y="827423"/>
                </a:cubicBezTo>
                <a:cubicBezTo>
                  <a:pt x="450227" y="829274"/>
                  <a:pt x="451594" y="830802"/>
                  <a:pt x="453322" y="832008"/>
                </a:cubicBezTo>
                <a:cubicBezTo>
                  <a:pt x="455050" y="833213"/>
                  <a:pt x="456956" y="833968"/>
                  <a:pt x="459041" y="834274"/>
                </a:cubicBezTo>
                <a:cubicBezTo>
                  <a:pt x="461125" y="834580"/>
                  <a:pt x="463168" y="834403"/>
                  <a:pt x="465169" y="833744"/>
                </a:cubicBezTo>
                <a:cubicBezTo>
                  <a:pt x="467170" y="833084"/>
                  <a:pt x="468919" y="832013"/>
                  <a:pt x="470414" y="830528"/>
                </a:cubicBezTo>
                <a:cubicBezTo>
                  <a:pt x="471909" y="829044"/>
                  <a:pt x="472993" y="827304"/>
                  <a:pt x="473666" y="825307"/>
                </a:cubicBezTo>
                <a:cubicBezTo>
                  <a:pt x="474340" y="823311"/>
                  <a:pt x="474531" y="821270"/>
                  <a:pt x="474241" y="819183"/>
                </a:cubicBezTo>
                <a:cubicBezTo>
                  <a:pt x="473950" y="817096"/>
                  <a:pt x="473208" y="815185"/>
                  <a:pt x="472015" y="813448"/>
                </a:cubicBezTo>
                <a:lnTo>
                  <a:pt x="448397" y="741735"/>
                </a:lnTo>
                <a:lnTo>
                  <a:pt x="511972" y="720797"/>
                </a:lnTo>
                <a:lnTo>
                  <a:pt x="535591" y="792509"/>
                </a:lnTo>
                <a:cubicBezTo>
                  <a:pt x="536146" y="794196"/>
                  <a:pt x="537003" y="795712"/>
                  <a:pt x="538161" y="797057"/>
                </a:cubicBezTo>
                <a:cubicBezTo>
                  <a:pt x="539319" y="798402"/>
                  <a:pt x="540691" y="799474"/>
                  <a:pt x="542276" y="800274"/>
                </a:cubicBezTo>
                <a:cubicBezTo>
                  <a:pt x="543861" y="801074"/>
                  <a:pt x="545539" y="801539"/>
                  <a:pt x="547309" y="801672"/>
                </a:cubicBezTo>
                <a:cubicBezTo>
                  <a:pt x="549079" y="801804"/>
                  <a:pt x="550807" y="801592"/>
                  <a:pt x="552494" y="801037"/>
                </a:cubicBezTo>
                <a:cubicBezTo>
                  <a:pt x="554180" y="800481"/>
                  <a:pt x="555695" y="799625"/>
                  <a:pt x="557041" y="798466"/>
                </a:cubicBezTo>
                <a:cubicBezTo>
                  <a:pt x="558386" y="797308"/>
                  <a:pt x="559458" y="795936"/>
                  <a:pt x="560258" y="794352"/>
                </a:cubicBezTo>
                <a:cubicBezTo>
                  <a:pt x="561057" y="792767"/>
                  <a:pt x="561523" y="791089"/>
                  <a:pt x="561655" y="789318"/>
                </a:cubicBezTo>
                <a:cubicBezTo>
                  <a:pt x="561788" y="787548"/>
                  <a:pt x="561576" y="785820"/>
                  <a:pt x="561021" y="784134"/>
                </a:cubicBezTo>
                <a:lnTo>
                  <a:pt x="537402" y="712421"/>
                </a:lnTo>
                <a:lnTo>
                  <a:pt x="600977" y="691483"/>
                </a:lnTo>
                <a:lnTo>
                  <a:pt x="624596" y="763196"/>
                </a:lnTo>
                <a:cubicBezTo>
                  <a:pt x="624706" y="765278"/>
                  <a:pt x="625272" y="767228"/>
                  <a:pt x="626293" y="769046"/>
                </a:cubicBezTo>
                <a:cubicBezTo>
                  <a:pt x="627314" y="770863"/>
                  <a:pt x="628686" y="772361"/>
                  <a:pt x="630407" y="773538"/>
                </a:cubicBezTo>
                <a:cubicBezTo>
                  <a:pt x="632128" y="774716"/>
                  <a:pt x="634020" y="775450"/>
                  <a:pt x="636085" y="775743"/>
                </a:cubicBezTo>
                <a:cubicBezTo>
                  <a:pt x="638149" y="776036"/>
                  <a:pt x="640172" y="775856"/>
                  <a:pt x="642152" y="775204"/>
                </a:cubicBezTo>
                <a:cubicBezTo>
                  <a:pt x="644133" y="774552"/>
                  <a:pt x="645866" y="773494"/>
                  <a:pt x="647352" y="772032"/>
                </a:cubicBezTo>
                <a:cubicBezTo>
                  <a:pt x="648839" y="770570"/>
                  <a:pt x="649925" y="768854"/>
                  <a:pt x="650609" y="766885"/>
                </a:cubicBezTo>
                <a:cubicBezTo>
                  <a:pt x="651294" y="764915"/>
                  <a:pt x="651507" y="762896"/>
                  <a:pt x="651248" y="760827"/>
                </a:cubicBezTo>
                <a:cubicBezTo>
                  <a:pt x="650989" y="758758"/>
                  <a:pt x="650285" y="756853"/>
                  <a:pt x="649136" y="755113"/>
                </a:cubicBezTo>
                <a:lnTo>
                  <a:pt x="625517" y="683400"/>
                </a:lnTo>
                <a:lnTo>
                  <a:pt x="689093" y="662462"/>
                </a:lnTo>
                <a:lnTo>
                  <a:pt x="712712" y="734175"/>
                </a:lnTo>
                <a:cubicBezTo>
                  <a:pt x="712822" y="736257"/>
                  <a:pt x="713387" y="738207"/>
                  <a:pt x="714409" y="740025"/>
                </a:cubicBezTo>
                <a:cubicBezTo>
                  <a:pt x="715430" y="741843"/>
                  <a:pt x="716801" y="743340"/>
                  <a:pt x="718522" y="744517"/>
                </a:cubicBezTo>
                <a:cubicBezTo>
                  <a:pt x="720243" y="745695"/>
                  <a:pt x="722136" y="746430"/>
                  <a:pt x="724200" y="746722"/>
                </a:cubicBezTo>
                <a:cubicBezTo>
                  <a:pt x="726265" y="747015"/>
                  <a:pt x="728287" y="746835"/>
                  <a:pt x="730268" y="746183"/>
                </a:cubicBezTo>
                <a:cubicBezTo>
                  <a:pt x="732248" y="745531"/>
                  <a:pt x="733981" y="744474"/>
                  <a:pt x="735468" y="743011"/>
                </a:cubicBezTo>
                <a:cubicBezTo>
                  <a:pt x="736954" y="741549"/>
                  <a:pt x="738040" y="739833"/>
                  <a:pt x="738725" y="737863"/>
                </a:cubicBezTo>
                <a:cubicBezTo>
                  <a:pt x="739409" y="735894"/>
                  <a:pt x="739622" y="733875"/>
                  <a:pt x="739363" y="731806"/>
                </a:cubicBezTo>
                <a:cubicBezTo>
                  <a:pt x="739104" y="729737"/>
                  <a:pt x="738400" y="727832"/>
                  <a:pt x="737252" y="726093"/>
                </a:cubicBezTo>
                <a:lnTo>
                  <a:pt x="713633" y="654379"/>
                </a:lnTo>
                <a:lnTo>
                  <a:pt x="796408" y="627118"/>
                </a:lnTo>
                <a:cubicBezTo>
                  <a:pt x="798094" y="626562"/>
                  <a:pt x="799610" y="625705"/>
                  <a:pt x="800955" y="624547"/>
                </a:cubicBezTo>
                <a:cubicBezTo>
                  <a:pt x="802300" y="623389"/>
                  <a:pt x="803373" y="622017"/>
                  <a:pt x="804172" y="620432"/>
                </a:cubicBezTo>
                <a:cubicBezTo>
                  <a:pt x="804972" y="618847"/>
                  <a:pt x="805438" y="617169"/>
                  <a:pt x="805570" y="615399"/>
                </a:cubicBezTo>
                <a:cubicBezTo>
                  <a:pt x="805702" y="613629"/>
                  <a:pt x="805491" y="611901"/>
                  <a:pt x="804935" y="610215"/>
                </a:cubicBezTo>
                <a:lnTo>
                  <a:pt x="777799" y="527821"/>
                </a:lnTo>
                <a:lnTo>
                  <a:pt x="849385" y="504244"/>
                </a:lnTo>
                <a:cubicBezTo>
                  <a:pt x="851566" y="504310"/>
                  <a:pt x="853640" y="503868"/>
                  <a:pt x="855606" y="502919"/>
                </a:cubicBezTo>
                <a:cubicBezTo>
                  <a:pt x="857572" y="501970"/>
                  <a:pt x="859207" y="500621"/>
                  <a:pt x="860513" y="498872"/>
                </a:cubicBezTo>
                <a:cubicBezTo>
                  <a:pt x="861819" y="497123"/>
                  <a:pt x="862648" y="495171"/>
                  <a:pt x="862999" y="493017"/>
                </a:cubicBezTo>
                <a:cubicBezTo>
                  <a:pt x="863350" y="490863"/>
                  <a:pt x="863184" y="488749"/>
                  <a:pt x="862501" y="486676"/>
                </a:cubicBezTo>
                <a:cubicBezTo>
                  <a:pt x="861818" y="484603"/>
                  <a:pt x="860696" y="482804"/>
                  <a:pt x="859133" y="481280"/>
                </a:cubicBezTo>
                <a:cubicBezTo>
                  <a:pt x="857571" y="479756"/>
                  <a:pt x="855744" y="478678"/>
                  <a:pt x="853655" y="478048"/>
                </a:cubicBezTo>
                <a:cubicBezTo>
                  <a:pt x="851565" y="477417"/>
                  <a:pt x="849448" y="477304"/>
                  <a:pt x="847303" y="477709"/>
                </a:cubicBezTo>
                <a:cubicBezTo>
                  <a:pt x="845158" y="478114"/>
                  <a:pt x="843228" y="478991"/>
                  <a:pt x="841512" y="480340"/>
                </a:cubicBezTo>
                <a:lnTo>
                  <a:pt x="769799" y="503958"/>
                </a:lnTo>
                <a:lnTo>
                  <a:pt x="748860" y="440383"/>
                </a:lnTo>
                <a:lnTo>
                  <a:pt x="820573" y="416764"/>
                </a:lnTo>
                <a:cubicBezTo>
                  <a:pt x="822259" y="416209"/>
                  <a:pt x="823775" y="415352"/>
                  <a:pt x="825120" y="414194"/>
                </a:cubicBezTo>
                <a:cubicBezTo>
                  <a:pt x="826465" y="413036"/>
                  <a:pt x="827538" y="411664"/>
                  <a:pt x="828337" y="410079"/>
                </a:cubicBezTo>
                <a:cubicBezTo>
                  <a:pt x="829137" y="408494"/>
                  <a:pt x="829603" y="406817"/>
                  <a:pt x="829735" y="405046"/>
                </a:cubicBezTo>
                <a:cubicBezTo>
                  <a:pt x="829867" y="403276"/>
                  <a:pt x="829656" y="401548"/>
                  <a:pt x="829101" y="399862"/>
                </a:cubicBezTo>
                <a:cubicBezTo>
                  <a:pt x="828545" y="398176"/>
                  <a:pt x="827688" y="396660"/>
                  <a:pt x="826530" y="395315"/>
                </a:cubicBezTo>
                <a:cubicBezTo>
                  <a:pt x="825372" y="393969"/>
                  <a:pt x="824000" y="392897"/>
                  <a:pt x="822415" y="392097"/>
                </a:cubicBezTo>
                <a:cubicBezTo>
                  <a:pt x="820830" y="391298"/>
                  <a:pt x="819153" y="390832"/>
                  <a:pt x="817382" y="390700"/>
                </a:cubicBezTo>
                <a:cubicBezTo>
                  <a:pt x="815612" y="390568"/>
                  <a:pt x="813884" y="390779"/>
                  <a:pt x="812198" y="391334"/>
                </a:cubicBezTo>
                <a:lnTo>
                  <a:pt x="740485" y="414953"/>
                </a:lnTo>
                <a:lnTo>
                  <a:pt x="719546" y="351378"/>
                </a:lnTo>
                <a:lnTo>
                  <a:pt x="791259" y="327759"/>
                </a:lnTo>
                <a:cubicBezTo>
                  <a:pt x="792945" y="327204"/>
                  <a:pt x="794461" y="326347"/>
                  <a:pt x="795806" y="325189"/>
                </a:cubicBezTo>
                <a:cubicBezTo>
                  <a:pt x="797151" y="324030"/>
                  <a:pt x="798224" y="322659"/>
                  <a:pt x="799023" y="321074"/>
                </a:cubicBezTo>
                <a:cubicBezTo>
                  <a:pt x="799823" y="319489"/>
                  <a:pt x="800289" y="317811"/>
                  <a:pt x="800421" y="316041"/>
                </a:cubicBezTo>
                <a:cubicBezTo>
                  <a:pt x="800553" y="314271"/>
                  <a:pt x="800342" y="312543"/>
                  <a:pt x="799787" y="310856"/>
                </a:cubicBezTo>
                <a:cubicBezTo>
                  <a:pt x="799231" y="309170"/>
                  <a:pt x="798374" y="307654"/>
                  <a:pt x="797216" y="306309"/>
                </a:cubicBezTo>
                <a:cubicBezTo>
                  <a:pt x="796058" y="304964"/>
                  <a:pt x="794686" y="303892"/>
                  <a:pt x="793101" y="303092"/>
                </a:cubicBezTo>
                <a:cubicBezTo>
                  <a:pt x="791516" y="302292"/>
                  <a:pt x="789839" y="301827"/>
                  <a:pt x="788068" y="301694"/>
                </a:cubicBezTo>
                <a:cubicBezTo>
                  <a:pt x="786298" y="301562"/>
                  <a:pt x="784570" y="301774"/>
                  <a:pt x="782884" y="302329"/>
                </a:cubicBezTo>
                <a:lnTo>
                  <a:pt x="711171" y="325948"/>
                </a:lnTo>
                <a:lnTo>
                  <a:pt x="690232" y="262372"/>
                </a:lnTo>
                <a:lnTo>
                  <a:pt x="761945" y="238754"/>
                </a:lnTo>
                <a:cubicBezTo>
                  <a:pt x="764027" y="238644"/>
                  <a:pt x="765977" y="238078"/>
                  <a:pt x="767795" y="237057"/>
                </a:cubicBezTo>
                <a:cubicBezTo>
                  <a:pt x="769613" y="236036"/>
                  <a:pt x="771111" y="234664"/>
                  <a:pt x="772288" y="232943"/>
                </a:cubicBezTo>
                <a:cubicBezTo>
                  <a:pt x="773465" y="231222"/>
                  <a:pt x="774200" y="229329"/>
                  <a:pt x="774493" y="227265"/>
                </a:cubicBezTo>
                <a:cubicBezTo>
                  <a:pt x="774786" y="225201"/>
                  <a:pt x="774606" y="223178"/>
                  <a:pt x="773954" y="221198"/>
                </a:cubicBezTo>
                <a:cubicBezTo>
                  <a:pt x="773301" y="219217"/>
                  <a:pt x="772244" y="217484"/>
                  <a:pt x="770782" y="215997"/>
                </a:cubicBezTo>
                <a:cubicBezTo>
                  <a:pt x="769320" y="214511"/>
                  <a:pt x="767604" y="213425"/>
                  <a:pt x="765634" y="212741"/>
                </a:cubicBezTo>
                <a:cubicBezTo>
                  <a:pt x="763665" y="212056"/>
                  <a:pt x="761645" y="211843"/>
                  <a:pt x="759576" y="212102"/>
                </a:cubicBezTo>
                <a:cubicBezTo>
                  <a:pt x="757507" y="212361"/>
                  <a:pt x="755603" y="213065"/>
                  <a:pt x="753863" y="214214"/>
                </a:cubicBezTo>
                <a:lnTo>
                  <a:pt x="682150" y="237832"/>
                </a:lnTo>
                <a:lnTo>
                  <a:pt x="661211" y="174257"/>
                </a:lnTo>
                <a:lnTo>
                  <a:pt x="732840" y="150384"/>
                </a:lnTo>
                <a:close/>
                <a:moveTo>
                  <a:pt x="776204" y="606428"/>
                </a:moveTo>
                <a:lnTo>
                  <a:pt x="256921" y="777455"/>
                </a:lnTo>
                <a:lnTo>
                  <a:pt x="85895" y="258172"/>
                </a:lnTo>
                <a:lnTo>
                  <a:pt x="605178" y="87145"/>
                </a:lnTo>
                <a:lnTo>
                  <a:pt x="776204" y="606428"/>
                </a:ln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16778381" y="4901467"/>
            <a:ext cx="961734" cy="961734"/>
          </a:xfrm>
          <a:custGeom>
            <a:avLst/>
            <a:gdLst/>
            <a:rect l="0" t="0" r="961734" b="961734"/>
            <a:pathLst>
              <a:path w="961734" h="961734" fill="norm" stroke="0">
                <a:moveTo>
                  <a:pt x="559198" y="328664"/>
                </a:moveTo>
                <a:lnTo>
                  <a:pt x="538580" y="349283"/>
                </a:lnTo>
                <a:cubicBezTo>
                  <a:pt x="519162" y="340001"/>
                  <a:pt x="495199" y="343397"/>
                  <a:pt x="479109" y="359488"/>
                </a:cubicBezTo>
                <a:lnTo>
                  <a:pt x="468973" y="369623"/>
                </a:lnTo>
                <a:lnTo>
                  <a:pt x="443652" y="344320"/>
                </a:lnTo>
                <a:lnTo>
                  <a:pt x="444071" y="343902"/>
                </a:lnTo>
                <a:cubicBezTo>
                  <a:pt x="464480" y="323492"/>
                  <a:pt x="464480" y="290422"/>
                  <a:pt x="444071" y="270012"/>
                </a:cubicBezTo>
                <a:lnTo>
                  <a:pt x="194469" y="20410"/>
                </a:lnTo>
                <a:cubicBezTo>
                  <a:pt x="174059" y="0"/>
                  <a:pt x="140988" y="0"/>
                  <a:pt x="120579" y="20410"/>
                </a:cubicBezTo>
                <a:lnTo>
                  <a:pt x="20410" y="120578"/>
                </a:lnTo>
                <a:cubicBezTo>
                  <a:pt x="0" y="140988"/>
                  <a:pt x="0" y="174058"/>
                  <a:pt x="20410" y="194468"/>
                </a:cubicBezTo>
                <a:cubicBezTo>
                  <a:pt x="76608" y="250665"/>
                  <a:pt x="213798" y="387874"/>
                  <a:pt x="270013" y="444070"/>
                </a:cubicBezTo>
                <a:cubicBezTo>
                  <a:pt x="290423" y="464480"/>
                  <a:pt x="323492" y="464480"/>
                  <a:pt x="343901" y="444070"/>
                </a:cubicBezTo>
                <a:lnTo>
                  <a:pt x="344320" y="443652"/>
                </a:lnTo>
                <a:lnTo>
                  <a:pt x="369624" y="468973"/>
                </a:lnTo>
                <a:lnTo>
                  <a:pt x="350259" y="488338"/>
                </a:lnTo>
                <a:cubicBezTo>
                  <a:pt x="343467" y="495129"/>
                  <a:pt x="343467" y="506170"/>
                  <a:pt x="350259" y="512962"/>
                </a:cubicBezTo>
                <a:cubicBezTo>
                  <a:pt x="357050" y="519771"/>
                  <a:pt x="368091" y="519771"/>
                  <a:pt x="374883" y="512962"/>
                </a:cubicBezTo>
                <a:lnTo>
                  <a:pt x="394247" y="493597"/>
                </a:lnTo>
                <a:lnTo>
                  <a:pt x="467911" y="567260"/>
                </a:lnTo>
                <a:lnTo>
                  <a:pt x="395275" y="639896"/>
                </a:lnTo>
                <a:lnTo>
                  <a:pt x="321611" y="566233"/>
                </a:lnTo>
                <a:cubicBezTo>
                  <a:pt x="321611" y="566233"/>
                  <a:pt x="334290" y="553555"/>
                  <a:pt x="334290" y="553555"/>
                </a:cubicBezTo>
                <a:cubicBezTo>
                  <a:pt x="341099" y="546764"/>
                  <a:pt x="341099" y="535723"/>
                  <a:pt x="334290" y="528931"/>
                </a:cubicBezTo>
                <a:cubicBezTo>
                  <a:pt x="327498" y="522139"/>
                  <a:pt x="316457" y="522139"/>
                  <a:pt x="309665" y="528931"/>
                </a:cubicBezTo>
                <a:lnTo>
                  <a:pt x="296988" y="541609"/>
                </a:lnTo>
                <a:lnTo>
                  <a:pt x="280826" y="525431"/>
                </a:lnTo>
                <a:cubicBezTo>
                  <a:pt x="271022" y="515644"/>
                  <a:pt x="257735" y="510123"/>
                  <a:pt x="243873" y="510123"/>
                </a:cubicBezTo>
                <a:cubicBezTo>
                  <a:pt x="230029" y="510123"/>
                  <a:pt x="216725" y="515626"/>
                  <a:pt x="206938" y="525431"/>
                </a:cubicBezTo>
                <a:lnTo>
                  <a:pt x="182313" y="550055"/>
                </a:lnTo>
                <a:cubicBezTo>
                  <a:pt x="172509" y="559859"/>
                  <a:pt x="167005" y="573146"/>
                  <a:pt x="167005" y="587008"/>
                </a:cubicBezTo>
                <a:cubicBezTo>
                  <a:pt x="167005" y="599878"/>
                  <a:pt x="171760" y="612260"/>
                  <a:pt x="180293" y="621820"/>
                </a:cubicBezTo>
                <a:cubicBezTo>
                  <a:pt x="142086" y="666262"/>
                  <a:pt x="144036" y="733447"/>
                  <a:pt x="186162" y="775573"/>
                </a:cubicBezTo>
                <a:cubicBezTo>
                  <a:pt x="228462" y="817873"/>
                  <a:pt x="296030" y="819666"/>
                  <a:pt x="340489" y="780954"/>
                </a:cubicBezTo>
                <a:cubicBezTo>
                  <a:pt x="349179" y="786962"/>
                  <a:pt x="359541" y="790253"/>
                  <a:pt x="370267" y="790253"/>
                </a:cubicBezTo>
                <a:cubicBezTo>
                  <a:pt x="384113" y="790253"/>
                  <a:pt x="397399" y="784750"/>
                  <a:pt x="407205" y="774963"/>
                </a:cubicBezTo>
                <a:lnTo>
                  <a:pt x="431828" y="750322"/>
                </a:lnTo>
                <a:cubicBezTo>
                  <a:pt x="441632" y="740535"/>
                  <a:pt x="447135" y="727247"/>
                  <a:pt x="447135" y="713386"/>
                </a:cubicBezTo>
                <a:cubicBezTo>
                  <a:pt x="447135" y="699524"/>
                  <a:pt x="441632" y="686236"/>
                  <a:pt x="431828" y="676449"/>
                </a:cubicBezTo>
                <a:lnTo>
                  <a:pt x="419900" y="664520"/>
                </a:lnTo>
                <a:lnTo>
                  <a:pt x="492536" y="591884"/>
                </a:lnTo>
                <a:lnTo>
                  <a:pt x="518082" y="617432"/>
                </a:lnTo>
                <a:lnTo>
                  <a:pt x="517665" y="617849"/>
                </a:lnTo>
                <a:cubicBezTo>
                  <a:pt x="497255" y="638242"/>
                  <a:pt x="497255" y="671330"/>
                  <a:pt x="517665" y="691722"/>
                </a:cubicBezTo>
                <a:cubicBezTo>
                  <a:pt x="573861" y="747936"/>
                  <a:pt x="711070" y="885127"/>
                  <a:pt x="767266" y="941341"/>
                </a:cubicBezTo>
                <a:cubicBezTo>
                  <a:pt x="787676" y="961734"/>
                  <a:pt x="820747" y="961734"/>
                  <a:pt x="841156" y="941341"/>
                </a:cubicBezTo>
                <a:lnTo>
                  <a:pt x="941324" y="841156"/>
                </a:lnTo>
                <a:cubicBezTo>
                  <a:pt x="961734" y="820746"/>
                  <a:pt x="961734" y="787676"/>
                  <a:pt x="941324" y="767266"/>
                </a:cubicBezTo>
                <a:lnTo>
                  <a:pt x="691722" y="517664"/>
                </a:lnTo>
                <a:cubicBezTo>
                  <a:pt x="671313" y="497254"/>
                  <a:pt x="638242" y="497254"/>
                  <a:pt x="617832" y="517664"/>
                </a:cubicBezTo>
                <a:lnTo>
                  <a:pt x="617415" y="518082"/>
                </a:lnTo>
                <a:lnTo>
                  <a:pt x="591885" y="492552"/>
                </a:lnTo>
                <a:lnTo>
                  <a:pt x="602021" y="482400"/>
                </a:lnTo>
                <a:cubicBezTo>
                  <a:pt x="618215" y="466222"/>
                  <a:pt x="621559" y="442050"/>
                  <a:pt x="612051" y="422563"/>
                </a:cubicBezTo>
                <a:lnTo>
                  <a:pt x="633036" y="401596"/>
                </a:lnTo>
                <a:lnTo>
                  <a:pt x="640541" y="406176"/>
                </a:lnTo>
                <a:cubicBezTo>
                  <a:pt x="730574" y="461154"/>
                  <a:pt x="846415" y="457514"/>
                  <a:pt x="933244" y="395553"/>
                </a:cubicBezTo>
                <a:cubicBezTo>
                  <a:pt x="933297" y="395518"/>
                  <a:pt x="933349" y="395501"/>
                  <a:pt x="933383" y="395466"/>
                </a:cubicBezTo>
                <a:cubicBezTo>
                  <a:pt x="945730" y="386463"/>
                  <a:pt x="953532" y="372532"/>
                  <a:pt x="954717" y="357294"/>
                </a:cubicBezTo>
                <a:cubicBezTo>
                  <a:pt x="955918" y="342056"/>
                  <a:pt x="950381" y="327080"/>
                  <a:pt x="939566" y="316265"/>
                </a:cubicBezTo>
                <a:cubicBezTo>
                  <a:pt x="909351" y="286068"/>
                  <a:pt x="857056" y="233755"/>
                  <a:pt x="803176" y="179927"/>
                </a:cubicBezTo>
                <a:lnTo>
                  <a:pt x="820015" y="163087"/>
                </a:lnTo>
                <a:cubicBezTo>
                  <a:pt x="841226" y="173936"/>
                  <a:pt x="867905" y="170471"/>
                  <a:pt x="885668" y="152726"/>
                </a:cubicBezTo>
                <a:cubicBezTo>
                  <a:pt x="907715" y="130661"/>
                  <a:pt x="907715" y="94874"/>
                  <a:pt x="885668" y="72810"/>
                </a:cubicBezTo>
                <a:cubicBezTo>
                  <a:pt x="863603" y="50764"/>
                  <a:pt x="827799" y="50764"/>
                  <a:pt x="805752" y="72810"/>
                </a:cubicBezTo>
                <a:cubicBezTo>
                  <a:pt x="788008" y="90573"/>
                  <a:pt x="784541" y="117235"/>
                  <a:pt x="795373" y="138463"/>
                </a:cubicBezTo>
                <a:lnTo>
                  <a:pt x="778534" y="155320"/>
                </a:lnTo>
                <a:cubicBezTo>
                  <a:pt x="724601" y="101457"/>
                  <a:pt x="672218" y="49196"/>
                  <a:pt x="641899" y="19104"/>
                </a:cubicBezTo>
                <a:cubicBezTo>
                  <a:pt x="631225" y="8429"/>
                  <a:pt x="616334" y="2926"/>
                  <a:pt x="601219" y="4110"/>
                </a:cubicBezTo>
                <a:cubicBezTo>
                  <a:pt x="586104" y="5277"/>
                  <a:pt x="572258" y="13009"/>
                  <a:pt x="563325" y="25269"/>
                </a:cubicBezTo>
                <a:cubicBezTo>
                  <a:pt x="563308" y="25286"/>
                  <a:pt x="563273" y="25321"/>
                  <a:pt x="563256" y="25356"/>
                </a:cubicBezTo>
                <a:cubicBezTo>
                  <a:pt x="498892" y="114866"/>
                  <a:pt x="497132" y="235601"/>
                  <a:pt x="557978" y="326818"/>
                </a:cubicBezTo>
                <a:lnTo>
                  <a:pt x="559198" y="328664"/>
                </a:lnTo>
                <a:lnTo>
                  <a:pt x="559198" y="328664"/>
                </a:lnTo>
                <a:close/>
                <a:moveTo>
                  <a:pt x="854304" y="878928"/>
                </a:moveTo>
                <a:lnTo>
                  <a:pt x="816532" y="916700"/>
                </a:lnTo>
                <a:cubicBezTo>
                  <a:pt x="809723" y="923509"/>
                  <a:pt x="798700" y="923509"/>
                  <a:pt x="791908" y="916700"/>
                </a:cubicBezTo>
                <a:lnTo>
                  <a:pt x="746474" y="871265"/>
                </a:lnTo>
                <a:lnTo>
                  <a:pt x="796558" y="821181"/>
                </a:lnTo>
                <a:lnTo>
                  <a:pt x="854304" y="878928"/>
                </a:lnTo>
                <a:close/>
                <a:moveTo>
                  <a:pt x="871266" y="746473"/>
                </a:moveTo>
                <a:lnTo>
                  <a:pt x="916701" y="791907"/>
                </a:lnTo>
                <a:cubicBezTo>
                  <a:pt x="923510" y="798699"/>
                  <a:pt x="923510" y="809722"/>
                  <a:pt x="916701" y="816532"/>
                </a:cubicBezTo>
                <a:lnTo>
                  <a:pt x="878928" y="854304"/>
                </a:lnTo>
                <a:lnTo>
                  <a:pt x="821181" y="796557"/>
                </a:lnTo>
                <a:lnTo>
                  <a:pt x="871266" y="746473"/>
                </a:lnTo>
                <a:lnTo>
                  <a:pt x="871266" y="746473"/>
                </a:lnTo>
                <a:close/>
                <a:moveTo>
                  <a:pt x="610570" y="735362"/>
                </a:moveTo>
                <a:lnTo>
                  <a:pt x="721832" y="846641"/>
                </a:lnTo>
                <a:lnTo>
                  <a:pt x="771933" y="796557"/>
                </a:lnTo>
                <a:lnTo>
                  <a:pt x="660654" y="685278"/>
                </a:lnTo>
                <a:lnTo>
                  <a:pt x="610570" y="735362"/>
                </a:lnTo>
                <a:close/>
                <a:moveTo>
                  <a:pt x="204969" y="646618"/>
                </a:moveTo>
                <a:cubicBezTo>
                  <a:pt x="180346" y="677372"/>
                  <a:pt x="182296" y="722441"/>
                  <a:pt x="210786" y="750948"/>
                </a:cubicBezTo>
                <a:cubicBezTo>
                  <a:pt x="239294" y="779438"/>
                  <a:pt x="284362" y="781389"/>
                  <a:pt x="315116" y="756765"/>
                </a:cubicBezTo>
                <a:lnTo>
                  <a:pt x="204969" y="646618"/>
                </a:lnTo>
                <a:close/>
                <a:moveTo>
                  <a:pt x="685279" y="660654"/>
                </a:moveTo>
                <a:lnTo>
                  <a:pt x="796558" y="771933"/>
                </a:lnTo>
                <a:lnTo>
                  <a:pt x="846641" y="721849"/>
                </a:lnTo>
                <a:lnTo>
                  <a:pt x="735363" y="610570"/>
                </a:lnTo>
                <a:lnTo>
                  <a:pt x="685279" y="660654"/>
                </a:lnTo>
                <a:close/>
                <a:moveTo>
                  <a:pt x="407205" y="701073"/>
                </a:moveTo>
                <a:lnTo>
                  <a:pt x="256186" y="550055"/>
                </a:lnTo>
                <a:cubicBezTo>
                  <a:pt x="252929" y="546798"/>
                  <a:pt x="248489" y="544952"/>
                  <a:pt x="243873" y="544952"/>
                </a:cubicBezTo>
                <a:cubicBezTo>
                  <a:pt x="239258" y="544952"/>
                  <a:pt x="234835" y="546798"/>
                  <a:pt x="231561" y="550055"/>
                </a:cubicBezTo>
                <a:cubicBezTo>
                  <a:pt x="231561" y="550055"/>
                  <a:pt x="206938" y="574696"/>
                  <a:pt x="206938" y="574696"/>
                </a:cubicBezTo>
                <a:cubicBezTo>
                  <a:pt x="203664" y="577953"/>
                  <a:pt x="201834" y="582376"/>
                  <a:pt x="201834" y="587008"/>
                </a:cubicBezTo>
                <a:cubicBezTo>
                  <a:pt x="201834" y="591623"/>
                  <a:pt x="203664" y="596047"/>
                  <a:pt x="206938" y="599320"/>
                </a:cubicBezTo>
                <a:lnTo>
                  <a:pt x="357938" y="750322"/>
                </a:lnTo>
                <a:cubicBezTo>
                  <a:pt x="361212" y="753595"/>
                  <a:pt x="365635" y="755424"/>
                  <a:pt x="370267" y="755424"/>
                </a:cubicBezTo>
                <a:cubicBezTo>
                  <a:pt x="374883" y="755424"/>
                  <a:pt x="379306" y="753595"/>
                  <a:pt x="382580" y="750322"/>
                </a:cubicBezTo>
                <a:lnTo>
                  <a:pt x="407205" y="725697"/>
                </a:lnTo>
                <a:cubicBezTo>
                  <a:pt x="410460" y="722441"/>
                  <a:pt x="412307" y="718000"/>
                  <a:pt x="412307" y="713385"/>
                </a:cubicBezTo>
                <a:cubicBezTo>
                  <a:pt x="412307" y="708770"/>
                  <a:pt x="410460" y="704330"/>
                  <a:pt x="407205" y="701073"/>
                </a:cubicBezTo>
                <a:lnTo>
                  <a:pt x="407205" y="701073"/>
                </a:lnTo>
                <a:close/>
                <a:moveTo>
                  <a:pt x="580061" y="604701"/>
                </a:moveTo>
                <a:lnTo>
                  <a:pt x="636031" y="660654"/>
                </a:lnTo>
                <a:lnTo>
                  <a:pt x="585929" y="710738"/>
                </a:lnTo>
                <a:lnTo>
                  <a:pt x="542288" y="667098"/>
                </a:lnTo>
                <a:cubicBezTo>
                  <a:pt x="535496" y="660288"/>
                  <a:pt x="535496" y="649265"/>
                  <a:pt x="542288" y="642474"/>
                </a:cubicBezTo>
                <a:lnTo>
                  <a:pt x="580061" y="604701"/>
                </a:lnTo>
                <a:close/>
                <a:moveTo>
                  <a:pt x="710740" y="585946"/>
                </a:moveTo>
                <a:lnTo>
                  <a:pt x="660654" y="636030"/>
                </a:lnTo>
                <a:lnTo>
                  <a:pt x="604684" y="580060"/>
                </a:lnTo>
                <a:lnTo>
                  <a:pt x="642474" y="542288"/>
                </a:lnTo>
                <a:cubicBezTo>
                  <a:pt x="649266" y="535496"/>
                  <a:pt x="660288" y="535496"/>
                  <a:pt x="667097" y="542288"/>
                </a:cubicBezTo>
                <a:lnTo>
                  <a:pt x="710740" y="585946"/>
                </a:lnTo>
                <a:close/>
                <a:moveTo>
                  <a:pt x="542706" y="592790"/>
                </a:moveTo>
                <a:lnTo>
                  <a:pt x="592790" y="542706"/>
                </a:lnTo>
                <a:lnTo>
                  <a:pt x="567260" y="517176"/>
                </a:lnTo>
                <a:lnTo>
                  <a:pt x="517176" y="567260"/>
                </a:lnTo>
                <a:lnTo>
                  <a:pt x="542706" y="592790"/>
                </a:lnTo>
                <a:close/>
                <a:moveTo>
                  <a:pt x="492536" y="542636"/>
                </a:moveTo>
                <a:lnTo>
                  <a:pt x="577396" y="457775"/>
                </a:lnTo>
                <a:cubicBezTo>
                  <a:pt x="584205" y="450984"/>
                  <a:pt x="584205" y="439943"/>
                  <a:pt x="577396" y="433151"/>
                </a:cubicBezTo>
                <a:cubicBezTo>
                  <a:pt x="562420" y="418174"/>
                  <a:pt x="543351" y="399106"/>
                  <a:pt x="528357" y="384112"/>
                </a:cubicBezTo>
                <a:cubicBezTo>
                  <a:pt x="521565" y="377320"/>
                  <a:pt x="510542" y="377320"/>
                  <a:pt x="503732" y="384112"/>
                </a:cubicBezTo>
                <a:lnTo>
                  <a:pt x="418889" y="468973"/>
                </a:lnTo>
                <a:lnTo>
                  <a:pt x="492536" y="542636"/>
                </a:lnTo>
                <a:lnTo>
                  <a:pt x="492536" y="542636"/>
                </a:lnTo>
                <a:close/>
                <a:moveTo>
                  <a:pt x="419029" y="368944"/>
                </a:moveTo>
                <a:lnTo>
                  <a:pt x="368945" y="419028"/>
                </a:lnTo>
                <a:lnTo>
                  <a:pt x="394247" y="444348"/>
                </a:lnTo>
                <a:lnTo>
                  <a:pt x="444350" y="394247"/>
                </a:lnTo>
                <a:lnTo>
                  <a:pt x="419029" y="368944"/>
                </a:lnTo>
                <a:close/>
                <a:moveTo>
                  <a:pt x="357050" y="381674"/>
                </a:moveTo>
                <a:lnTo>
                  <a:pt x="319261" y="419446"/>
                </a:lnTo>
                <a:cubicBezTo>
                  <a:pt x="312469" y="426255"/>
                  <a:pt x="301445" y="426238"/>
                  <a:pt x="294636" y="419446"/>
                </a:cubicBezTo>
                <a:lnTo>
                  <a:pt x="244413" y="369222"/>
                </a:lnTo>
                <a:lnTo>
                  <a:pt x="294497" y="319138"/>
                </a:lnTo>
                <a:lnTo>
                  <a:pt x="357050" y="381674"/>
                </a:lnTo>
                <a:lnTo>
                  <a:pt x="357050" y="381674"/>
                </a:lnTo>
                <a:close/>
                <a:moveTo>
                  <a:pt x="658374" y="376258"/>
                </a:moveTo>
                <a:lnTo>
                  <a:pt x="658704" y="376450"/>
                </a:lnTo>
                <a:cubicBezTo>
                  <a:pt x="736896" y="424200"/>
                  <a:pt x="837499" y="421048"/>
                  <a:pt x="912991" y="367220"/>
                </a:cubicBezTo>
                <a:cubicBezTo>
                  <a:pt x="917048" y="364225"/>
                  <a:pt x="919609" y="359610"/>
                  <a:pt x="919992" y="354577"/>
                </a:cubicBezTo>
                <a:cubicBezTo>
                  <a:pt x="920392" y="349509"/>
                  <a:pt x="918545" y="344511"/>
                  <a:pt x="914941" y="340906"/>
                </a:cubicBezTo>
                <a:cubicBezTo>
                  <a:pt x="849933" y="275898"/>
                  <a:pt x="682614" y="108579"/>
                  <a:pt x="617362" y="43815"/>
                </a:cubicBezTo>
                <a:cubicBezTo>
                  <a:pt x="617345" y="43815"/>
                  <a:pt x="617328" y="43798"/>
                  <a:pt x="617310" y="43780"/>
                </a:cubicBezTo>
                <a:cubicBezTo>
                  <a:pt x="613792" y="40245"/>
                  <a:pt x="608899" y="38452"/>
                  <a:pt x="603918" y="38834"/>
                </a:cubicBezTo>
                <a:cubicBezTo>
                  <a:pt x="598973" y="39218"/>
                  <a:pt x="594427" y="41743"/>
                  <a:pt x="591485" y="45748"/>
                </a:cubicBezTo>
                <a:cubicBezTo>
                  <a:pt x="536577" y="122180"/>
                  <a:pt x="534191" y="224804"/>
                  <a:pt x="584344" y="303500"/>
                </a:cubicBezTo>
                <a:lnTo>
                  <a:pt x="632949" y="254914"/>
                </a:lnTo>
                <a:cubicBezTo>
                  <a:pt x="639479" y="248383"/>
                  <a:pt x="648343" y="244709"/>
                  <a:pt x="657572" y="244709"/>
                </a:cubicBezTo>
                <a:cubicBezTo>
                  <a:pt x="666803" y="244709"/>
                  <a:pt x="675666" y="248383"/>
                  <a:pt x="682197" y="254914"/>
                </a:cubicBezTo>
                <a:lnTo>
                  <a:pt x="706334" y="279033"/>
                </a:lnTo>
                <a:cubicBezTo>
                  <a:pt x="712863" y="285563"/>
                  <a:pt x="716538" y="294427"/>
                  <a:pt x="716538" y="303657"/>
                </a:cubicBezTo>
                <a:cubicBezTo>
                  <a:pt x="716538" y="312904"/>
                  <a:pt x="712863" y="321751"/>
                  <a:pt x="706334" y="328299"/>
                </a:cubicBezTo>
                <a:lnTo>
                  <a:pt x="658374" y="376258"/>
                </a:lnTo>
                <a:lnTo>
                  <a:pt x="658374" y="376258"/>
                </a:lnTo>
                <a:close/>
                <a:moveTo>
                  <a:pt x="657572" y="279538"/>
                </a:moveTo>
                <a:cubicBezTo>
                  <a:pt x="657572" y="279538"/>
                  <a:pt x="681709" y="303657"/>
                  <a:pt x="681709" y="303657"/>
                </a:cubicBezTo>
                <a:cubicBezTo>
                  <a:pt x="681709" y="303657"/>
                  <a:pt x="590579" y="394787"/>
                  <a:pt x="590579" y="394787"/>
                </a:cubicBezTo>
                <a:cubicBezTo>
                  <a:pt x="590579" y="394787"/>
                  <a:pt x="566443" y="370668"/>
                  <a:pt x="566443" y="370668"/>
                </a:cubicBezTo>
                <a:lnTo>
                  <a:pt x="657572" y="279538"/>
                </a:lnTo>
                <a:lnTo>
                  <a:pt x="657572" y="279538"/>
                </a:lnTo>
                <a:close/>
                <a:moveTo>
                  <a:pt x="369222" y="244413"/>
                </a:moveTo>
                <a:lnTo>
                  <a:pt x="419446" y="294636"/>
                </a:lnTo>
                <a:cubicBezTo>
                  <a:pt x="426238" y="301445"/>
                  <a:pt x="426238" y="312469"/>
                  <a:pt x="419446" y="319260"/>
                </a:cubicBezTo>
                <a:lnTo>
                  <a:pt x="381674" y="357050"/>
                </a:lnTo>
                <a:lnTo>
                  <a:pt x="319122" y="294497"/>
                </a:lnTo>
                <a:lnTo>
                  <a:pt x="369222" y="244413"/>
                </a:lnTo>
                <a:lnTo>
                  <a:pt x="369222" y="244413"/>
                </a:lnTo>
                <a:close/>
                <a:moveTo>
                  <a:pt x="131254" y="256063"/>
                </a:moveTo>
                <a:lnTo>
                  <a:pt x="219790" y="344598"/>
                </a:lnTo>
                <a:lnTo>
                  <a:pt x="269873" y="294497"/>
                </a:lnTo>
                <a:lnTo>
                  <a:pt x="181355" y="205979"/>
                </a:lnTo>
                <a:lnTo>
                  <a:pt x="131254" y="256063"/>
                </a:lnTo>
                <a:lnTo>
                  <a:pt x="131254" y="256063"/>
                </a:lnTo>
                <a:close/>
                <a:moveTo>
                  <a:pt x="205980" y="181355"/>
                </a:moveTo>
                <a:lnTo>
                  <a:pt x="294497" y="269873"/>
                </a:lnTo>
                <a:lnTo>
                  <a:pt x="344582" y="219789"/>
                </a:lnTo>
                <a:lnTo>
                  <a:pt x="256063" y="131271"/>
                </a:lnTo>
                <a:lnTo>
                  <a:pt x="205980" y="181355"/>
                </a:lnTo>
                <a:lnTo>
                  <a:pt x="205980" y="181355"/>
                </a:lnTo>
                <a:close/>
                <a:moveTo>
                  <a:pt x="82806" y="107430"/>
                </a:moveTo>
                <a:lnTo>
                  <a:pt x="156713" y="181355"/>
                </a:lnTo>
                <a:lnTo>
                  <a:pt x="106629" y="231439"/>
                </a:lnTo>
                <a:lnTo>
                  <a:pt x="45034" y="169844"/>
                </a:lnTo>
                <a:cubicBezTo>
                  <a:pt x="38226" y="163035"/>
                  <a:pt x="38226" y="152011"/>
                  <a:pt x="45034" y="145202"/>
                </a:cubicBezTo>
                <a:lnTo>
                  <a:pt x="82806" y="107430"/>
                </a:lnTo>
                <a:lnTo>
                  <a:pt x="82806" y="107430"/>
                </a:lnTo>
                <a:close/>
                <a:moveTo>
                  <a:pt x="231439" y="106629"/>
                </a:moveTo>
                <a:lnTo>
                  <a:pt x="181355" y="156731"/>
                </a:lnTo>
                <a:lnTo>
                  <a:pt x="107431" y="82806"/>
                </a:lnTo>
                <a:lnTo>
                  <a:pt x="145202" y="45034"/>
                </a:lnTo>
                <a:cubicBezTo>
                  <a:pt x="152012" y="38225"/>
                  <a:pt x="163035" y="38225"/>
                  <a:pt x="169827" y="45034"/>
                </a:cubicBezTo>
                <a:lnTo>
                  <a:pt x="231439" y="106629"/>
                </a:lnTo>
                <a:close/>
                <a:moveTo>
                  <a:pt x="861027" y="97452"/>
                </a:moveTo>
                <a:cubicBezTo>
                  <a:pt x="869490" y="105898"/>
                  <a:pt x="869490" y="119638"/>
                  <a:pt x="861027" y="128084"/>
                </a:cubicBezTo>
                <a:cubicBezTo>
                  <a:pt x="852581" y="136547"/>
                  <a:pt x="838840" y="136547"/>
                  <a:pt x="830394" y="128084"/>
                </a:cubicBezTo>
                <a:cubicBezTo>
                  <a:pt x="821930" y="119638"/>
                  <a:pt x="821930" y="105898"/>
                  <a:pt x="830394" y="97452"/>
                </a:cubicBezTo>
                <a:cubicBezTo>
                  <a:pt x="838840" y="88988"/>
                  <a:pt x="852581" y="88988"/>
                  <a:pt x="861027" y="97452"/>
                </a:cubicBezTo>
                <a:close/>
              </a:path>
            </a:pathLst>
          </a:custGeom>
          <a:solidFill>
            <a:srgbClr val="C4C7FF"/>
          </a:solidFill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-1177077" y="5862504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14037886" y="-1002692"/>
            <a:ext cx="5427166" cy="5427166"/>
          </a:xfrm>
          <a:prstGeom prst="rect">
            <a:avLst/>
          </a:prstGeom>
          <a:noFill/>
        </p:spPr>
        <p:txBody>
          <a:bodyPr/>
          <a:lstStyle/>
          <a:p/>
        </p:txBody>
      </p:sp>
      <p:pic>
        <p:nvPicPr>
          <p:cNvPr id="29" name="Imag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091" y="222845"/>
            <a:ext cx="13439775" cy="9353549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3207936" y="9127146"/>
            <a:ext cx="698473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12"/>
                <a:cs typeface="Space Mono 12"/>
              </a:rPr>
              <a:t>16</a:t>
            </a:r>
          </a:p>
        </p:txBody>
      </p:sp>
      <p:sp>
        <p:nvSpPr>
          <p:cNvPr id="31" name="Shape 31"/>
          <p:cNvSpPr/>
          <p:nvPr/>
        </p:nvSpPr>
        <p:spPr>
          <a:xfrm>
            <a:off x="14037887" y="-1002693"/>
            <a:ext cx="5427188" cy="542718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2" name="Shape 32"/>
          <p:cNvSpPr/>
          <p:nvPr/>
        </p:nvSpPr>
        <p:spPr>
          <a:xfrm>
            <a:off x="632448" y="566362"/>
            <a:ext cx="1843838" cy="184383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632448" y="3613761"/>
            <a:ext cx="992322" cy="99232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4" name="Shape 34"/>
          <p:cNvSpPr/>
          <p:nvPr/>
        </p:nvSpPr>
        <p:spPr>
          <a:xfrm>
            <a:off x="16778607" y="4901119"/>
            <a:ext cx="961386" cy="96138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5" name="Shape 35"/>
          <p:cNvSpPr/>
          <p:nvPr/>
        </p:nvSpPr>
        <p:spPr>
          <a:xfrm>
            <a:off x="-1177077" y="5862504"/>
            <a:ext cx="5427188" cy="542718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  <p:sp>
        <p:nvSpPr>
          <p:cNvPr id="36" name="Shape 36"/>
          <p:cNvSpPr/>
          <p:nvPr/>
        </p:nvSpPr>
        <p:spPr>
          <a:xfrm>
            <a:off x="16277422" y="8045959"/>
            <a:ext cx="1963755" cy="208204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63956" y="4780609"/>
            <a:ext cx="18204332" cy="15571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8758" spc="1051" b="1" dirty="0">
                <a:solidFill>
                  <a:srgbClr val="000000"/>
                </a:solidFill>
                <a:latin typeface="Tomorrow 2"/>
                <a:cs typeface="Tomorrow 2"/>
              </a:rPr>
              <a:t>INTEGRATION OF THE SYSTEM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08015" y="9115712"/>
            <a:ext cx="698336" cy="783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FEFEFE"/>
                </a:solidFill>
                <a:latin typeface="Space Mono 11"/>
                <a:cs typeface="Space Mono 11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46288" y="907024"/>
            <a:ext cx="2195160" cy="92451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200" spc="175" dirty="0">
                <a:solidFill>
                  <a:srgbClr val="000000"/>
                </a:solidFill>
                <a:latin typeface="Bree Serif 6"/>
                <a:cs typeface="Bree Serif 6"/>
              </a:rPr>
              <a:t>STATIC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07936" y="9127146"/>
            <a:ext cx="698473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"/>
                <a:cs typeface="Space Mono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822600" y="981287"/>
            <a:ext cx="2296380" cy="8534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800" spc="168" dirty="0">
                <a:solidFill>
                  <a:srgbClr val="000000"/>
                </a:solidFill>
                <a:latin typeface="Bree Serif 5"/>
                <a:cs typeface="Bree Serif 5"/>
              </a:rPr>
              <a:t>MOBILE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07936" y="9127146"/>
            <a:ext cx="698473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13"/>
                <a:cs typeface="Space Mono 13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963175" y="4079291"/>
            <a:ext cx="11174495" cy="21437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57" spc="1447" b="1" dirty="0">
                <a:solidFill>
                  <a:srgbClr val="000000"/>
                </a:solidFill>
                <a:latin typeface="Tomorrow 3"/>
                <a:cs typeface="Tomorrow 3"/>
              </a:rPr>
              <a:t>CONCLUSION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48908" y="8452846"/>
            <a:ext cx="698336" cy="7831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FEFEFE"/>
                </a:solidFill>
                <a:latin typeface="Space Mono 2"/>
                <a:cs typeface="Space Mono 2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207936" y="9127146"/>
            <a:ext cx="698473" cy="7832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405" b="1" dirty="0">
                <a:solidFill>
                  <a:srgbClr val="191E6B"/>
                </a:solidFill>
                <a:latin typeface="Space Mono 14"/>
                <a:cs typeface="Space Mono 14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