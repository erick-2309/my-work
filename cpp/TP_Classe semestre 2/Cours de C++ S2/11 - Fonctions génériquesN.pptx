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62" r:id="rId1"/>
    <p:sldMasterId id="2147483773" r:id="rId2"/>
  </p:sldMasterIdLst>
  <p:notesMasterIdLst>
    <p:notesMasterId r:id="rId21"/>
  </p:notesMasterIdLst>
  <p:handoutMasterIdLst>
    <p:handoutMasterId r:id="rId22"/>
  </p:handoutMasterIdLst>
  <p:sldIdLst>
    <p:sldId id="256" r:id="rId3"/>
    <p:sldId id="258" r:id="rId4"/>
    <p:sldId id="257" r:id="rId5"/>
    <p:sldId id="259" r:id="rId6"/>
    <p:sldId id="260" r:id="rId7"/>
    <p:sldId id="261" r:id="rId8"/>
    <p:sldId id="262" r:id="rId9"/>
    <p:sldId id="263" r:id="rId10"/>
    <p:sldId id="264" r:id="rId11"/>
    <p:sldId id="265" r:id="rId12"/>
    <p:sldId id="267" r:id="rId13"/>
    <p:sldId id="274" r:id="rId14"/>
    <p:sldId id="275" r:id="rId15"/>
    <p:sldId id="266" r:id="rId16"/>
    <p:sldId id="269" r:id="rId17"/>
    <p:sldId id="272" r:id="rId18"/>
    <p:sldId id="273" r:id="rId19"/>
    <p:sldId id="270" r:id="rId20"/>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156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86" d="100"/>
          <a:sy n="86" d="100"/>
        </p:scale>
        <p:origin x="42" y="60"/>
      </p:cViewPr>
      <p:guideLst>
        <p:guide orient="horz" pos="2160"/>
        <p:guide pos="384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75" d="100"/>
          <a:sy n="75" d="100"/>
        </p:scale>
        <p:origin x="-3234" y="-8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5.xml"/><Relationship Id="rId1"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3" name="Rectangle 5"/>
          <p:cNvSpPr>
            <a:spLocks noGrp="1" noChangeArrowheads="1"/>
          </p:cNvSpPr>
          <p:nvPr>
            <p:ph type="sldNum" sz="quarter" idx="3"/>
          </p:nvPr>
        </p:nvSpPr>
        <p:spPr bwMode="auto">
          <a:xfrm>
            <a:off x="3853075" y="9429990"/>
            <a:ext cx="2944600" cy="496649"/>
          </a:xfrm>
          <a:prstGeom prst="rect">
            <a:avLst/>
          </a:prstGeom>
          <a:noFill/>
          <a:ln w="9525">
            <a:noFill/>
            <a:miter lim="800000"/>
            <a:headEnd/>
            <a:tailEnd/>
          </a:ln>
          <a:effectLst/>
        </p:spPr>
        <p:txBody>
          <a:bodyPr vert="horz" wrap="square" lIns="95559" tIns="47779" rIns="95559" bIns="47779" numCol="1" anchor="b" anchorCtr="0" compatLnSpc="1">
            <a:prstTxWarp prst="textNoShape">
              <a:avLst/>
            </a:prstTxWarp>
          </a:bodyPr>
          <a:lstStyle>
            <a:lvl1pPr algn="r" defTabSz="954088">
              <a:defRPr sz="1300">
                <a:latin typeface="Calibri" panose="020F0502020204030204" pitchFamily="34" charset="0"/>
              </a:defRPr>
            </a:lvl1pPr>
          </a:lstStyle>
          <a:p>
            <a:fld id="{1E3932EA-4C18-4E43-A7BE-DFC050873A3E}" type="slidenum">
              <a:rPr lang="fr-FR" altLang="fr-FR"/>
              <a:pPr/>
              <a:t>‹N°›</a:t>
            </a:fld>
            <a:endParaRPr lang="fr-FR" altLang="fr-FR"/>
          </a:p>
        </p:txBody>
      </p:sp>
      <p:sp>
        <p:nvSpPr>
          <p:cNvPr id="6" name="Espace réservé de l'en-tête 1"/>
          <p:cNvSpPr>
            <a:spLocks noGrp="1"/>
          </p:cNvSpPr>
          <p:nvPr>
            <p:ph type="hdr" sz="quarter"/>
          </p:nvPr>
        </p:nvSpPr>
        <p:spPr>
          <a:xfrm>
            <a:off x="0" y="0"/>
            <a:ext cx="2850895" cy="444287"/>
          </a:xfrm>
          <a:prstGeom prst="rect">
            <a:avLst/>
          </a:prstGeom>
        </p:spPr>
        <p:txBody>
          <a:bodyPr vert="horz" lIns="88349" tIns="44175" rIns="88349" bIns="44175" rtlCol="0"/>
          <a:lstStyle>
            <a:lvl1pPr algn="l">
              <a:defRPr sz="1200">
                <a:latin typeface="+mn-lt"/>
              </a:defRPr>
            </a:lvl1pPr>
          </a:lstStyle>
          <a:p>
            <a:pPr>
              <a:defRPr/>
            </a:pPr>
            <a:endParaRPr lang="fr-FR"/>
          </a:p>
        </p:txBody>
      </p:sp>
      <p:sp>
        <p:nvSpPr>
          <p:cNvPr id="7" name="Espace réservé de la date 2"/>
          <p:cNvSpPr>
            <a:spLocks noGrp="1"/>
          </p:cNvSpPr>
          <p:nvPr>
            <p:ph type="dt" sz="quarter" idx="1"/>
          </p:nvPr>
        </p:nvSpPr>
        <p:spPr>
          <a:xfrm>
            <a:off x="3726016" y="0"/>
            <a:ext cx="2850895" cy="444287"/>
          </a:xfrm>
          <a:prstGeom prst="rect">
            <a:avLst/>
          </a:prstGeom>
        </p:spPr>
        <p:txBody>
          <a:bodyPr vert="horz" lIns="88349" tIns="44175" rIns="88349" bIns="44175" rtlCol="0"/>
          <a:lstStyle>
            <a:lvl1pPr algn="r">
              <a:defRPr sz="1200">
                <a:latin typeface="+mn-lt"/>
              </a:defRPr>
            </a:lvl1pPr>
          </a:lstStyle>
          <a:p>
            <a:pPr>
              <a:defRPr/>
            </a:pPr>
            <a:r>
              <a:rPr lang="fr-FR"/>
              <a:t>CL </a:t>
            </a:r>
            <a:fld id="{ABF8E129-A05C-46D8-93CF-0F6B8244E020}" type="datetimeFigureOut">
              <a:rPr lang="fr-FR"/>
              <a:pPr>
                <a:defRPr/>
              </a:pPr>
              <a:t>17/01/2022</a:t>
            </a:fld>
            <a:endParaRPr lang="fr-FR"/>
          </a:p>
        </p:txBody>
      </p:sp>
      <p:sp>
        <p:nvSpPr>
          <p:cNvPr id="8" name="Espace réservé du pied de page 3"/>
          <p:cNvSpPr>
            <a:spLocks noGrp="1"/>
          </p:cNvSpPr>
          <p:nvPr>
            <p:ph type="ftr" sz="quarter" idx="2"/>
          </p:nvPr>
        </p:nvSpPr>
        <p:spPr>
          <a:xfrm>
            <a:off x="0" y="9444269"/>
            <a:ext cx="2850895" cy="444287"/>
          </a:xfrm>
          <a:prstGeom prst="rect">
            <a:avLst/>
          </a:prstGeom>
        </p:spPr>
        <p:txBody>
          <a:bodyPr vert="horz" lIns="88349" tIns="44175" rIns="88349" bIns="44175" rtlCol="0" anchor="b"/>
          <a:lstStyle>
            <a:lvl1pPr algn="l">
              <a:defRPr sz="1200">
                <a:latin typeface="+mn-lt"/>
              </a:defRPr>
            </a:lvl1pPr>
          </a:lstStyle>
          <a:p>
            <a:pPr>
              <a:defRPr/>
            </a:pPr>
            <a:endParaRPr 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1" y="0"/>
            <a:ext cx="2944600" cy="496650"/>
          </a:xfrm>
          <a:prstGeom prst="rect">
            <a:avLst/>
          </a:prstGeom>
          <a:noFill/>
          <a:ln w="9525">
            <a:noFill/>
            <a:miter lim="800000"/>
            <a:headEnd/>
            <a:tailEnd/>
          </a:ln>
          <a:effectLst/>
        </p:spPr>
        <p:txBody>
          <a:bodyPr vert="horz" wrap="square" lIns="95559" tIns="47779" rIns="95559" bIns="47779" numCol="1" anchor="t" anchorCtr="0" compatLnSpc="1">
            <a:prstTxWarp prst="textNoShape">
              <a:avLst/>
            </a:prstTxWarp>
          </a:bodyPr>
          <a:lstStyle>
            <a:lvl1pPr defTabSz="955584">
              <a:defRPr sz="1300"/>
            </a:lvl1pPr>
          </a:lstStyle>
          <a:p>
            <a:pPr>
              <a:defRPr/>
            </a:pPr>
            <a:r>
              <a:rPr lang="fr-FR"/>
              <a:t>Méthodologie Objet : Généricité</a:t>
            </a:r>
          </a:p>
        </p:txBody>
      </p:sp>
      <p:sp>
        <p:nvSpPr>
          <p:cNvPr id="15363" name="Rectangle 3"/>
          <p:cNvSpPr>
            <a:spLocks noGrp="1" noChangeArrowheads="1"/>
          </p:cNvSpPr>
          <p:nvPr>
            <p:ph type="dt" idx="1"/>
          </p:nvPr>
        </p:nvSpPr>
        <p:spPr bwMode="auto">
          <a:xfrm>
            <a:off x="3853075" y="0"/>
            <a:ext cx="2944600" cy="496650"/>
          </a:xfrm>
          <a:prstGeom prst="rect">
            <a:avLst/>
          </a:prstGeom>
          <a:noFill/>
          <a:ln w="9525">
            <a:noFill/>
            <a:miter lim="800000"/>
            <a:headEnd/>
            <a:tailEnd/>
          </a:ln>
          <a:effectLst/>
        </p:spPr>
        <p:txBody>
          <a:bodyPr vert="horz" wrap="square" lIns="95559" tIns="47779" rIns="95559" bIns="47779" numCol="1" anchor="t" anchorCtr="0" compatLnSpc="1">
            <a:prstTxWarp prst="textNoShape">
              <a:avLst/>
            </a:prstTxWarp>
          </a:bodyPr>
          <a:lstStyle>
            <a:lvl1pPr algn="r" defTabSz="955584">
              <a:defRPr sz="1300"/>
            </a:lvl1pPr>
          </a:lstStyle>
          <a:p>
            <a:pPr>
              <a:defRPr/>
            </a:pPr>
            <a:endParaRPr lang="fr-FR"/>
          </a:p>
        </p:txBody>
      </p:sp>
      <p:sp>
        <p:nvSpPr>
          <p:cNvPr id="22532" name="Rectangle 4"/>
          <p:cNvSpPr>
            <a:spLocks noGrp="1" noRot="1" noChangeAspect="1" noChangeArrowheads="1" noTextEdit="1"/>
          </p:cNvSpPr>
          <p:nvPr>
            <p:ph type="sldImg" idx="2"/>
          </p:nvPr>
        </p:nvSpPr>
        <p:spPr bwMode="auto">
          <a:xfrm>
            <a:off x="90488" y="744538"/>
            <a:ext cx="6616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p:cNvSpPr>
            <a:spLocks noGrp="1" noChangeArrowheads="1"/>
          </p:cNvSpPr>
          <p:nvPr>
            <p:ph type="body" sz="quarter" idx="3"/>
          </p:nvPr>
        </p:nvSpPr>
        <p:spPr bwMode="auto">
          <a:xfrm>
            <a:off x="905298" y="4715788"/>
            <a:ext cx="4987079" cy="4466670"/>
          </a:xfrm>
          <a:prstGeom prst="rect">
            <a:avLst/>
          </a:prstGeom>
          <a:noFill/>
          <a:ln w="9525">
            <a:noFill/>
            <a:miter lim="800000"/>
            <a:headEnd/>
            <a:tailEnd/>
          </a:ln>
          <a:effectLst/>
        </p:spPr>
        <p:txBody>
          <a:bodyPr vert="horz" wrap="square" lIns="95559" tIns="47779" rIns="95559" bIns="47779"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5366" name="Rectangle 6"/>
          <p:cNvSpPr>
            <a:spLocks noGrp="1" noChangeArrowheads="1"/>
          </p:cNvSpPr>
          <p:nvPr>
            <p:ph type="ftr" sz="quarter" idx="4"/>
          </p:nvPr>
        </p:nvSpPr>
        <p:spPr bwMode="auto">
          <a:xfrm>
            <a:off x="1" y="9429990"/>
            <a:ext cx="2944600" cy="496649"/>
          </a:xfrm>
          <a:prstGeom prst="rect">
            <a:avLst/>
          </a:prstGeom>
          <a:noFill/>
          <a:ln w="9525">
            <a:noFill/>
            <a:miter lim="800000"/>
            <a:headEnd/>
            <a:tailEnd/>
          </a:ln>
          <a:effectLst/>
        </p:spPr>
        <p:txBody>
          <a:bodyPr vert="horz" wrap="square" lIns="95559" tIns="47779" rIns="95559" bIns="47779" numCol="1" anchor="b" anchorCtr="0" compatLnSpc="1">
            <a:prstTxWarp prst="textNoShape">
              <a:avLst/>
            </a:prstTxWarp>
          </a:bodyPr>
          <a:lstStyle>
            <a:lvl1pPr defTabSz="955584">
              <a:defRPr sz="1300"/>
            </a:lvl1pPr>
          </a:lstStyle>
          <a:p>
            <a:pPr>
              <a:defRPr/>
            </a:pPr>
            <a:r>
              <a:rPr lang="fr-FR"/>
              <a:t>CL 12/03</a:t>
            </a:r>
          </a:p>
        </p:txBody>
      </p:sp>
      <p:sp>
        <p:nvSpPr>
          <p:cNvPr id="15367" name="Rectangle 7"/>
          <p:cNvSpPr>
            <a:spLocks noGrp="1" noChangeArrowheads="1"/>
          </p:cNvSpPr>
          <p:nvPr>
            <p:ph type="sldNum" sz="quarter" idx="5"/>
          </p:nvPr>
        </p:nvSpPr>
        <p:spPr bwMode="auto">
          <a:xfrm>
            <a:off x="3853075" y="9429990"/>
            <a:ext cx="2944600" cy="496649"/>
          </a:xfrm>
          <a:prstGeom prst="rect">
            <a:avLst/>
          </a:prstGeom>
          <a:noFill/>
          <a:ln w="9525">
            <a:noFill/>
            <a:miter lim="800000"/>
            <a:headEnd/>
            <a:tailEnd/>
          </a:ln>
          <a:effectLst/>
        </p:spPr>
        <p:txBody>
          <a:bodyPr vert="horz" wrap="square" lIns="95559" tIns="47779" rIns="95559" bIns="47779" numCol="1" anchor="b" anchorCtr="0" compatLnSpc="1">
            <a:prstTxWarp prst="textNoShape">
              <a:avLst/>
            </a:prstTxWarp>
          </a:bodyPr>
          <a:lstStyle>
            <a:lvl1pPr algn="r" defTabSz="954088">
              <a:defRPr sz="1300"/>
            </a:lvl1pPr>
          </a:lstStyle>
          <a:p>
            <a:fld id="{376AA5D6-7EE5-4915-B27D-23C4297E5889}" type="slidenum">
              <a:rPr lang="fr-FR" altLang="fr-FR"/>
              <a:pPr/>
              <a:t>‹N°›</a:t>
            </a:fld>
            <a:endParaRPr lang="fr-FR" altLang="fr-FR"/>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Times New Roman" panose="02020603050405020304" pitchFamily="18" charset="0"/>
              </a:defRPr>
            </a:lvl1pPr>
            <a:lvl2pPr marL="742950" indent="-285750" defTabSz="954088">
              <a:defRPr sz="2000">
                <a:solidFill>
                  <a:schemeClr val="tx1"/>
                </a:solidFill>
                <a:latin typeface="Times New Roman" panose="02020603050405020304" pitchFamily="18" charset="0"/>
              </a:defRPr>
            </a:lvl2pPr>
            <a:lvl3pPr marL="1143000" indent="-228600" defTabSz="954088">
              <a:defRPr sz="2000">
                <a:solidFill>
                  <a:schemeClr val="tx1"/>
                </a:solidFill>
                <a:latin typeface="Times New Roman" panose="02020603050405020304" pitchFamily="18" charset="0"/>
              </a:defRPr>
            </a:lvl3pPr>
            <a:lvl4pPr marL="1600200" indent="-228600" defTabSz="954088">
              <a:defRPr sz="2000">
                <a:solidFill>
                  <a:schemeClr val="tx1"/>
                </a:solidFill>
                <a:latin typeface="Times New Roman" panose="02020603050405020304" pitchFamily="18" charset="0"/>
              </a:defRPr>
            </a:lvl4pPr>
            <a:lvl5pPr marL="2057400" indent="-228600" defTabSz="954088">
              <a:defRPr sz="2000">
                <a:solidFill>
                  <a:schemeClr val="tx1"/>
                </a:solidFill>
                <a:latin typeface="Times New Roman" panose="02020603050405020304" pitchFamily="18" charset="0"/>
              </a:defRPr>
            </a:lvl5pPr>
            <a:lvl6pPr marL="2514600" indent="-228600" defTabSz="954088"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defTabSz="954088"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defTabSz="954088"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defTabSz="954088" eaLnBrk="0" fontAlgn="base" hangingPunct="0">
              <a:spcBef>
                <a:spcPct val="0"/>
              </a:spcBef>
              <a:spcAft>
                <a:spcPct val="0"/>
              </a:spcAft>
              <a:defRPr sz="2000">
                <a:solidFill>
                  <a:schemeClr val="tx1"/>
                </a:solidFill>
                <a:latin typeface="Times New Roman" panose="02020603050405020304" pitchFamily="18" charset="0"/>
              </a:defRPr>
            </a:lvl9pPr>
          </a:lstStyle>
          <a:p>
            <a:r>
              <a:rPr lang="fr-FR" altLang="fr-FR" sz="1300"/>
              <a:t>Méthodologie Objet : Généricité</a:t>
            </a:r>
          </a:p>
        </p:txBody>
      </p:sp>
      <p:sp>
        <p:nvSpPr>
          <p:cNvPr id="2355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sz="2000">
                <a:solidFill>
                  <a:schemeClr val="tx1"/>
                </a:solidFill>
                <a:latin typeface="Times New Roman" panose="02020603050405020304" pitchFamily="18" charset="0"/>
              </a:defRPr>
            </a:lvl1pPr>
            <a:lvl2pPr marL="742950" indent="-285750" defTabSz="954088">
              <a:defRPr sz="2000">
                <a:solidFill>
                  <a:schemeClr val="tx1"/>
                </a:solidFill>
                <a:latin typeface="Times New Roman" panose="02020603050405020304" pitchFamily="18" charset="0"/>
              </a:defRPr>
            </a:lvl2pPr>
            <a:lvl3pPr marL="1143000" indent="-228600" defTabSz="954088">
              <a:defRPr sz="2000">
                <a:solidFill>
                  <a:schemeClr val="tx1"/>
                </a:solidFill>
                <a:latin typeface="Times New Roman" panose="02020603050405020304" pitchFamily="18" charset="0"/>
              </a:defRPr>
            </a:lvl3pPr>
            <a:lvl4pPr marL="1600200" indent="-228600" defTabSz="954088">
              <a:defRPr sz="2000">
                <a:solidFill>
                  <a:schemeClr val="tx1"/>
                </a:solidFill>
                <a:latin typeface="Times New Roman" panose="02020603050405020304" pitchFamily="18" charset="0"/>
              </a:defRPr>
            </a:lvl4pPr>
            <a:lvl5pPr marL="2057400" indent="-228600" defTabSz="954088">
              <a:defRPr sz="2000">
                <a:solidFill>
                  <a:schemeClr val="tx1"/>
                </a:solidFill>
                <a:latin typeface="Times New Roman" panose="02020603050405020304" pitchFamily="18" charset="0"/>
              </a:defRPr>
            </a:lvl5pPr>
            <a:lvl6pPr marL="2514600" indent="-228600" defTabSz="954088"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defTabSz="954088"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defTabSz="954088"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defTabSz="954088" eaLnBrk="0" fontAlgn="base" hangingPunct="0">
              <a:spcBef>
                <a:spcPct val="0"/>
              </a:spcBef>
              <a:spcAft>
                <a:spcPct val="0"/>
              </a:spcAft>
              <a:defRPr sz="2000">
                <a:solidFill>
                  <a:schemeClr val="tx1"/>
                </a:solidFill>
                <a:latin typeface="Times New Roman" panose="02020603050405020304" pitchFamily="18" charset="0"/>
              </a:defRPr>
            </a:lvl9pPr>
          </a:lstStyle>
          <a:p>
            <a:r>
              <a:rPr lang="fr-FR" altLang="fr-FR" sz="1300"/>
              <a:t>CL 12/03</a:t>
            </a:r>
          </a:p>
        </p:txBody>
      </p:sp>
      <p:sp>
        <p:nvSpPr>
          <p:cNvPr id="23556" name="Rectangle 2"/>
          <p:cNvSpPr>
            <a:spLocks noGrp="1" noRot="1" noChangeAspect="1" noChangeArrowheads="1" noTextEdit="1"/>
          </p:cNvSpPr>
          <p:nvPr>
            <p:ph type="sldImg"/>
          </p:nvPr>
        </p:nvSpPr>
        <p:spPr>
          <a:xfrm>
            <a:off x="90488" y="744538"/>
            <a:ext cx="6616700" cy="3722687"/>
          </a:xfrm>
          <a:ln/>
        </p:spPr>
      </p:sp>
      <p:sp>
        <p:nvSpPr>
          <p:cNvPr id="235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jpe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9.jpeg"/><Relationship Id="rId11" Type="http://schemas.openxmlformats.org/officeDocument/2006/relationships/image" Target="../media/image3.jpe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jpe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9.jpeg"/><Relationship Id="rId11" Type="http://schemas.openxmlformats.org/officeDocument/2006/relationships/image" Target="../media/image3.jpe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4" name="Groupe 3"/>
          <p:cNvGrpSpPr/>
          <p:nvPr/>
        </p:nvGrpSpPr>
        <p:grpSpPr>
          <a:xfrm>
            <a:off x="2139" y="4882963"/>
            <a:ext cx="12192000" cy="1980000"/>
            <a:chOff x="2138" y="4882963"/>
            <a:chExt cx="12192000" cy="1980000"/>
          </a:xfrm>
        </p:grpSpPr>
        <p:pic>
          <p:nvPicPr>
            <p:cNvPr id="27" name="Image 26"/>
            <p:cNvPicPr>
              <a:picLocks noChangeAspect="1"/>
            </p:cNvPicPr>
            <p:nvPr userDrawn="1"/>
          </p:nvPicPr>
          <p:blipFill rotWithShape="1">
            <a:blip r:embed="rId2"/>
            <a:srcRect l="5226"/>
            <a:stretch/>
          </p:blipFill>
          <p:spPr>
            <a:xfrm>
              <a:off x="2138" y="4882963"/>
              <a:ext cx="12192000" cy="1980000"/>
            </a:xfrm>
            <a:prstGeom prst="rect">
              <a:avLst/>
            </a:prstGeom>
          </p:spPr>
        </p:pic>
        <p:pic>
          <p:nvPicPr>
            <p:cNvPr id="17" name="Image 7" descr="\\SERV-ADMD\documents\IATOS\Administratifs\obert\Mes documents\Modèles\Log_CTI_quadri-2.gif"/>
            <p:cNvPicPr>
              <a:picLocks noChangeAspect="1" noChangeArrowheads="1"/>
            </p:cNvPicPr>
            <p:nvPr/>
          </p:nvPicPr>
          <p:blipFill>
            <a:blip r:embed="rId3" cstate="screen"/>
            <a:stretch>
              <a:fillRect/>
            </a:stretch>
          </p:blipFill>
          <p:spPr bwMode="auto">
            <a:xfrm>
              <a:off x="2604851" y="6238255"/>
              <a:ext cx="554784" cy="414564"/>
            </a:xfrm>
            <a:prstGeom prst="rect">
              <a:avLst/>
            </a:prstGeom>
            <a:noFill/>
            <a:ln w="9525">
              <a:noFill/>
              <a:miter lim="800000"/>
              <a:headEnd/>
              <a:tailEnd/>
            </a:ln>
          </p:spPr>
        </p:pic>
        <p:pic>
          <p:nvPicPr>
            <p:cNvPr id="18" name="Picture 2" descr="\\SERV-ADMD\documents\IATOS\Administratifs\obert\Mes documents\Modèles\Logo CGE_Couleur.png"/>
            <p:cNvPicPr>
              <a:picLocks noChangeAspect="1" noChangeArrowheads="1"/>
            </p:cNvPicPr>
            <p:nvPr/>
          </p:nvPicPr>
          <p:blipFill>
            <a:blip r:embed="rId4" cstate="screen"/>
            <a:stretch>
              <a:fillRect/>
            </a:stretch>
          </p:blipFill>
          <p:spPr bwMode="auto">
            <a:xfrm>
              <a:off x="4970165" y="6203137"/>
              <a:ext cx="1310753" cy="414564"/>
            </a:xfrm>
            <a:prstGeom prst="rect">
              <a:avLst/>
            </a:prstGeom>
            <a:solidFill>
              <a:schemeClr val="bg1"/>
            </a:solidFill>
            <a:ln w="9525">
              <a:noFill/>
              <a:miter lim="800000"/>
              <a:headEnd/>
              <a:tailEnd/>
            </a:ln>
          </p:spPr>
        </p:pic>
        <p:pic>
          <p:nvPicPr>
            <p:cNvPr id="19" name="Image 1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67440" y="6203137"/>
              <a:ext cx="1194920" cy="414564"/>
            </a:xfrm>
            <a:prstGeom prst="rect">
              <a:avLst/>
            </a:prstGeom>
            <a:ln>
              <a:noFill/>
            </a:ln>
          </p:spPr>
        </p:pic>
        <p:pic>
          <p:nvPicPr>
            <p:cNvPr id="20" name="Image 19"/>
            <p:cNvPicPr>
              <a:picLocks noChangeAspect="1"/>
            </p:cNvPicPr>
            <p:nvPr/>
          </p:nvPicPr>
          <p:blipFill rotWithShape="1">
            <a:blip r:embed="rId6" cstate="print">
              <a:extLst>
                <a:ext uri="{28A0092B-C50C-407E-A947-70E740481C1C}">
                  <a14:useLocalDpi xmlns:a14="http://schemas.microsoft.com/office/drawing/2010/main"/>
                </a:ext>
              </a:extLst>
            </a:blip>
            <a:stretch/>
          </p:blipFill>
          <p:spPr>
            <a:xfrm>
              <a:off x="7424153" y="6255320"/>
              <a:ext cx="727364" cy="361604"/>
            </a:xfrm>
            <a:prstGeom prst="rect">
              <a:avLst/>
            </a:prstGeom>
          </p:spPr>
        </p:pic>
        <p:pic>
          <p:nvPicPr>
            <p:cNvPr id="14" name="Image 13"/>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459322" y="6228659"/>
              <a:ext cx="403167" cy="394855"/>
            </a:xfrm>
            <a:prstGeom prst="rect">
              <a:avLst/>
            </a:prstGeom>
          </p:spPr>
        </p:pic>
        <p:pic>
          <p:nvPicPr>
            <p:cNvPr id="23" name="Image 22"/>
            <p:cNvPicPr>
              <a:picLocks noChangeAspect="1"/>
            </p:cNvPicPr>
            <p:nvPr/>
          </p:nvPicPr>
          <p:blipFill>
            <a:blip r:embed="rId8"/>
            <a:stretch>
              <a:fillRect/>
            </a:stretch>
          </p:blipFill>
          <p:spPr>
            <a:xfrm>
              <a:off x="6588723" y="6259702"/>
              <a:ext cx="527625" cy="360000"/>
            </a:xfrm>
            <a:prstGeom prst="rect">
              <a:avLst/>
            </a:prstGeom>
          </p:spPr>
        </p:pic>
        <p:pic>
          <p:nvPicPr>
            <p:cNvPr id="24" name="Picture 15" descr="POLYTECH_Q"/>
            <p:cNvPicPr>
              <a:picLocks noChangeAspect="1" noChangeArrowheads="1"/>
            </p:cNvPicPr>
            <p:nvPr/>
          </p:nvPicPr>
          <p:blipFill>
            <a:blip r:embed="rId9" cstate="screen">
              <a:extLst>
                <a:ext uri="{28A0092B-C50C-407E-A947-70E740481C1C}">
                  <a14:useLocalDpi xmlns:a14="http://schemas.microsoft.com/office/drawing/2010/main"/>
                </a:ext>
              </a:extLst>
            </a:blip>
            <a:stretch>
              <a:fillRect/>
            </a:stretch>
          </p:blipFill>
          <p:spPr bwMode="auto">
            <a:xfrm>
              <a:off x="801351" y="6255320"/>
              <a:ext cx="566608" cy="360000"/>
            </a:xfrm>
            <a:prstGeom prst="rect">
              <a:avLst/>
            </a:prstGeom>
            <a:noFill/>
            <a:ln w="9525">
              <a:noFill/>
              <a:miter lim="800000"/>
              <a:headEnd/>
              <a:tailEnd/>
            </a:ln>
          </p:spPr>
        </p:pic>
        <p:pic>
          <p:nvPicPr>
            <p:cNvPr id="25" name="Picture 16" descr="logo_univ_orleans"/>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t="1" b="2857"/>
            <a:stretch/>
          </p:blipFill>
          <p:spPr bwMode="auto">
            <a:xfrm>
              <a:off x="1675764" y="6255320"/>
              <a:ext cx="621282" cy="360000"/>
            </a:xfrm>
            <a:prstGeom prst="rect">
              <a:avLst/>
            </a:prstGeom>
            <a:noFill/>
            <a:ln w="9525">
              <a:noFill/>
              <a:miter lim="800000"/>
              <a:headEnd/>
              <a:tailEnd/>
            </a:ln>
          </p:spPr>
        </p:pic>
        <p:pic>
          <p:nvPicPr>
            <p:cNvPr id="31" name="Image 30"/>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9170296" y="6253716"/>
              <a:ext cx="390698" cy="361604"/>
            </a:xfrm>
            <a:prstGeom prst="rect">
              <a:avLst/>
            </a:prstGeom>
          </p:spPr>
        </p:pic>
      </p:grpSp>
      <p:pic>
        <p:nvPicPr>
          <p:cNvPr id="13" name="Image 12" descr="logo_Polytech_mention_big.png"/>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864097" y="476672"/>
            <a:ext cx="4204755" cy="1191600"/>
          </a:xfrm>
          <a:prstGeom prst="rect">
            <a:avLst/>
          </a:prstGeom>
        </p:spPr>
      </p:pic>
      <p:sp>
        <p:nvSpPr>
          <p:cNvPr id="3" name="Subtitle 2"/>
          <p:cNvSpPr>
            <a:spLocks noGrp="1"/>
          </p:cNvSpPr>
          <p:nvPr>
            <p:ph type="subTitle" idx="1"/>
          </p:nvPr>
        </p:nvSpPr>
        <p:spPr bwMode="gray">
          <a:xfrm>
            <a:off x="1154962" y="4777380"/>
            <a:ext cx="10231791" cy="861420"/>
          </a:xfrm>
        </p:spPr>
        <p:txBody>
          <a:bodyPr anchor="t"/>
          <a:lstStyle>
            <a:lvl1pPr marL="0" indent="0" algn="l">
              <a:buNone/>
              <a:defRPr cap="small" baseline="0">
                <a:solidFill>
                  <a:srgbClr val="898989"/>
                </a:solidFill>
                <a:latin typeface="Candara" panose="020E0502030303020204" pitchFamily="34" charset="0"/>
              </a:defRPr>
            </a:lvl1pPr>
            <a:lvl2pPr marL="192887" indent="0" algn="ctr">
              <a:buNone/>
              <a:defRPr>
                <a:solidFill>
                  <a:schemeClr val="tx1">
                    <a:tint val="75000"/>
                  </a:schemeClr>
                </a:solidFill>
              </a:defRPr>
            </a:lvl2pPr>
            <a:lvl3pPr marL="385772" indent="0" algn="ctr">
              <a:buNone/>
              <a:defRPr>
                <a:solidFill>
                  <a:schemeClr val="tx1">
                    <a:tint val="75000"/>
                  </a:schemeClr>
                </a:solidFill>
              </a:defRPr>
            </a:lvl3pPr>
            <a:lvl4pPr marL="578659" indent="0" algn="ctr">
              <a:buNone/>
              <a:defRPr>
                <a:solidFill>
                  <a:schemeClr val="tx1">
                    <a:tint val="75000"/>
                  </a:schemeClr>
                </a:solidFill>
              </a:defRPr>
            </a:lvl4pPr>
            <a:lvl5pPr marL="771545" indent="0" algn="ctr">
              <a:buNone/>
              <a:defRPr>
                <a:solidFill>
                  <a:schemeClr val="tx1">
                    <a:tint val="75000"/>
                  </a:schemeClr>
                </a:solidFill>
              </a:defRPr>
            </a:lvl5pPr>
            <a:lvl6pPr marL="964430" indent="0" algn="ctr">
              <a:buNone/>
              <a:defRPr>
                <a:solidFill>
                  <a:schemeClr val="tx1">
                    <a:tint val="75000"/>
                  </a:schemeClr>
                </a:solidFill>
              </a:defRPr>
            </a:lvl6pPr>
            <a:lvl7pPr marL="1157316" indent="0" algn="ctr">
              <a:buNone/>
              <a:defRPr>
                <a:solidFill>
                  <a:schemeClr val="tx1">
                    <a:tint val="75000"/>
                  </a:schemeClr>
                </a:solidFill>
              </a:defRPr>
            </a:lvl7pPr>
            <a:lvl8pPr marL="1350203" indent="0" algn="ctr">
              <a:buNone/>
              <a:defRPr>
                <a:solidFill>
                  <a:schemeClr val="tx1">
                    <a:tint val="75000"/>
                  </a:schemeClr>
                </a:solidFill>
              </a:defRPr>
            </a:lvl8pPr>
            <a:lvl9pPr marL="1543089" indent="0" algn="ctr">
              <a:buNone/>
              <a:defRPr>
                <a:solidFill>
                  <a:schemeClr val="tx1">
                    <a:tint val="75000"/>
                  </a:schemeClr>
                </a:solidFill>
              </a:defRPr>
            </a:lvl9pPr>
          </a:lstStyle>
          <a:p>
            <a:r>
              <a:rPr lang="fr-FR"/>
              <a:t>Modifier le style des sous-titres du masque</a:t>
            </a:r>
            <a:endParaRPr lang="en-US" dirty="0"/>
          </a:p>
        </p:txBody>
      </p:sp>
      <p:sp>
        <p:nvSpPr>
          <p:cNvPr id="2" name="Title 1"/>
          <p:cNvSpPr>
            <a:spLocks noGrp="1"/>
          </p:cNvSpPr>
          <p:nvPr>
            <p:ph type="ctrTitle"/>
          </p:nvPr>
        </p:nvSpPr>
        <p:spPr>
          <a:xfrm>
            <a:off x="1154962" y="2099733"/>
            <a:ext cx="10231791" cy="2677648"/>
          </a:xfrm>
        </p:spPr>
        <p:txBody>
          <a:bodyPr anchor="ctr"/>
          <a:lstStyle>
            <a:lvl1pPr>
              <a:defRPr sz="2279"/>
            </a:lvl1pPr>
          </a:lstStyle>
          <a:p>
            <a:r>
              <a:rPr lang="fr-FR"/>
              <a:t>Modifiez le style du titre</a:t>
            </a:r>
            <a:endParaRPr lang="en-US" dirty="0"/>
          </a:p>
        </p:txBody>
      </p:sp>
    </p:spTree>
    <p:extLst>
      <p:ext uri="{BB962C8B-B14F-4D97-AF65-F5344CB8AC3E}">
        <p14:creationId xmlns:p14="http://schemas.microsoft.com/office/powerpoint/2010/main" val="4191220480"/>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787829" y="1555200"/>
            <a:ext cx="10972800" cy="417379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Footer Placeholder 4"/>
          <p:cNvSpPr>
            <a:spLocks noGrp="1"/>
          </p:cNvSpPr>
          <p:nvPr>
            <p:ph type="ftr" sz="quarter" idx="3"/>
          </p:nvPr>
        </p:nvSpPr>
        <p:spPr>
          <a:xfrm>
            <a:off x="4344333" y="6309327"/>
            <a:ext cx="3859795" cy="304801"/>
          </a:xfrm>
          <a:prstGeom prst="rect">
            <a:avLst/>
          </a:prstGeom>
        </p:spPr>
        <p:txBody>
          <a:bodyPr anchor="ctr"/>
          <a:lstStyle>
            <a:lvl1pPr algn="ctr">
              <a:defRPr sz="1400">
                <a:latin typeface="Calibri" panose="020F0502020204030204" pitchFamily="34" charset="0"/>
                <a:cs typeface="Calibri" panose="020F0502020204030204" pitchFamily="34" charset="0"/>
              </a:defRPr>
            </a:lvl1pPr>
          </a:lstStyle>
          <a:p>
            <a:pPr>
              <a:defRPr/>
            </a:pPr>
            <a:r>
              <a:rPr lang="fr-FR"/>
              <a:t>Fonctions génériques</a:t>
            </a:r>
          </a:p>
        </p:txBody>
      </p:sp>
      <p:sp>
        <p:nvSpPr>
          <p:cNvPr id="8"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1400">
                <a:latin typeface="Candara" panose="020E0502030303020204" pitchFamily="34" charset="0"/>
              </a:defRPr>
            </a:lvl1pPr>
          </a:lstStyle>
          <a:p>
            <a:fld id="{0EF01390-7FD0-4C4C-A955-4113131BADF7}" type="slidenum">
              <a:rPr lang="fr-FR" altLang="fr-FR" smtClean="0"/>
              <a:pPr/>
              <a:t>‹N°›</a:t>
            </a:fld>
            <a:endParaRPr lang="fr-FR" altLang="fr-FR"/>
          </a:p>
        </p:txBody>
      </p:sp>
    </p:spTree>
    <p:extLst>
      <p:ext uri="{BB962C8B-B14F-4D97-AF65-F5344CB8AC3E}">
        <p14:creationId xmlns:p14="http://schemas.microsoft.com/office/powerpoint/2010/main" val="3459079694"/>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87828" y="1556796"/>
            <a:ext cx="5376000" cy="4190863"/>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84629" y="1556794"/>
            <a:ext cx="5376000" cy="4190865"/>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Footer Placeholder 4"/>
          <p:cNvSpPr>
            <a:spLocks noGrp="1"/>
          </p:cNvSpPr>
          <p:nvPr>
            <p:ph type="ftr" sz="quarter" idx="3"/>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9"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2632541D-5F1E-4F24-90E2-A17A120F2277}" type="slidenum">
              <a:rPr lang="fr-FR" altLang="fr-FR" smtClean="0"/>
              <a:pPr/>
              <a:t>‹N°›</a:t>
            </a:fld>
            <a:endParaRPr lang="fr-FR" altLang="fr-FR"/>
          </a:p>
        </p:txBody>
      </p:sp>
    </p:spTree>
    <p:extLst>
      <p:ext uri="{BB962C8B-B14F-4D97-AF65-F5344CB8AC3E}">
        <p14:creationId xmlns:p14="http://schemas.microsoft.com/office/powerpoint/2010/main" val="4160403008"/>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787200" y="1555200"/>
            <a:ext cx="5376000" cy="576262"/>
          </a:xfrm>
        </p:spPr>
        <p:txBody>
          <a:bodyPr anchor="b">
            <a:noAutofit/>
          </a:bodyPr>
          <a:lstStyle>
            <a:lvl1pPr marL="0" indent="0">
              <a:buNone/>
              <a:defRPr sz="1125" b="0">
                <a:solidFill>
                  <a:srgbClr val="898989"/>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4" name="Content Placeholder 3"/>
          <p:cNvSpPr>
            <a:spLocks noGrp="1"/>
          </p:cNvSpPr>
          <p:nvPr>
            <p:ph sz="half" idx="2"/>
          </p:nvPr>
        </p:nvSpPr>
        <p:spPr>
          <a:xfrm>
            <a:off x="787199" y="2133055"/>
            <a:ext cx="5376000" cy="3604554"/>
          </a:xfrm>
        </p:spPr>
        <p:txBody>
          <a:bodyPr>
            <a:normAutofit/>
          </a:bodyPr>
          <a:lstStyle>
            <a:lvl1pPr>
              <a:defRPr sz="1013"/>
            </a:lvl1pPr>
            <a:lvl2pPr>
              <a:defRPr sz="900"/>
            </a:lvl2pPr>
            <a:lvl3pPr>
              <a:defRPr sz="788"/>
            </a:lvl3pPr>
            <a:lvl4pPr>
              <a:defRPr sz="619"/>
            </a:lvl4pPr>
            <a:lvl5pPr>
              <a:defRPr sz="591"/>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84629" y="1555200"/>
            <a:ext cx="5376000" cy="576262"/>
          </a:xfrm>
        </p:spPr>
        <p:txBody>
          <a:bodyPr anchor="b">
            <a:noAutofit/>
          </a:bodyPr>
          <a:lstStyle>
            <a:lvl1pPr marL="0" indent="0">
              <a:buNone/>
              <a:defRPr sz="1125" b="0">
                <a:solidFill>
                  <a:srgbClr val="898989"/>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6" name="Content Placeholder 5"/>
          <p:cNvSpPr>
            <a:spLocks noGrp="1"/>
          </p:cNvSpPr>
          <p:nvPr>
            <p:ph sz="quarter" idx="4"/>
          </p:nvPr>
        </p:nvSpPr>
        <p:spPr>
          <a:xfrm>
            <a:off x="6384629" y="2131463"/>
            <a:ext cx="5376000" cy="3606146"/>
          </a:xfrm>
        </p:spPr>
        <p:txBody>
          <a:bodyPr vert="horz" lIns="91440" tIns="45720" rIns="91440" bIns="45720" rtlCol="0">
            <a:normAutofit/>
          </a:bodyPr>
          <a:lstStyle>
            <a:lvl1pPr>
              <a:defRPr lang="fr-FR" sz="1013" dirty="0" smtClean="0"/>
            </a:lvl1pPr>
            <a:lvl2pPr>
              <a:defRPr lang="fr-FR" sz="900" dirty="0" smtClean="0"/>
            </a:lvl2pPr>
            <a:lvl3pPr>
              <a:defRPr lang="fr-FR" sz="788" dirty="0" smtClean="0"/>
            </a:lvl3pPr>
            <a:lvl4pPr>
              <a:defRPr lang="fr-FR" sz="619" dirty="0" smtClean="0"/>
            </a:lvl4pPr>
            <a:lvl5pPr>
              <a:defRPr lang="en-US" sz="591" dirty="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Footer Placeholder 4"/>
          <p:cNvSpPr>
            <a:spLocks noGrp="1"/>
          </p:cNvSpPr>
          <p:nvPr>
            <p:ph type="ftr" sz="quarter" idx="10"/>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11" name="Slide Number Placeholder 5"/>
          <p:cNvSpPr>
            <a:spLocks noGrp="1"/>
          </p:cNvSpPr>
          <p:nvPr>
            <p:ph type="sldNum" sz="quarter" idx="11"/>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A26B2C8C-3348-4B20-88F3-06C8F65E1491}" type="slidenum">
              <a:rPr lang="fr-FR" altLang="fr-FR" smtClean="0"/>
              <a:pPr/>
              <a:t>‹N°›</a:t>
            </a:fld>
            <a:endParaRPr lang="fr-FR" altLang="fr-FR"/>
          </a:p>
        </p:txBody>
      </p:sp>
    </p:spTree>
    <p:extLst>
      <p:ext uri="{BB962C8B-B14F-4D97-AF65-F5344CB8AC3E}">
        <p14:creationId xmlns:p14="http://schemas.microsoft.com/office/powerpoint/2010/main" val="3625482583"/>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787200" y="180000"/>
            <a:ext cx="10972800" cy="1144800"/>
          </a:xfrm>
        </p:spPr>
        <p:txBody>
          <a:bodyPr/>
          <a:lstStyle>
            <a:lvl1pPr>
              <a:defRPr/>
            </a:lvl1pPr>
          </a:lstStyle>
          <a:p>
            <a:r>
              <a:rPr lang="fr-FR"/>
              <a:t>Modifiez le style du titre</a:t>
            </a:r>
            <a:endParaRPr lang="en-US" dirty="0"/>
          </a:p>
        </p:txBody>
      </p:sp>
      <p:sp>
        <p:nvSpPr>
          <p:cNvPr id="5" name="Footer Placeholder 4"/>
          <p:cNvSpPr>
            <a:spLocks noGrp="1"/>
          </p:cNvSpPr>
          <p:nvPr>
            <p:ph type="ftr" sz="quarter" idx="3"/>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8"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F6886833-36C6-4FDF-9B95-2E83AB8CECBE}" type="slidenum">
              <a:rPr lang="fr-FR" altLang="fr-FR" smtClean="0"/>
              <a:pPr/>
              <a:t>‹N°›</a:t>
            </a:fld>
            <a:endParaRPr lang="fr-FR" altLang="fr-FR"/>
          </a:p>
        </p:txBody>
      </p:sp>
    </p:spTree>
    <p:extLst>
      <p:ext uri="{BB962C8B-B14F-4D97-AF65-F5344CB8AC3E}">
        <p14:creationId xmlns:p14="http://schemas.microsoft.com/office/powerpoint/2010/main" val="14923179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Diapositive de titre">
    <p:spTree>
      <p:nvGrpSpPr>
        <p:cNvPr id="1" name=""/>
        <p:cNvGrpSpPr/>
        <p:nvPr/>
      </p:nvGrpSpPr>
      <p:grpSpPr>
        <a:xfrm>
          <a:off x="0" y="0"/>
          <a:ext cx="0" cy="0"/>
          <a:chOff x="0" y="0"/>
          <a:chExt cx="0" cy="0"/>
        </a:xfrm>
      </p:grpSpPr>
      <p:sp>
        <p:nvSpPr>
          <p:cNvPr id="3" name="Footer Placeholder 4"/>
          <p:cNvSpPr>
            <a:spLocks noGrp="1"/>
          </p:cNvSpPr>
          <p:nvPr>
            <p:ph type="ftr" sz="quarter" idx="3"/>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4"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89AC74B3-89EE-42ED-A550-B772F10F372D}" type="slidenum">
              <a:rPr lang="fr-FR" altLang="fr-FR" smtClean="0"/>
              <a:pPr/>
              <a:t>‹N°›</a:t>
            </a:fld>
            <a:endParaRPr lang="fr-FR" altLang="fr-FR"/>
          </a:p>
        </p:txBody>
      </p:sp>
    </p:spTree>
    <p:extLst>
      <p:ext uri="{BB962C8B-B14F-4D97-AF65-F5344CB8AC3E}">
        <p14:creationId xmlns:p14="http://schemas.microsoft.com/office/powerpoint/2010/main" val="2837254312"/>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7"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93E283C9-0B40-4C28-B079-069A6AC6BBAF}" type="slidenum">
              <a:rPr lang="fr-FR" altLang="fr-FR" smtClean="0"/>
              <a:pPr/>
              <a:t>‹N°›</a:t>
            </a:fld>
            <a:endParaRPr lang="fr-FR" altLang="fr-FR"/>
          </a:p>
        </p:txBody>
      </p:sp>
    </p:spTree>
    <p:extLst>
      <p:ext uri="{BB962C8B-B14F-4D97-AF65-F5344CB8AC3E}">
        <p14:creationId xmlns:p14="http://schemas.microsoft.com/office/powerpoint/2010/main" val="1375460345"/>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8" y="1859929"/>
            <a:ext cx="3141879" cy="576262"/>
          </a:xfrm>
        </p:spPr>
        <p:txBody>
          <a:bodyPr anchor="b">
            <a:noAutofit/>
          </a:bodyPr>
          <a:lstStyle>
            <a:lvl1pPr marL="0" indent="0">
              <a:buNone/>
              <a:defRPr sz="1013" b="0">
                <a:solidFill>
                  <a:schemeClr val="accent1">
                    <a:lumMod val="60000"/>
                    <a:lumOff val="40000"/>
                  </a:schemeClr>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16" name="Text Placeholder 3"/>
          <p:cNvSpPr>
            <a:spLocks noGrp="1"/>
          </p:cNvSpPr>
          <p:nvPr>
            <p:ph type="body" sz="half" idx="15"/>
          </p:nvPr>
        </p:nvSpPr>
        <p:spPr>
          <a:xfrm>
            <a:off x="1154955" y="2436200"/>
            <a:ext cx="3141880" cy="2847293"/>
          </a:xfrm>
        </p:spPr>
        <p:txBody>
          <a:bodyPr anchor="t">
            <a:normAutofit/>
          </a:bodyPr>
          <a:lstStyle>
            <a:lvl1pPr marL="0" indent="0">
              <a:buNone/>
              <a:defRPr sz="591"/>
            </a:lvl1pPr>
            <a:lvl2pPr marL="192887" indent="0">
              <a:buNone/>
              <a:defRPr sz="506"/>
            </a:lvl2pPr>
            <a:lvl3pPr marL="385772" indent="0">
              <a:buNone/>
              <a:defRPr sz="422"/>
            </a:lvl3pPr>
            <a:lvl4pPr marL="578659" indent="0">
              <a:buNone/>
              <a:defRPr sz="380"/>
            </a:lvl4pPr>
            <a:lvl5pPr marL="771545" indent="0">
              <a:buNone/>
              <a:defRPr sz="380"/>
            </a:lvl5pPr>
            <a:lvl6pPr marL="964430" indent="0">
              <a:buNone/>
              <a:defRPr sz="380"/>
            </a:lvl6pPr>
            <a:lvl7pPr marL="1157316" indent="0">
              <a:buNone/>
              <a:defRPr sz="380"/>
            </a:lvl7pPr>
            <a:lvl8pPr marL="1350203" indent="0">
              <a:buNone/>
              <a:defRPr sz="380"/>
            </a:lvl8pPr>
            <a:lvl9pPr marL="1543089" indent="0">
              <a:buNone/>
              <a:defRPr sz="380"/>
            </a:lvl9pPr>
          </a:lstStyle>
          <a:p>
            <a:pPr lvl="0"/>
            <a:r>
              <a:rPr lang="fr-FR"/>
              <a:t>Modifier les styles du texte du masque</a:t>
            </a:r>
          </a:p>
        </p:txBody>
      </p:sp>
      <p:sp>
        <p:nvSpPr>
          <p:cNvPr id="5" name="Text Placeholder 4"/>
          <p:cNvSpPr>
            <a:spLocks noGrp="1"/>
          </p:cNvSpPr>
          <p:nvPr>
            <p:ph type="body" sz="quarter" idx="3"/>
          </p:nvPr>
        </p:nvSpPr>
        <p:spPr>
          <a:xfrm>
            <a:off x="4512726" y="1859927"/>
            <a:ext cx="3147009" cy="576262"/>
          </a:xfrm>
        </p:spPr>
        <p:txBody>
          <a:bodyPr anchor="b">
            <a:noAutofit/>
          </a:bodyPr>
          <a:lstStyle>
            <a:lvl1pPr marL="0" indent="0">
              <a:buNone/>
              <a:defRPr sz="1013" b="0">
                <a:solidFill>
                  <a:schemeClr val="accent1">
                    <a:lumMod val="60000"/>
                    <a:lumOff val="40000"/>
                  </a:schemeClr>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19" name="Text Placeholder 3"/>
          <p:cNvSpPr>
            <a:spLocks noGrp="1"/>
          </p:cNvSpPr>
          <p:nvPr>
            <p:ph type="body" sz="half" idx="16"/>
          </p:nvPr>
        </p:nvSpPr>
        <p:spPr>
          <a:xfrm>
            <a:off x="4512726" y="2436199"/>
            <a:ext cx="3147009" cy="2847293"/>
          </a:xfrm>
        </p:spPr>
        <p:txBody>
          <a:bodyPr anchor="t">
            <a:normAutofit/>
          </a:bodyPr>
          <a:lstStyle>
            <a:lvl1pPr marL="0" indent="0">
              <a:buNone/>
              <a:defRPr sz="591"/>
            </a:lvl1pPr>
            <a:lvl2pPr marL="192887" indent="0">
              <a:buNone/>
              <a:defRPr sz="506"/>
            </a:lvl2pPr>
            <a:lvl3pPr marL="385772" indent="0">
              <a:buNone/>
              <a:defRPr sz="422"/>
            </a:lvl3pPr>
            <a:lvl4pPr marL="578659" indent="0">
              <a:buNone/>
              <a:defRPr sz="380"/>
            </a:lvl4pPr>
            <a:lvl5pPr marL="771545" indent="0">
              <a:buNone/>
              <a:defRPr sz="380"/>
            </a:lvl5pPr>
            <a:lvl6pPr marL="964430" indent="0">
              <a:buNone/>
              <a:defRPr sz="380"/>
            </a:lvl6pPr>
            <a:lvl7pPr marL="1157316" indent="0">
              <a:buNone/>
              <a:defRPr sz="380"/>
            </a:lvl7pPr>
            <a:lvl8pPr marL="1350203" indent="0">
              <a:buNone/>
              <a:defRPr sz="380"/>
            </a:lvl8pPr>
            <a:lvl9pPr marL="1543089" indent="0">
              <a:buNone/>
              <a:defRPr sz="380"/>
            </a:lvl9pPr>
          </a:lstStyle>
          <a:p>
            <a:pPr lvl="0"/>
            <a:r>
              <a:rPr lang="fr-FR"/>
              <a:t>Modifier les styles du texte du masque</a:t>
            </a:r>
          </a:p>
        </p:txBody>
      </p:sp>
      <p:sp>
        <p:nvSpPr>
          <p:cNvPr id="14" name="Text Placeholder 4"/>
          <p:cNvSpPr>
            <a:spLocks noGrp="1"/>
          </p:cNvSpPr>
          <p:nvPr>
            <p:ph type="body" sz="quarter" idx="13"/>
          </p:nvPr>
        </p:nvSpPr>
        <p:spPr>
          <a:xfrm>
            <a:off x="7888137" y="1859928"/>
            <a:ext cx="3145731" cy="576262"/>
          </a:xfrm>
        </p:spPr>
        <p:txBody>
          <a:bodyPr anchor="b">
            <a:noAutofit/>
          </a:bodyPr>
          <a:lstStyle>
            <a:lvl1pPr marL="0" indent="0">
              <a:buNone/>
              <a:defRPr sz="1013" b="0">
                <a:solidFill>
                  <a:schemeClr val="accent1">
                    <a:lumMod val="60000"/>
                    <a:lumOff val="40000"/>
                  </a:schemeClr>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20" name="Text Placeholder 3"/>
          <p:cNvSpPr>
            <a:spLocks noGrp="1"/>
          </p:cNvSpPr>
          <p:nvPr>
            <p:ph type="body" sz="half" idx="17"/>
          </p:nvPr>
        </p:nvSpPr>
        <p:spPr>
          <a:xfrm>
            <a:off x="7888328" y="2436196"/>
            <a:ext cx="3145536" cy="2847293"/>
          </a:xfrm>
        </p:spPr>
        <p:txBody>
          <a:bodyPr anchor="t">
            <a:normAutofit/>
          </a:bodyPr>
          <a:lstStyle>
            <a:lvl1pPr marL="0" indent="0">
              <a:buNone/>
              <a:defRPr sz="591"/>
            </a:lvl1pPr>
            <a:lvl2pPr marL="192887" indent="0">
              <a:buNone/>
              <a:defRPr sz="506"/>
            </a:lvl2pPr>
            <a:lvl3pPr marL="385772" indent="0">
              <a:buNone/>
              <a:defRPr sz="422"/>
            </a:lvl3pPr>
            <a:lvl4pPr marL="578659" indent="0">
              <a:buNone/>
              <a:defRPr sz="380"/>
            </a:lvl4pPr>
            <a:lvl5pPr marL="771545" indent="0">
              <a:buNone/>
              <a:defRPr sz="380"/>
            </a:lvl5pPr>
            <a:lvl6pPr marL="964430" indent="0">
              <a:buNone/>
              <a:defRPr sz="380"/>
            </a:lvl6pPr>
            <a:lvl7pPr marL="1157316" indent="0">
              <a:buNone/>
              <a:defRPr sz="380"/>
            </a:lvl7pPr>
            <a:lvl8pPr marL="1350203" indent="0">
              <a:buNone/>
              <a:defRPr sz="380"/>
            </a:lvl8pPr>
            <a:lvl9pPr marL="1543089" indent="0">
              <a:buNone/>
              <a:defRPr sz="380"/>
            </a:lvl9pPr>
          </a:lstStyle>
          <a:p>
            <a:pPr lvl="0"/>
            <a:r>
              <a:rPr lang="fr-FR"/>
              <a:t>Modifier les styles du texte du masque</a:t>
            </a:r>
          </a:p>
        </p:txBody>
      </p:sp>
      <p:cxnSp>
        <p:nvCxnSpPr>
          <p:cNvPr id="17" name="Straight Connector 16"/>
          <p:cNvCxnSpPr/>
          <p:nvPr/>
        </p:nvCxnSpPr>
        <p:spPr>
          <a:xfrm>
            <a:off x="4403971" y="18260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18260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Footer Placeholder 4"/>
          <p:cNvSpPr>
            <a:spLocks noGrp="1"/>
          </p:cNvSpPr>
          <p:nvPr>
            <p:ph type="ftr" sz="quarter" idx="18"/>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22"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89AC74B3-89EE-42ED-A550-B772F10F372D}" type="slidenum">
              <a:rPr lang="fr-FR" altLang="fr-FR" smtClean="0"/>
              <a:pPr/>
              <a:t>‹N°›</a:t>
            </a:fld>
            <a:endParaRPr lang="fr-FR" altLang="fr-FR"/>
          </a:p>
        </p:txBody>
      </p:sp>
      <p:sp>
        <p:nvSpPr>
          <p:cNvPr id="23"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a:t>Modifiez le style du titre</a:t>
            </a:r>
            <a:endParaRPr lang="en-US" dirty="0"/>
          </a:p>
        </p:txBody>
      </p:sp>
    </p:spTree>
    <p:extLst>
      <p:ext uri="{BB962C8B-B14F-4D97-AF65-F5344CB8AC3E}">
        <p14:creationId xmlns:p14="http://schemas.microsoft.com/office/powerpoint/2010/main" val="3488753757"/>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9" y="3789273"/>
            <a:ext cx="3050439" cy="576262"/>
          </a:xfrm>
        </p:spPr>
        <p:txBody>
          <a:bodyPr anchor="b">
            <a:noAutofit/>
          </a:bodyPr>
          <a:lstStyle>
            <a:lvl1pPr marL="0" indent="0">
              <a:buNone/>
              <a:defRPr sz="1013" b="0">
                <a:solidFill>
                  <a:schemeClr val="accent1">
                    <a:lumMod val="60000"/>
                    <a:lumOff val="40000"/>
                  </a:schemeClr>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19" name="Picture Placeholder 2"/>
          <p:cNvSpPr>
            <a:spLocks noGrp="1" noChangeAspect="1"/>
          </p:cNvSpPr>
          <p:nvPr>
            <p:ph type="pic" idx="15"/>
          </p:nvPr>
        </p:nvSpPr>
        <p:spPr>
          <a:xfrm>
            <a:off x="1334558" y="1859929"/>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675"/>
            </a:lvl1pPr>
            <a:lvl2pPr marL="192887" indent="0">
              <a:buNone/>
              <a:defRPr sz="675"/>
            </a:lvl2pPr>
            <a:lvl3pPr marL="385772" indent="0">
              <a:buNone/>
              <a:defRPr sz="675"/>
            </a:lvl3pPr>
            <a:lvl4pPr marL="578659" indent="0">
              <a:buNone/>
              <a:defRPr sz="675"/>
            </a:lvl4pPr>
            <a:lvl5pPr marL="771545" indent="0">
              <a:buNone/>
              <a:defRPr sz="675"/>
            </a:lvl5pPr>
            <a:lvl6pPr marL="964430" indent="0">
              <a:buNone/>
              <a:defRPr sz="675"/>
            </a:lvl6pPr>
            <a:lvl7pPr marL="1157316" indent="0">
              <a:buNone/>
              <a:defRPr sz="675"/>
            </a:lvl7pPr>
            <a:lvl8pPr marL="1350203" indent="0">
              <a:buNone/>
              <a:defRPr sz="675"/>
            </a:lvl8pPr>
            <a:lvl9pPr marL="1543089" indent="0">
              <a:buNone/>
              <a:defRPr sz="675"/>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9" y="4365535"/>
            <a:ext cx="3050439" cy="917952"/>
          </a:xfrm>
        </p:spPr>
        <p:txBody>
          <a:bodyPr anchor="t">
            <a:normAutofit/>
          </a:bodyPr>
          <a:lstStyle>
            <a:lvl1pPr marL="0" indent="0">
              <a:buNone/>
              <a:defRPr sz="591"/>
            </a:lvl1pPr>
            <a:lvl2pPr marL="192887" indent="0">
              <a:buNone/>
              <a:defRPr sz="506"/>
            </a:lvl2pPr>
            <a:lvl3pPr marL="385772" indent="0">
              <a:buNone/>
              <a:defRPr sz="422"/>
            </a:lvl3pPr>
            <a:lvl4pPr marL="578659" indent="0">
              <a:buNone/>
              <a:defRPr sz="380"/>
            </a:lvl4pPr>
            <a:lvl5pPr marL="771545" indent="0">
              <a:buNone/>
              <a:defRPr sz="380"/>
            </a:lvl5pPr>
            <a:lvl6pPr marL="964430" indent="0">
              <a:buNone/>
              <a:defRPr sz="380"/>
            </a:lvl6pPr>
            <a:lvl7pPr marL="1157316" indent="0">
              <a:buNone/>
              <a:defRPr sz="380"/>
            </a:lvl7pPr>
            <a:lvl8pPr marL="1350203" indent="0">
              <a:buNone/>
              <a:defRPr sz="380"/>
            </a:lvl8pPr>
            <a:lvl9pPr marL="1543089" indent="0">
              <a:buNone/>
              <a:defRPr sz="380"/>
            </a:lvl9pPr>
          </a:lstStyle>
          <a:p>
            <a:pPr lvl="0"/>
            <a:r>
              <a:rPr lang="fr-FR"/>
              <a:t>Modifier les styles du texte du masque</a:t>
            </a:r>
          </a:p>
        </p:txBody>
      </p:sp>
      <p:sp>
        <p:nvSpPr>
          <p:cNvPr id="5" name="Text Placeholder 4"/>
          <p:cNvSpPr>
            <a:spLocks noGrp="1"/>
          </p:cNvSpPr>
          <p:nvPr>
            <p:ph type="body" sz="quarter" idx="3"/>
          </p:nvPr>
        </p:nvSpPr>
        <p:spPr>
          <a:xfrm>
            <a:off x="4568870" y="3789280"/>
            <a:ext cx="3050439" cy="576263"/>
          </a:xfrm>
        </p:spPr>
        <p:txBody>
          <a:bodyPr anchor="b">
            <a:noAutofit/>
          </a:bodyPr>
          <a:lstStyle>
            <a:lvl1pPr marL="0" indent="0">
              <a:buNone/>
              <a:defRPr sz="1013" b="0">
                <a:solidFill>
                  <a:schemeClr val="accent1">
                    <a:lumMod val="60000"/>
                    <a:lumOff val="40000"/>
                  </a:schemeClr>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41" name="Picture Placeholder 2"/>
          <p:cNvSpPr>
            <a:spLocks noGrp="1" noChangeAspect="1"/>
          </p:cNvSpPr>
          <p:nvPr>
            <p:ph type="pic" idx="21"/>
          </p:nvPr>
        </p:nvSpPr>
        <p:spPr>
          <a:xfrm>
            <a:off x="4748465" y="1859929"/>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675"/>
            </a:lvl1pPr>
            <a:lvl2pPr marL="192887" indent="0">
              <a:buNone/>
              <a:defRPr sz="675"/>
            </a:lvl2pPr>
            <a:lvl3pPr marL="385772" indent="0">
              <a:buNone/>
              <a:defRPr sz="675"/>
            </a:lvl3pPr>
            <a:lvl4pPr marL="578659" indent="0">
              <a:buNone/>
              <a:defRPr sz="675"/>
            </a:lvl4pPr>
            <a:lvl5pPr marL="771545" indent="0">
              <a:buNone/>
              <a:defRPr sz="675"/>
            </a:lvl5pPr>
            <a:lvl6pPr marL="964430" indent="0">
              <a:buNone/>
              <a:defRPr sz="675"/>
            </a:lvl6pPr>
            <a:lvl7pPr marL="1157316" indent="0">
              <a:buNone/>
              <a:defRPr sz="675"/>
            </a:lvl7pPr>
            <a:lvl8pPr marL="1350203" indent="0">
              <a:buNone/>
              <a:defRPr sz="675"/>
            </a:lvl8pPr>
            <a:lvl9pPr marL="1543089" indent="0">
              <a:buNone/>
              <a:defRPr sz="675"/>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70178" y="4365534"/>
            <a:ext cx="3050439" cy="917952"/>
          </a:xfrm>
        </p:spPr>
        <p:txBody>
          <a:bodyPr anchor="t">
            <a:normAutofit/>
          </a:bodyPr>
          <a:lstStyle>
            <a:lvl1pPr marL="0" indent="0">
              <a:buNone/>
              <a:defRPr sz="591"/>
            </a:lvl1pPr>
            <a:lvl2pPr marL="192887" indent="0">
              <a:buNone/>
              <a:defRPr sz="506"/>
            </a:lvl2pPr>
            <a:lvl3pPr marL="385772" indent="0">
              <a:buNone/>
              <a:defRPr sz="422"/>
            </a:lvl3pPr>
            <a:lvl4pPr marL="578659" indent="0">
              <a:buNone/>
              <a:defRPr sz="380"/>
            </a:lvl4pPr>
            <a:lvl5pPr marL="771545" indent="0">
              <a:buNone/>
              <a:defRPr sz="380"/>
            </a:lvl5pPr>
            <a:lvl6pPr marL="964430" indent="0">
              <a:buNone/>
              <a:defRPr sz="380"/>
            </a:lvl6pPr>
            <a:lvl7pPr marL="1157316" indent="0">
              <a:buNone/>
              <a:defRPr sz="380"/>
            </a:lvl7pPr>
            <a:lvl8pPr marL="1350203" indent="0">
              <a:buNone/>
              <a:defRPr sz="380"/>
            </a:lvl8pPr>
            <a:lvl9pPr marL="1543089" indent="0">
              <a:buNone/>
              <a:defRPr sz="380"/>
            </a:lvl9pPr>
          </a:lstStyle>
          <a:p>
            <a:pPr lvl="0"/>
            <a:r>
              <a:rPr lang="fr-FR"/>
              <a:t>Modifier les styles du texte du masque</a:t>
            </a:r>
          </a:p>
        </p:txBody>
      </p:sp>
      <p:sp>
        <p:nvSpPr>
          <p:cNvPr id="14" name="Text Placeholder 4"/>
          <p:cNvSpPr>
            <a:spLocks noGrp="1"/>
          </p:cNvSpPr>
          <p:nvPr>
            <p:ph type="body" sz="quarter" idx="13"/>
          </p:nvPr>
        </p:nvSpPr>
        <p:spPr>
          <a:xfrm>
            <a:off x="7982776" y="3789274"/>
            <a:ext cx="3051096" cy="576262"/>
          </a:xfrm>
        </p:spPr>
        <p:txBody>
          <a:bodyPr anchor="b">
            <a:noAutofit/>
          </a:bodyPr>
          <a:lstStyle>
            <a:lvl1pPr marL="0" indent="0">
              <a:buNone/>
              <a:defRPr sz="1013" b="0">
                <a:solidFill>
                  <a:schemeClr val="accent1">
                    <a:lumMod val="60000"/>
                    <a:lumOff val="40000"/>
                  </a:schemeClr>
                </a:solidFill>
              </a:defRPr>
            </a:lvl1pPr>
            <a:lvl2pPr marL="192887" indent="0">
              <a:buNone/>
              <a:defRPr sz="844" b="1"/>
            </a:lvl2pPr>
            <a:lvl3pPr marL="385772" indent="0">
              <a:buNone/>
              <a:defRPr sz="760" b="1"/>
            </a:lvl3pPr>
            <a:lvl4pPr marL="578659" indent="0">
              <a:buNone/>
              <a:defRPr sz="675" b="1"/>
            </a:lvl4pPr>
            <a:lvl5pPr marL="771545" indent="0">
              <a:buNone/>
              <a:defRPr sz="675" b="1"/>
            </a:lvl5pPr>
            <a:lvl6pPr marL="964430" indent="0">
              <a:buNone/>
              <a:defRPr sz="675" b="1"/>
            </a:lvl6pPr>
            <a:lvl7pPr marL="1157316" indent="0">
              <a:buNone/>
              <a:defRPr sz="675" b="1"/>
            </a:lvl7pPr>
            <a:lvl8pPr marL="1350203" indent="0">
              <a:buNone/>
              <a:defRPr sz="675" b="1"/>
            </a:lvl8pPr>
            <a:lvl9pPr marL="1543089" indent="0">
              <a:buNone/>
              <a:defRPr sz="675" b="1"/>
            </a:lvl9pPr>
          </a:lstStyle>
          <a:p>
            <a:pPr lvl="0"/>
            <a:r>
              <a:rPr lang="fr-FR"/>
              <a:t>Modifier les styles du texte du masque</a:t>
            </a:r>
          </a:p>
        </p:txBody>
      </p:sp>
      <p:sp>
        <p:nvSpPr>
          <p:cNvPr id="42" name="Picture Placeholder 2"/>
          <p:cNvSpPr>
            <a:spLocks noGrp="1" noChangeAspect="1"/>
          </p:cNvSpPr>
          <p:nvPr>
            <p:ph type="pic" idx="22"/>
          </p:nvPr>
        </p:nvSpPr>
        <p:spPr>
          <a:xfrm>
            <a:off x="8163037" y="1859929"/>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675"/>
            </a:lvl1pPr>
            <a:lvl2pPr marL="192887" indent="0">
              <a:buNone/>
              <a:defRPr sz="675"/>
            </a:lvl2pPr>
            <a:lvl3pPr marL="385772" indent="0">
              <a:buNone/>
              <a:defRPr sz="675"/>
            </a:lvl3pPr>
            <a:lvl4pPr marL="578659" indent="0">
              <a:buNone/>
              <a:defRPr sz="675"/>
            </a:lvl4pPr>
            <a:lvl5pPr marL="771545" indent="0">
              <a:buNone/>
              <a:defRPr sz="675"/>
            </a:lvl5pPr>
            <a:lvl6pPr marL="964430" indent="0">
              <a:buNone/>
              <a:defRPr sz="675"/>
            </a:lvl6pPr>
            <a:lvl7pPr marL="1157316" indent="0">
              <a:buNone/>
              <a:defRPr sz="675"/>
            </a:lvl7pPr>
            <a:lvl8pPr marL="1350203" indent="0">
              <a:buNone/>
              <a:defRPr sz="675"/>
            </a:lvl8pPr>
            <a:lvl9pPr marL="1543089" indent="0">
              <a:buNone/>
              <a:defRPr sz="675"/>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2775" y="4365533"/>
            <a:ext cx="3051096" cy="917952"/>
          </a:xfrm>
        </p:spPr>
        <p:txBody>
          <a:bodyPr anchor="t">
            <a:normAutofit/>
          </a:bodyPr>
          <a:lstStyle>
            <a:lvl1pPr marL="0" indent="0">
              <a:buNone/>
              <a:defRPr sz="591"/>
            </a:lvl1pPr>
            <a:lvl2pPr marL="192887" indent="0">
              <a:buNone/>
              <a:defRPr sz="506"/>
            </a:lvl2pPr>
            <a:lvl3pPr marL="385772" indent="0">
              <a:buNone/>
              <a:defRPr sz="422"/>
            </a:lvl3pPr>
            <a:lvl4pPr marL="578659" indent="0">
              <a:buNone/>
              <a:defRPr sz="380"/>
            </a:lvl4pPr>
            <a:lvl5pPr marL="771545" indent="0">
              <a:buNone/>
              <a:defRPr sz="380"/>
            </a:lvl5pPr>
            <a:lvl6pPr marL="964430" indent="0">
              <a:buNone/>
              <a:defRPr sz="380"/>
            </a:lvl6pPr>
            <a:lvl7pPr marL="1157316" indent="0">
              <a:buNone/>
              <a:defRPr sz="380"/>
            </a:lvl7pPr>
            <a:lvl8pPr marL="1350203" indent="0">
              <a:buNone/>
              <a:defRPr sz="380"/>
            </a:lvl8pPr>
            <a:lvl9pPr marL="1543089" indent="0">
              <a:buNone/>
              <a:defRPr sz="380"/>
            </a:lvl9pPr>
          </a:lstStyle>
          <a:p>
            <a:pPr lvl="0"/>
            <a:r>
              <a:rPr lang="fr-FR"/>
              <a:t>Modifier les styles du texte du masque</a:t>
            </a:r>
          </a:p>
        </p:txBody>
      </p:sp>
      <p:cxnSp>
        <p:nvCxnSpPr>
          <p:cNvPr id="43" name="Straight Connector 42"/>
          <p:cNvCxnSpPr/>
          <p:nvPr/>
        </p:nvCxnSpPr>
        <p:spPr>
          <a:xfrm>
            <a:off x="4405832" y="1826071"/>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1" y="1826071"/>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Footer Placeholder 4"/>
          <p:cNvSpPr>
            <a:spLocks noGrp="1"/>
          </p:cNvSpPr>
          <p:nvPr>
            <p:ph type="ftr" sz="quarter" idx="23"/>
          </p:nvPr>
        </p:nvSpPr>
        <p:spPr>
          <a:xfrm>
            <a:off x="4344333" y="6309327"/>
            <a:ext cx="3859795" cy="304801"/>
          </a:xfrm>
          <a:prstGeom prst="rect">
            <a:avLst/>
          </a:prstGeom>
        </p:spPr>
        <p:txBody>
          <a:bodyPr anchor="ctr"/>
          <a:lstStyle>
            <a:lvl1pPr algn="ctr">
              <a:defRPr sz="675">
                <a:latin typeface="Candara" panose="020E0502030303020204" pitchFamily="34" charset="0"/>
              </a:defRPr>
            </a:lvl1pPr>
          </a:lstStyle>
          <a:p>
            <a:pPr>
              <a:defRPr/>
            </a:pPr>
            <a:r>
              <a:rPr lang="fr-FR"/>
              <a:t>Fonctions génériques</a:t>
            </a:r>
          </a:p>
        </p:txBody>
      </p:sp>
      <p:sp>
        <p:nvSpPr>
          <p:cNvPr id="20"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89AC74B3-89EE-42ED-A550-B772F10F372D}" type="slidenum">
              <a:rPr lang="fr-FR" altLang="fr-FR" smtClean="0"/>
              <a:pPr/>
              <a:t>‹N°›</a:t>
            </a:fld>
            <a:endParaRPr lang="fr-FR" altLang="fr-FR"/>
          </a:p>
        </p:txBody>
      </p:sp>
      <p:sp>
        <p:nvSpPr>
          <p:cNvPr id="21"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a:t>Modifiez le style du titre</a:t>
            </a:r>
            <a:endParaRPr lang="en-US" dirty="0"/>
          </a:p>
        </p:txBody>
      </p:sp>
    </p:spTree>
    <p:extLst>
      <p:ext uri="{BB962C8B-B14F-4D97-AF65-F5344CB8AC3E}">
        <p14:creationId xmlns:p14="http://schemas.microsoft.com/office/powerpoint/2010/main" val="4198168256"/>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texte vertical">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87829" y="1849874"/>
            <a:ext cx="10972800" cy="3867638"/>
          </a:xfrm>
        </p:spPr>
        <p:txBody>
          <a:bodyPr vert="eaVert" anchor="t" anchorCtr="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Footer Placeholder 4"/>
          <p:cNvSpPr>
            <a:spLocks noGrp="1"/>
          </p:cNvSpPr>
          <p:nvPr>
            <p:ph type="ftr" sz="quarter" idx="11"/>
          </p:nvPr>
        </p:nvSpPr>
        <p:spPr>
          <a:xfrm>
            <a:off x="4344333" y="6309327"/>
            <a:ext cx="3859795" cy="304801"/>
          </a:xfrm>
          <a:prstGeom prst="rect">
            <a:avLst/>
          </a:prstGeom>
        </p:spPr>
        <p:txBody>
          <a:bodyPr/>
          <a:lstStyle/>
          <a:p>
            <a:pPr>
              <a:defRPr/>
            </a:pPr>
            <a:r>
              <a:rPr lang="fr-FR"/>
              <a:t>Fonctions génériques</a:t>
            </a:r>
          </a:p>
        </p:txBody>
      </p:sp>
      <p:sp>
        <p:nvSpPr>
          <p:cNvPr id="8" name="Slide Number Placeholder 5"/>
          <p:cNvSpPr>
            <a:spLocks noGrp="1"/>
          </p:cNvSpPr>
          <p:nvPr>
            <p:ph type="sldNum" sz="quarter" idx="4"/>
          </p:nvPr>
        </p:nvSpPr>
        <p:spPr>
          <a:xfrm>
            <a:off x="11040629" y="6309320"/>
            <a:ext cx="720000" cy="306000"/>
          </a:xfrm>
          <a:prstGeom prst="rect">
            <a:avLst/>
          </a:prstGeom>
        </p:spPr>
        <p:txBody>
          <a:bodyPr/>
          <a:lstStyle>
            <a:lvl1pPr algn="r">
              <a:defRPr sz="591">
                <a:latin typeface="Candara" panose="020E0502030303020204" pitchFamily="34" charset="0"/>
              </a:defRPr>
            </a:lvl1pPr>
          </a:lstStyle>
          <a:p>
            <a:fld id="{95C372E3-E825-4745-A35B-B946A6EE0966}" type="slidenum">
              <a:rPr lang="fr-FR" altLang="fr-FR" smtClean="0"/>
              <a:pPr/>
              <a:t>‹N°›</a:t>
            </a:fld>
            <a:endParaRPr lang="fr-FR" altLang="fr-FR"/>
          </a:p>
        </p:txBody>
      </p:sp>
      <p:sp>
        <p:nvSpPr>
          <p:cNvPr id="6"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a:t>Modifiez le style du titre</a:t>
            </a:r>
            <a:endParaRPr lang="en-US" dirty="0"/>
          </a:p>
        </p:txBody>
      </p:sp>
    </p:spTree>
    <p:extLst>
      <p:ext uri="{BB962C8B-B14F-4D97-AF65-F5344CB8AC3E}">
        <p14:creationId xmlns:p14="http://schemas.microsoft.com/office/powerpoint/2010/main" val="485235706"/>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4" name="Groupe 3"/>
          <p:cNvGrpSpPr/>
          <p:nvPr/>
        </p:nvGrpSpPr>
        <p:grpSpPr>
          <a:xfrm>
            <a:off x="2139" y="4882963"/>
            <a:ext cx="12192000" cy="1980000"/>
            <a:chOff x="2138" y="4882963"/>
            <a:chExt cx="12192000" cy="1980000"/>
          </a:xfrm>
        </p:grpSpPr>
        <p:pic>
          <p:nvPicPr>
            <p:cNvPr id="27" name="Image 26"/>
            <p:cNvPicPr>
              <a:picLocks noChangeAspect="1"/>
            </p:cNvPicPr>
            <p:nvPr userDrawn="1"/>
          </p:nvPicPr>
          <p:blipFill rotWithShape="1">
            <a:blip r:embed="rId2"/>
            <a:srcRect l="5226"/>
            <a:stretch/>
          </p:blipFill>
          <p:spPr>
            <a:xfrm>
              <a:off x="2138" y="4882963"/>
              <a:ext cx="12192000" cy="1980000"/>
            </a:xfrm>
            <a:prstGeom prst="rect">
              <a:avLst/>
            </a:prstGeom>
          </p:spPr>
        </p:pic>
        <p:pic>
          <p:nvPicPr>
            <p:cNvPr id="17" name="Image 7" descr="\\SERV-ADMD\documents\IATOS\Administratifs\obert\Mes documents\Modèles\Log_CTI_quadri-2.gif"/>
            <p:cNvPicPr>
              <a:picLocks noChangeAspect="1" noChangeArrowheads="1"/>
            </p:cNvPicPr>
            <p:nvPr/>
          </p:nvPicPr>
          <p:blipFill>
            <a:blip r:embed="rId3" cstate="screen"/>
            <a:stretch>
              <a:fillRect/>
            </a:stretch>
          </p:blipFill>
          <p:spPr bwMode="auto">
            <a:xfrm>
              <a:off x="2604851" y="6238255"/>
              <a:ext cx="554784" cy="414564"/>
            </a:xfrm>
            <a:prstGeom prst="rect">
              <a:avLst/>
            </a:prstGeom>
            <a:noFill/>
            <a:ln w="9525">
              <a:noFill/>
              <a:miter lim="800000"/>
              <a:headEnd/>
              <a:tailEnd/>
            </a:ln>
          </p:spPr>
        </p:pic>
        <p:pic>
          <p:nvPicPr>
            <p:cNvPr id="18" name="Picture 2" descr="\\SERV-ADMD\documents\IATOS\Administratifs\obert\Mes documents\Modèles\Logo CGE_Couleur.png"/>
            <p:cNvPicPr>
              <a:picLocks noChangeAspect="1" noChangeArrowheads="1"/>
            </p:cNvPicPr>
            <p:nvPr/>
          </p:nvPicPr>
          <p:blipFill>
            <a:blip r:embed="rId4" cstate="screen"/>
            <a:stretch>
              <a:fillRect/>
            </a:stretch>
          </p:blipFill>
          <p:spPr bwMode="auto">
            <a:xfrm>
              <a:off x="4970165" y="6203137"/>
              <a:ext cx="1310753" cy="414564"/>
            </a:xfrm>
            <a:prstGeom prst="rect">
              <a:avLst/>
            </a:prstGeom>
            <a:solidFill>
              <a:schemeClr val="bg1"/>
            </a:solidFill>
            <a:ln w="9525">
              <a:noFill/>
              <a:miter lim="800000"/>
              <a:headEnd/>
              <a:tailEnd/>
            </a:ln>
          </p:spPr>
        </p:pic>
        <p:pic>
          <p:nvPicPr>
            <p:cNvPr id="19" name="Image 1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67440" y="6203137"/>
              <a:ext cx="1194920" cy="414564"/>
            </a:xfrm>
            <a:prstGeom prst="rect">
              <a:avLst/>
            </a:prstGeom>
            <a:ln>
              <a:noFill/>
            </a:ln>
          </p:spPr>
        </p:pic>
        <p:pic>
          <p:nvPicPr>
            <p:cNvPr id="20" name="Image 19"/>
            <p:cNvPicPr>
              <a:picLocks noChangeAspect="1"/>
            </p:cNvPicPr>
            <p:nvPr/>
          </p:nvPicPr>
          <p:blipFill rotWithShape="1">
            <a:blip r:embed="rId6" cstate="print">
              <a:extLst>
                <a:ext uri="{28A0092B-C50C-407E-A947-70E740481C1C}">
                  <a14:useLocalDpi xmlns:a14="http://schemas.microsoft.com/office/drawing/2010/main"/>
                </a:ext>
              </a:extLst>
            </a:blip>
            <a:stretch/>
          </p:blipFill>
          <p:spPr>
            <a:xfrm>
              <a:off x="7424153" y="6255320"/>
              <a:ext cx="727364" cy="361604"/>
            </a:xfrm>
            <a:prstGeom prst="rect">
              <a:avLst/>
            </a:prstGeom>
          </p:spPr>
        </p:pic>
        <p:pic>
          <p:nvPicPr>
            <p:cNvPr id="14" name="Image 13"/>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459322" y="6228659"/>
              <a:ext cx="403167" cy="394855"/>
            </a:xfrm>
            <a:prstGeom prst="rect">
              <a:avLst/>
            </a:prstGeom>
          </p:spPr>
        </p:pic>
        <p:pic>
          <p:nvPicPr>
            <p:cNvPr id="23" name="Image 22"/>
            <p:cNvPicPr>
              <a:picLocks noChangeAspect="1"/>
            </p:cNvPicPr>
            <p:nvPr/>
          </p:nvPicPr>
          <p:blipFill>
            <a:blip r:embed="rId8"/>
            <a:stretch>
              <a:fillRect/>
            </a:stretch>
          </p:blipFill>
          <p:spPr>
            <a:xfrm>
              <a:off x="6588723" y="6259702"/>
              <a:ext cx="527625" cy="360000"/>
            </a:xfrm>
            <a:prstGeom prst="rect">
              <a:avLst/>
            </a:prstGeom>
          </p:spPr>
        </p:pic>
        <p:pic>
          <p:nvPicPr>
            <p:cNvPr id="24" name="Picture 15" descr="POLYTECH_Q"/>
            <p:cNvPicPr>
              <a:picLocks noChangeAspect="1" noChangeArrowheads="1"/>
            </p:cNvPicPr>
            <p:nvPr/>
          </p:nvPicPr>
          <p:blipFill>
            <a:blip r:embed="rId9" cstate="screen">
              <a:extLst>
                <a:ext uri="{28A0092B-C50C-407E-A947-70E740481C1C}">
                  <a14:useLocalDpi xmlns:a14="http://schemas.microsoft.com/office/drawing/2010/main"/>
                </a:ext>
              </a:extLst>
            </a:blip>
            <a:stretch>
              <a:fillRect/>
            </a:stretch>
          </p:blipFill>
          <p:spPr bwMode="auto">
            <a:xfrm>
              <a:off x="801351" y="6255320"/>
              <a:ext cx="566608" cy="360000"/>
            </a:xfrm>
            <a:prstGeom prst="rect">
              <a:avLst/>
            </a:prstGeom>
            <a:noFill/>
            <a:ln w="9525">
              <a:noFill/>
              <a:miter lim="800000"/>
              <a:headEnd/>
              <a:tailEnd/>
            </a:ln>
          </p:spPr>
        </p:pic>
        <p:pic>
          <p:nvPicPr>
            <p:cNvPr id="25" name="Picture 16" descr="logo_univ_orleans"/>
            <p:cNvPicPr>
              <a:picLocks noChangeAspect="1" noChangeArrowheads="1"/>
            </p:cNvPicPr>
            <p:nvPr/>
          </p:nvPicPr>
          <p:blipFill rotWithShape="1">
            <a:blip r:embed="rId10" cstate="screen">
              <a:extLst>
                <a:ext uri="{28A0092B-C50C-407E-A947-70E740481C1C}">
                  <a14:useLocalDpi xmlns:a14="http://schemas.microsoft.com/office/drawing/2010/main"/>
                </a:ext>
              </a:extLst>
            </a:blip>
            <a:srcRect t="1" b="2857"/>
            <a:stretch/>
          </p:blipFill>
          <p:spPr bwMode="auto">
            <a:xfrm>
              <a:off x="1675764" y="6255320"/>
              <a:ext cx="621282" cy="360000"/>
            </a:xfrm>
            <a:prstGeom prst="rect">
              <a:avLst/>
            </a:prstGeom>
            <a:noFill/>
            <a:ln w="9525">
              <a:noFill/>
              <a:miter lim="800000"/>
              <a:headEnd/>
              <a:tailEnd/>
            </a:ln>
          </p:spPr>
        </p:pic>
        <p:pic>
          <p:nvPicPr>
            <p:cNvPr id="31" name="Image 30"/>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9170296" y="6253716"/>
              <a:ext cx="390698" cy="361604"/>
            </a:xfrm>
            <a:prstGeom prst="rect">
              <a:avLst/>
            </a:prstGeom>
          </p:spPr>
        </p:pic>
      </p:grpSp>
      <p:pic>
        <p:nvPicPr>
          <p:cNvPr id="13" name="Image 12" descr="logo_Polytech_mention_big.png"/>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864097" y="476672"/>
            <a:ext cx="4204755" cy="1191600"/>
          </a:xfrm>
          <a:prstGeom prst="rect">
            <a:avLst/>
          </a:prstGeom>
        </p:spPr>
      </p:pic>
      <p:sp>
        <p:nvSpPr>
          <p:cNvPr id="3" name="Subtitle 2"/>
          <p:cNvSpPr>
            <a:spLocks noGrp="1"/>
          </p:cNvSpPr>
          <p:nvPr>
            <p:ph type="subTitle" idx="1"/>
          </p:nvPr>
        </p:nvSpPr>
        <p:spPr bwMode="gray">
          <a:xfrm>
            <a:off x="1154963" y="4777380"/>
            <a:ext cx="10231791" cy="861420"/>
          </a:xfrm>
        </p:spPr>
        <p:txBody>
          <a:bodyPr anchor="t"/>
          <a:lstStyle>
            <a:lvl1pPr marL="0" indent="0" algn="l">
              <a:buNone/>
              <a:defRPr cap="small" baseline="0">
                <a:solidFill>
                  <a:srgbClr val="898989"/>
                </a:solidFill>
                <a:latin typeface="Candara" panose="020E0502030303020204" pitchFamily="34" charset="0"/>
              </a:defRPr>
            </a:lvl1pPr>
            <a:lvl2pPr marL="144665" indent="0" algn="ctr">
              <a:buNone/>
              <a:defRPr>
                <a:solidFill>
                  <a:schemeClr val="tx1">
                    <a:tint val="75000"/>
                  </a:schemeClr>
                </a:solidFill>
              </a:defRPr>
            </a:lvl2pPr>
            <a:lvl3pPr marL="289329" indent="0" algn="ctr">
              <a:buNone/>
              <a:defRPr>
                <a:solidFill>
                  <a:schemeClr val="tx1">
                    <a:tint val="75000"/>
                  </a:schemeClr>
                </a:solidFill>
              </a:defRPr>
            </a:lvl3pPr>
            <a:lvl4pPr marL="433994" indent="0" algn="ctr">
              <a:buNone/>
              <a:defRPr>
                <a:solidFill>
                  <a:schemeClr val="tx1">
                    <a:tint val="75000"/>
                  </a:schemeClr>
                </a:solidFill>
              </a:defRPr>
            </a:lvl4pPr>
            <a:lvl5pPr marL="578659" indent="0" algn="ctr">
              <a:buNone/>
              <a:defRPr>
                <a:solidFill>
                  <a:schemeClr val="tx1">
                    <a:tint val="75000"/>
                  </a:schemeClr>
                </a:solidFill>
              </a:defRPr>
            </a:lvl5pPr>
            <a:lvl6pPr marL="723323" indent="0" algn="ctr">
              <a:buNone/>
              <a:defRPr>
                <a:solidFill>
                  <a:schemeClr val="tx1">
                    <a:tint val="75000"/>
                  </a:schemeClr>
                </a:solidFill>
              </a:defRPr>
            </a:lvl6pPr>
            <a:lvl7pPr marL="867987" indent="0" algn="ctr">
              <a:buNone/>
              <a:defRPr>
                <a:solidFill>
                  <a:schemeClr val="tx1">
                    <a:tint val="75000"/>
                  </a:schemeClr>
                </a:solidFill>
              </a:defRPr>
            </a:lvl7pPr>
            <a:lvl8pPr marL="1012652" indent="0" algn="ctr">
              <a:buNone/>
              <a:defRPr>
                <a:solidFill>
                  <a:schemeClr val="tx1">
                    <a:tint val="75000"/>
                  </a:schemeClr>
                </a:solidFill>
              </a:defRPr>
            </a:lvl8pPr>
            <a:lvl9pPr marL="1157317" indent="0" algn="ctr">
              <a:buNone/>
              <a:defRPr>
                <a:solidFill>
                  <a:schemeClr val="tx1">
                    <a:tint val="75000"/>
                  </a:schemeClr>
                </a:solidFill>
              </a:defRPr>
            </a:lvl9pPr>
          </a:lstStyle>
          <a:p>
            <a:r>
              <a:rPr lang="fr-FR"/>
              <a:t>Modifiez le style des sous-titres du masque</a:t>
            </a:r>
            <a:endParaRPr lang="en-US" dirty="0"/>
          </a:p>
        </p:txBody>
      </p:sp>
      <p:sp>
        <p:nvSpPr>
          <p:cNvPr id="2" name="Title 1"/>
          <p:cNvSpPr>
            <a:spLocks noGrp="1"/>
          </p:cNvSpPr>
          <p:nvPr>
            <p:ph type="ctrTitle"/>
          </p:nvPr>
        </p:nvSpPr>
        <p:spPr>
          <a:xfrm>
            <a:off x="1154963" y="2099733"/>
            <a:ext cx="10231791" cy="2677648"/>
          </a:xfrm>
        </p:spPr>
        <p:txBody>
          <a:bodyPr anchor="ctr"/>
          <a:lstStyle>
            <a:lvl1pPr>
              <a:defRPr sz="3200"/>
            </a:lvl1pPr>
          </a:lstStyle>
          <a:p>
            <a:r>
              <a:rPr lang="fr-FR"/>
              <a:t>Modifiez le style du titre</a:t>
            </a:r>
            <a:endParaRPr lang="en-US" dirty="0"/>
          </a:p>
        </p:txBody>
      </p:sp>
    </p:spTree>
    <p:extLst>
      <p:ext uri="{BB962C8B-B14F-4D97-AF65-F5344CB8AC3E}">
        <p14:creationId xmlns:p14="http://schemas.microsoft.com/office/powerpoint/2010/main" val="3877457604"/>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787829" y="1555200"/>
            <a:ext cx="10972800" cy="4173796"/>
          </a:xfrm>
        </p:spPr>
        <p:txBody>
          <a:bodyPr/>
          <a:lstStyle>
            <a:lvl2pPr>
              <a:defRPr sz="2400"/>
            </a:lvl2pPr>
            <a:lvl3pPr>
              <a:defRPr sz="2000"/>
            </a:lvl3pPr>
            <a:lvl4pPr>
              <a:defRPr sz="1600"/>
            </a:lvl4pPr>
            <a:lvl5pPr>
              <a:defRPr sz="140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6" name="Footer Placeholder 4"/>
          <p:cNvSpPr>
            <a:spLocks noGrp="1"/>
          </p:cNvSpPr>
          <p:nvPr>
            <p:ph type="ftr" sz="quarter" idx="3"/>
          </p:nvPr>
        </p:nvSpPr>
        <p:spPr>
          <a:xfrm>
            <a:off x="4344333" y="6309329"/>
            <a:ext cx="3859795" cy="304801"/>
          </a:xfrm>
          <a:prstGeom prst="rect">
            <a:avLst/>
          </a:prstGeom>
        </p:spPr>
        <p:txBody>
          <a:bodyPr anchor="ctr"/>
          <a:lstStyle>
            <a:lvl1pPr algn="ctr">
              <a:defRPr sz="1050">
                <a:latin typeface="Calibri" panose="020F0502020204030204" pitchFamily="34" charset="0"/>
                <a:cs typeface="Calibri" panose="020F0502020204030204" pitchFamily="34" charset="0"/>
              </a:defRPr>
            </a:lvl1pPr>
          </a:lstStyle>
          <a:p>
            <a:pPr>
              <a:defRPr/>
            </a:pPr>
            <a:r>
              <a:rPr lang="fr-FR"/>
              <a:t>Fonctions génériques</a:t>
            </a:r>
          </a:p>
        </p:txBody>
      </p:sp>
      <p:sp>
        <p:nvSpPr>
          <p:cNvPr id="8"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1050">
                <a:latin typeface="Candara" panose="020E0502030303020204" pitchFamily="34" charset="0"/>
              </a:defRPr>
            </a:lvl1pPr>
          </a:lstStyle>
          <a:p>
            <a:fld id="{0EF01390-7FD0-4C4C-A955-4113131BADF7}" type="slidenum">
              <a:rPr lang="fr-FR" altLang="fr-FR" smtClean="0"/>
              <a:pPr/>
              <a:t>‹N°›</a:t>
            </a:fld>
            <a:endParaRPr lang="fr-FR" altLang="fr-FR"/>
          </a:p>
        </p:txBody>
      </p:sp>
    </p:spTree>
    <p:extLst>
      <p:ext uri="{BB962C8B-B14F-4D97-AF65-F5344CB8AC3E}">
        <p14:creationId xmlns:p14="http://schemas.microsoft.com/office/powerpoint/2010/main" val="3082320837"/>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787828" y="1556798"/>
            <a:ext cx="5376000" cy="4190863"/>
          </a:xfrm>
        </p:spPr>
        <p:txBody>
          <a:bodyPr>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384629" y="1556796"/>
            <a:ext cx="5376000" cy="4190865"/>
          </a:xfrm>
        </p:spPr>
        <p:txBody>
          <a:bodyPr>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Footer Placeholder 4"/>
          <p:cNvSpPr>
            <a:spLocks noGrp="1"/>
          </p:cNvSpPr>
          <p:nvPr>
            <p:ph type="ftr" sz="quarter" idx="3"/>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9"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2632541D-5F1E-4F24-90E2-A17A120F2277}" type="slidenum">
              <a:rPr lang="fr-FR" altLang="fr-FR" smtClean="0"/>
              <a:pPr/>
              <a:t>‹N°›</a:t>
            </a:fld>
            <a:endParaRPr lang="fr-FR" altLang="fr-FR"/>
          </a:p>
        </p:txBody>
      </p:sp>
    </p:spTree>
    <p:extLst>
      <p:ext uri="{BB962C8B-B14F-4D97-AF65-F5344CB8AC3E}">
        <p14:creationId xmlns:p14="http://schemas.microsoft.com/office/powerpoint/2010/main" val="1975208299"/>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787200" y="1555200"/>
            <a:ext cx="5376000" cy="576262"/>
          </a:xfrm>
        </p:spPr>
        <p:txBody>
          <a:bodyPr anchor="b">
            <a:noAutofit/>
          </a:bodyPr>
          <a:lstStyle>
            <a:lvl1pPr marL="0" indent="0">
              <a:buNone/>
              <a:defRPr sz="844" b="0">
                <a:solidFill>
                  <a:srgbClr val="898989"/>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4" name="Content Placeholder 3"/>
          <p:cNvSpPr>
            <a:spLocks noGrp="1"/>
          </p:cNvSpPr>
          <p:nvPr>
            <p:ph sz="half" idx="2"/>
          </p:nvPr>
        </p:nvSpPr>
        <p:spPr>
          <a:xfrm>
            <a:off x="787199" y="2133055"/>
            <a:ext cx="5376000" cy="3604554"/>
          </a:xfrm>
        </p:spPr>
        <p:txBody>
          <a:bodyPr>
            <a:normAutofit/>
          </a:bodyPr>
          <a:lstStyle>
            <a:lvl1pPr>
              <a:defRPr sz="760"/>
            </a:lvl1pPr>
            <a:lvl2pPr>
              <a:defRPr sz="675"/>
            </a:lvl2pPr>
            <a:lvl3pPr>
              <a:defRPr sz="591"/>
            </a:lvl3pPr>
            <a:lvl4pPr>
              <a:defRPr sz="464"/>
            </a:lvl4pPr>
            <a:lvl5pPr>
              <a:defRPr sz="443"/>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84629" y="1555200"/>
            <a:ext cx="5376000" cy="576262"/>
          </a:xfrm>
        </p:spPr>
        <p:txBody>
          <a:bodyPr anchor="b">
            <a:noAutofit/>
          </a:bodyPr>
          <a:lstStyle>
            <a:lvl1pPr marL="0" indent="0">
              <a:buNone/>
              <a:defRPr sz="844" b="0">
                <a:solidFill>
                  <a:srgbClr val="898989"/>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6" name="Content Placeholder 5"/>
          <p:cNvSpPr>
            <a:spLocks noGrp="1"/>
          </p:cNvSpPr>
          <p:nvPr>
            <p:ph sz="quarter" idx="4"/>
          </p:nvPr>
        </p:nvSpPr>
        <p:spPr>
          <a:xfrm>
            <a:off x="6384629" y="2131463"/>
            <a:ext cx="5376000" cy="3606146"/>
          </a:xfrm>
        </p:spPr>
        <p:txBody>
          <a:bodyPr vert="horz" lIns="91440" tIns="45720" rIns="91440" bIns="45720" rtlCol="0">
            <a:normAutofit/>
          </a:bodyPr>
          <a:lstStyle>
            <a:lvl1pPr>
              <a:defRPr lang="fr-FR" sz="760" dirty="0" smtClean="0"/>
            </a:lvl1pPr>
            <a:lvl2pPr>
              <a:defRPr lang="fr-FR" sz="675" dirty="0" smtClean="0"/>
            </a:lvl2pPr>
            <a:lvl3pPr>
              <a:defRPr lang="fr-FR" sz="591" dirty="0" smtClean="0"/>
            </a:lvl3pPr>
            <a:lvl4pPr>
              <a:defRPr lang="fr-FR" sz="464" dirty="0" smtClean="0"/>
            </a:lvl4pPr>
            <a:lvl5pPr>
              <a:defRPr lang="en-US" sz="443" dirty="0"/>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Footer Placeholder 4"/>
          <p:cNvSpPr>
            <a:spLocks noGrp="1"/>
          </p:cNvSpPr>
          <p:nvPr>
            <p:ph type="ftr" sz="quarter" idx="10"/>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11" name="Slide Number Placeholder 5"/>
          <p:cNvSpPr>
            <a:spLocks noGrp="1"/>
          </p:cNvSpPr>
          <p:nvPr>
            <p:ph type="sldNum" sz="quarter" idx="11"/>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A26B2C8C-3348-4B20-88F3-06C8F65E1491}" type="slidenum">
              <a:rPr lang="fr-FR" altLang="fr-FR" smtClean="0"/>
              <a:pPr/>
              <a:t>‹N°›</a:t>
            </a:fld>
            <a:endParaRPr lang="fr-FR" altLang="fr-FR"/>
          </a:p>
        </p:txBody>
      </p:sp>
    </p:spTree>
    <p:extLst>
      <p:ext uri="{BB962C8B-B14F-4D97-AF65-F5344CB8AC3E}">
        <p14:creationId xmlns:p14="http://schemas.microsoft.com/office/powerpoint/2010/main" val="203061749"/>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787200" y="180000"/>
            <a:ext cx="10972800" cy="1144800"/>
          </a:xfrm>
        </p:spPr>
        <p:txBody>
          <a:bodyPr/>
          <a:lstStyle>
            <a:lvl1pPr>
              <a:defRPr/>
            </a:lvl1pPr>
          </a:lstStyle>
          <a:p>
            <a:r>
              <a:rPr lang="fr-FR"/>
              <a:t>Modifiez le style du titre</a:t>
            </a:r>
            <a:endParaRPr lang="en-US" dirty="0"/>
          </a:p>
        </p:txBody>
      </p:sp>
      <p:sp>
        <p:nvSpPr>
          <p:cNvPr id="5" name="Footer Placeholder 4"/>
          <p:cNvSpPr>
            <a:spLocks noGrp="1"/>
          </p:cNvSpPr>
          <p:nvPr>
            <p:ph type="ftr" sz="quarter" idx="3"/>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8"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F6886833-36C6-4FDF-9B95-2E83AB8CECBE}" type="slidenum">
              <a:rPr lang="fr-FR" altLang="fr-FR" smtClean="0"/>
              <a:pPr/>
              <a:t>‹N°›</a:t>
            </a:fld>
            <a:endParaRPr lang="fr-FR" altLang="fr-FR"/>
          </a:p>
        </p:txBody>
      </p:sp>
    </p:spTree>
    <p:extLst>
      <p:ext uri="{BB962C8B-B14F-4D97-AF65-F5344CB8AC3E}">
        <p14:creationId xmlns:p14="http://schemas.microsoft.com/office/powerpoint/2010/main" val="233447218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Diapositive de titre">
    <p:spTree>
      <p:nvGrpSpPr>
        <p:cNvPr id="1" name=""/>
        <p:cNvGrpSpPr/>
        <p:nvPr/>
      </p:nvGrpSpPr>
      <p:grpSpPr>
        <a:xfrm>
          <a:off x="0" y="0"/>
          <a:ext cx="0" cy="0"/>
          <a:chOff x="0" y="0"/>
          <a:chExt cx="0" cy="0"/>
        </a:xfrm>
      </p:grpSpPr>
      <p:sp>
        <p:nvSpPr>
          <p:cNvPr id="3" name="Footer Placeholder 4"/>
          <p:cNvSpPr>
            <a:spLocks noGrp="1"/>
          </p:cNvSpPr>
          <p:nvPr>
            <p:ph type="ftr" sz="quarter" idx="3"/>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4"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89AC74B3-89EE-42ED-A550-B772F10F372D}" type="slidenum">
              <a:rPr lang="fr-FR" altLang="fr-FR" smtClean="0"/>
              <a:pPr/>
              <a:t>‹N°›</a:t>
            </a:fld>
            <a:endParaRPr lang="fr-FR" altLang="fr-FR"/>
          </a:p>
        </p:txBody>
      </p:sp>
    </p:spTree>
    <p:extLst>
      <p:ext uri="{BB962C8B-B14F-4D97-AF65-F5344CB8AC3E}">
        <p14:creationId xmlns:p14="http://schemas.microsoft.com/office/powerpoint/2010/main" val="106191044"/>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7"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93E283C9-0B40-4C28-B079-069A6AC6BBAF}" type="slidenum">
              <a:rPr lang="fr-FR" altLang="fr-FR" smtClean="0"/>
              <a:pPr/>
              <a:t>‹N°›</a:t>
            </a:fld>
            <a:endParaRPr lang="fr-FR" altLang="fr-FR"/>
          </a:p>
        </p:txBody>
      </p:sp>
    </p:spTree>
    <p:extLst>
      <p:ext uri="{BB962C8B-B14F-4D97-AF65-F5344CB8AC3E}">
        <p14:creationId xmlns:p14="http://schemas.microsoft.com/office/powerpoint/2010/main" val="272490579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9" y="1859929"/>
            <a:ext cx="3141879" cy="576262"/>
          </a:xfrm>
        </p:spPr>
        <p:txBody>
          <a:bodyPr anchor="b">
            <a:noAutofit/>
          </a:bodyPr>
          <a:lstStyle>
            <a:lvl1pPr marL="0" indent="0">
              <a:buNone/>
              <a:defRPr sz="760" b="0">
                <a:solidFill>
                  <a:schemeClr val="accent1">
                    <a:lumMod val="60000"/>
                    <a:lumOff val="40000"/>
                  </a:schemeClr>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16" name="Text Placeholder 3"/>
          <p:cNvSpPr>
            <a:spLocks noGrp="1"/>
          </p:cNvSpPr>
          <p:nvPr>
            <p:ph type="body" sz="half" idx="15"/>
          </p:nvPr>
        </p:nvSpPr>
        <p:spPr>
          <a:xfrm>
            <a:off x="1154955" y="2436202"/>
            <a:ext cx="3141880" cy="2847293"/>
          </a:xfrm>
        </p:spPr>
        <p:txBody>
          <a:bodyPr anchor="t">
            <a:normAutofit/>
          </a:bodyPr>
          <a:lstStyle>
            <a:lvl1pPr marL="0" indent="0">
              <a:buNone/>
              <a:defRPr sz="443"/>
            </a:lvl1pPr>
            <a:lvl2pPr marL="144665" indent="0">
              <a:buNone/>
              <a:defRPr sz="380"/>
            </a:lvl2pPr>
            <a:lvl3pPr marL="289329" indent="0">
              <a:buNone/>
              <a:defRPr sz="316"/>
            </a:lvl3pPr>
            <a:lvl4pPr marL="433994" indent="0">
              <a:buNone/>
              <a:defRPr sz="285"/>
            </a:lvl4pPr>
            <a:lvl5pPr marL="578659" indent="0">
              <a:buNone/>
              <a:defRPr sz="285"/>
            </a:lvl5pPr>
            <a:lvl6pPr marL="723323" indent="0">
              <a:buNone/>
              <a:defRPr sz="285"/>
            </a:lvl6pPr>
            <a:lvl7pPr marL="867987" indent="0">
              <a:buNone/>
              <a:defRPr sz="285"/>
            </a:lvl7pPr>
            <a:lvl8pPr marL="1012652" indent="0">
              <a:buNone/>
              <a:defRPr sz="285"/>
            </a:lvl8pPr>
            <a:lvl9pPr marL="1157317" indent="0">
              <a:buNone/>
              <a:defRPr sz="285"/>
            </a:lvl9pPr>
          </a:lstStyle>
          <a:p>
            <a:pPr lvl="0"/>
            <a:r>
              <a:rPr lang="fr-FR"/>
              <a:t>Modifier les styles du texte du masque</a:t>
            </a:r>
          </a:p>
        </p:txBody>
      </p:sp>
      <p:sp>
        <p:nvSpPr>
          <p:cNvPr id="5" name="Text Placeholder 4"/>
          <p:cNvSpPr>
            <a:spLocks noGrp="1"/>
          </p:cNvSpPr>
          <p:nvPr>
            <p:ph type="body" sz="quarter" idx="3"/>
          </p:nvPr>
        </p:nvSpPr>
        <p:spPr>
          <a:xfrm>
            <a:off x="4512728" y="1859927"/>
            <a:ext cx="3147009" cy="576262"/>
          </a:xfrm>
        </p:spPr>
        <p:txBody>
          <a:bodyPr anchor="b">
            <a:noAutofit/>
          </a:bodyPr>
          <a:lstStyle>
            <a:lvl1pPr marL="0" indent="0">
              <a:buNone/>
              <a:defRPr sz="760" b="0">
                <a:solidFill>
                  <a:schemeClr val="accent1">
                    <a:lumMod val="60000"/>
                    <a:lumOff val="40000"/>
                  </a:schemeClr>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19" name="Text Placeholder 3"/>
          <p:cNvSpPr>
            <a:spLocks noGrp="1"/>
          </p:cNvSpPr>
          <p:nvPr>
            <p:ph type="body" sz="half" idx="16"/>
          </p:nvPr>
        </p:nvSpPr>
        <p:spPr>
          <a:xfrm>
            <a:off x="4512728" y="2436201"/>
            <a:ext cx="3147009" cy="2847293"/>
          </a:xfrm>
        </p:spPr>
        <p:txBody>
          <a:bodyPr anchor="t">
            <a:normAutofit/>
          </a:bodyPr>
          <a:lstStyle>
            <a:lvl1pPr marL="0" indent="0">
              <a:buNone/>
              <a:defRPr sz="443"/>
            </a:lvl1pPr>
            <a:lvl2pPr marL="144665" indent="0">
              <a:buNone/>
              <a:defRPr sz="380"/>
            </a:lvl2pPr>
            <a:lvl3pPr marL="289329" indent="0">
              <a:buNone/>
              <a:defRPr sz="316"/>
            </a:lvl3pPr>
            <a:lvl4pPr marL="433994" indent="0">
              <a:buNone/>
              <a:defRPr sz="285"/>
            </a:lvl4pPr>
            <a:lvl5pPr marL="578659" indent="0">
              <a:buNone/>
              <a:defRPr sz="285"/>
            </a:lvl5pPr>
            <a:lvl6pPr marL="723323" indent="0">
              <a:buNone/>
              <a:defRPr sz="285"/>
            </a:lvl6pPr>
            <a:lvl7pPr marL="867987" indent="0">
              <a:buNone/>
              <a:defRPr sz="285"/>
            </a:lvl7pPr>
            <a:lvl8pPr marL="1012652" indent="0">
              <a:buNone/>
              <a:defRPr sz="285"/>
            </a:lvl8pPr>
            <a:lvl9pPr marL="1157317" indent="0">
              <a:buNone/>
              <a:defRPr sz="285"/>
            </a:lvl9pPr>
          </a:lstStyle>
          <a:p>
            <a:pPr lvl="0"/>
            <a:r>
              <a:rPr lang="fr-FR"/>
              <a:t>Modifier les styles du texte du masque</a:t>
            </a:r>
          </a:p>
        </p:txBody>
      </p:sp>
      <p:sp>
        <p:nvSpPr>
          <p:cNvPr id="14" name="Text Placeholder 4"/>
          <p:cNvSpPr>
            <a:spLocks noGrp="1"/>
          </p:cNvSpPr>
          <p:nvPr>
            <p:ph type="body" sz="quarter" idx="13"/>
          </p:nvPr>
        </p:nvSpPr>
        <p:spPr>
          <a:xfrm>
            <a:off x="7888137" y="1859928"/>
            <a:ext cx="3145731" cy="576262"/>
          </a:xfrm>
        </p:spPr>
        <p:txBody>
          <a:bodyPr anchor="b">
            <a:noAutofit/>
          </a:bodyPr>
          <a:lstStyle>
            <a:lvl1pPr marL="0" indent="0">
              <a:buNone/>
              <a:defRPr sz="760" b="0">
                <a:solidFill>
                  <a:schemeClr val="accent1">
                    <a:lumMod val="60000"/>
                    <a:lumOff val="40000"/>
                  </a:schemeClr>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20" name="Text Placeholder 3"/>
          <p:cNvSpPr>
            <a:spLocks noGrp="1"/>
          </p:cNvSpPr>
          <p:nvPr>
            <p:ph type="body" sz="half" idx="17"/>
          </p:nvPr>
        </p:nvSpPr>
        <p:spPr>
          <a:xfrm>
            <a:off x="7888328" y="2436196"/>
            <a:ext cx="3145536" cy="2847293"/>
          </a:xfrm>
        </p:spPr>
        <p:txBody>
          <a:bodyPr anchor="t">
            <a:normAutofit/>
          </a:bodyPr>
          <a:lstStyle>
            <a:lvl1pPr marL="0" indent="0">
              <a:buNone/>
              <a:defRPr sz="443"/>
            </a:lvl1pPr>
            <a:lvl2pPr marL="144665" indent="0">
              <a:buNone/>
              <a:defRPr sz="380"/>
            </a:lvl2pPr>
            <a:lvl3pPr marL="289329" indent="0">
              <a:buNone/>
              <a:defRPr sz="316"/>
            </a:lvl3pPr>
            <a:lvl4pPr marL="433994" indent="0">
              <a:buNone/>
              <a:defRPr sz="285"/>
            </a:lvl4pPr>
            <a:lvl5pPr marL="578659" indent="0">
              <a:buNone/>
              <a:defRPr sz="285"/>
            </a:lvl5pPr>
            <a:lvl6pPr marL="723323" indent="0">
              <a:buNone/>
              <a:defRPr sz="285"/>
            </a:lvl6pPr>
            <a:lvl7pPr marL="867987" indent="0">
              <a:buNone/>
              <a:defRPr sz="285"/>
            </a:lvl7pPr>
            <a:lvl8pPr marL="1012652" indent="0">
              <a:buNone/>
              <a:defRPr sz="285"/>
            </a:lvl8pPr>
            <a:lvl9pPr marL="1157317" indent="0">
              <a:buNone/>
              <a:defRPr sz="285"/>
            </a:lvl9pPr>
          </a:lstStyle>
          <a:p>
            <a:pPr lvl="0"/>
            <a:r>
              <a:rPr lang="fr-FR"/>
              <a:t>Modifier les styles du texte du masque</a:t>
            </a:r>
          </a:p>
        </p:txBody>
      </p:sp>
      <p:cxnSp>
        <p:nvCxnSpPr>
          <p:cNvPr id="17" name="Straight Connector 16"/>
          <p:cNvCxnSpPr/>
          <p:nvPr/>
        </p:nvCxnSpPr>
        <p:spPr>
          <a:xfrm>
            <a:off x="4403971" y="1826071"/>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1826071"/>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Footer Placeholder 4"/>
          <p:cNvSpPr>
            <a:spLocks noGrp="1"/>
          </p:cNvSpPr>
          <p:nvPr>
            <p:ph type="ftr" sz="quarter" idx="18"/>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22"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89AC74B3-89EE-42ED-A550-B772F10F372D}" type="slidenum">
              <a:rPr lang="fr-FR" altLang="fr-FR" smtClean="0"/>
              <a:pPr/>
              <a:t>‹N°›</a:t>
            </a:fld>
            <a:endParaRPr lang="fr-FR" altLang="fr-FR"/>
          </a:p>
        </p:txBody>
      </p:sp>
      <p:sp>
        <p:nvSpPr>
          <p:cNvPr id="23"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a:t>Modifiez le style du titre</a:t>
            </a:r>
            <a:endParaRPr lang="en-US" dirty="0"/>
          </a:p>
        </p:txBody>
      </p:sp>
    </p:spTree>
    <p:extLst>
      <p:ext uri="{BB962C8B-B14F-4D97-AF65-F5344CB8AC3E}">
        <p14:creationId xmlns:p14="http://schemas.microsoft.com/office/powerpoint/2010/main" val="647622992"/>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61" y="3789273"/>
            <a:ext cx="3050439" cy="576262"/>
          </a:xfrm>
        </p:spPr>
        <p:txBody>
          <a:bodyPr anchor="b">
            <a:noAutofit/>
          </a:bodyPr>
          <a:lstStyle>
            <a:lvl1pPr marL="0" indent="0">
              <a:buNone/>
              <a:defRPr sz="760" b="0">
                <a:solidFill>
                  <a:schemeClr val="accent1">
                    <a:lumMod val="60000"/>
                    <a:lumOff val="40000"/>
                  </a:schemeClr>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19" name="Picture Placeholder 2"/>
          <p:cNvSpPr>
            <a:spLocks noGrp="1" noChangeAspect="1"/>
          </p:cNvSpPr>
          <p:nvPr>
            <p:ph type="pic" idx="15"/>
          </p:nvPr>
        </p:nvSpPr>
        <p:spPr>
          <a:xfrm>
            <a:off x="1334560" y="1859929"/>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506"/>
            </a:lvl1pPr>
            <a:lvl2pPr marL="144665" indent="0">
              <a:buNone/>
              <a:defRPr sz="506"/>
            </a:lvl2pPr>
            <a:lvl3pPr marL="289329" indent="0">
              <a:buNone/>
              <a:defRPr sz="506"/>
            </a:lvl3pPr>
            <a:lvl4pPr marL="433994" indent="0">
              <a:buNone/>
              <a:defRPr sz="506"/>
            </a:lvl4pPr>
            <a:lvl5pPr marL="578659" indent="0">
              <a:buNone/>
              <a:defRPr sz="506"/>
            </a:lvl5pPr>
            <a:lvl6pPr marL="723323" indent="0">
              <a:buNone/>
              <a:defRPr sz="506"/>
            </a:lvl6pPr>
            <a:lvl7pPr marL="867987" indent="0">
              <a:buNone/>
              <a:defRPr sz="506"/>
            </a:lvl7pPr>
            <a:lvl8pPr marL="1012652" indent="0">
              <a:buNone/>
              <a:defRPr sz="506"/>
            </a:lvl8pPr>
            <a:lvl9pPr marL="1157317" indent="0">
              <a:buNone/>
              <a:defRPr sz="506"/>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61" y="4365535"/>
            <a:ext cx="3050439" cy="917952"/>
          </a:xfrm>
        </p:spPr>
        <p:txBody>
          <a:bodyPr anchor="t">
            <a:normAutofit/>
          </a:bodyPr>
          <a:lstStyle>
            <a:lvl1pPr marL="0" indent="0">
              <a:buNone/>
              <a:defRPr sz="443"/>
            </a:lvl1pPr>
            <a:lvl2pPr marL="144665" indent="0">
              <a:buNone/>
              <a:defRPr sz="380"/>
            </a:lvl2pPr>
            <a:lvl3pPr marL="289329" indent="0">
              <a:buNone/>
              <a:defRPr sz="316"/>
            </a:lvl3pPr>
            <a:lvl4pPr marL="433994" indent="0">
              <a:buNone/>
              <a:defRPr sz="285"/>
            </a:lvl4pPr>
            <a:lvl5pPr marL="578659" indent="0">
              <a:buNone/>
              <a:defRPr sz="285"/>
            </a:lvl5pPr>
            <a:lvl6pPr marL="723323" indent="0">
              <a:buNone/>
              <a:defRPr sz="285"/>
            </a:lvl6pPr>
            <a:lvl7pPr marL="867987" indent="0">
              <a:buNone/>
              <a:defRPr sz="285"/>
            </a:lvl7pPr>
            <a:lvl8pPr marL="1012652" indent="0">
              <a:buNone/>
              <a:defRPr sz="285"/>
            </a:lvl8pPr>
            <a:lvl9pPr marL="1157317" indent="0">
              <a:buNone/>
              <a:defRPr sz="285"/>
            </a:lvl9pPr>
          </a:lstStyle>
          <a:p>
            <a:pPr lvl="0"/>
            <a:r>
              <a:rPr lang="fr-FR"/>
              <a:t>Modifier les styles du texte du masque</a:t>
            </a:r>
          </a:p>
        </p:txBody>
      </p:sp>
      <p:sp>
        <p:nvSpPr>
          <p:cNvPr id="5" name="Text Placeholder 4"/>
          <p:cNvSpPr>
            <a:spLocks noGrp="1"/>
          </p:cNvSpPr>
          <p:nvPr>
            <p:ph type="body" sz="quarter" idx="3"/>
          </p:nvPr>
        </p:nvSpPr>
        <p:spPr>
          <a:xfrm>
            <a:off x="4568871" y="3789280"/>
            <a:ext cx="3050439" cy="576263"/>
          </a:xfrm>
        </p:spPr>
        <p:txBody>
          <a:bodyPr anchor="b">
            <a:noAutofit/>
          </a:bodyPr>
          <a:lstStyle>
            <a:lvl1pPr marL="0" indent="0">
              <a:buNone/>
              <a:defRPr sz="760" b="0">
                <a:solidFill>
                  <a:schemeClr val="accent1">
                    <a:lumMod val="60000"/>
                    <a:lumOff val="40000"/>
                  </a:schemeClr>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41" name="Picture Placeholder 2"/>
          <p:cNvSpPr>
            <a:spLocks noGrp="1" noChangeAspect="1"/>
          </p:cNvSpPr>
          <p:nvPr>
            <p:ph type="pic" idx="21"/>
          </p:nvPr>
        </p:nvSpPr>
        <p:spPr>
          <a:xfrm>
            <a:off x="4748465" y="1859929"/>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506"/>
            </a:lvl1pPr>
            <a:lvl2pPr marL="144665" indent="0">
              <a:buNone/>
              <a:defRPr sz="506"/>
            </a:lvl2pPr>
            <a:lvl3pPr marL="289329" indent="0">
              <a:buNone/>
              <a:defRPr sz="506"/>
            </a:lvl3pPr>
            <a:lvl4pPr marL="433994" indent="0">
              <a:buNone/>
              <a:defRPr sz="506"/>
            </a:lvl4pPr>
            <a:lvl5pPr marL="578659" indent="0">
              <a:buNone/>
              <a:defRPr sz="506"/>
            </a:lvl5pPr>
            <a:lvl6pPr marL="723323" indent="0">
              <a:buNone/>
              <a:defRPr sz="506"/>
            </a:lvl6pPr>
            <a:lvl7pPr marL="867987" indent="0">
              <a:buNone/>
              <a:defRPr sz="506"/>
            </a:lvl7pPr>
            <a:lvl8pPr marL="1012652" indent="0">
              <a:buNone/>
              <a:defRPr sz="506"/>
            </a:lvl8pPr>
            <a:lvl9pPr marL="1157317" indent="0">
              <a:buNone/>
              <a:defRPr sz="506"/>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70179" y="4365534"/>
            <a:ext cx="3050439" cy="917952"/>
          </a:xfrm>
        </p:spPr>
        <p:txBody>
          <a:bodyPr anchor="t">
            <a:normAutofit/>
          </a:bodyPr>
          <a:lstStyle>
            <a:lvl1pPr marL="0" indent="0">
              <a:buNone/>
              <a:defRPr sz="443"/>
            </a:lvl1pPr>
            <a:lvl2pPr marL="144665" indent="0">
              <a:buNone/>
              <a:defRPr sz="380"/>
            </a:lvl2pPr>
            <a:lvl3pPr marL="289329" indent="0">
              <a:buNone/>
              <a:defRPr sz="316"/>
            </a:lvl3pPr>
            <a:lvl4pPr marL="433994" indent="0">
              <a:buNone/>
              <a:defRPr sz="285"/>
            </a:lvl4pPr>
            <a:lvl5pPr marL="578659" indent="0">
              <a:buNone/>
              <a:defRPr sz="285"/>
            </a:lvl5pPr>
            <a:lvl6pPr marL="723323" indent="0">
              <a:buNone/>
              <a:defRPr sz="285"/>
            </a:lvl6pPr>
            <a:lvl7pPr marL="867987" indent="0">
              <a:buNone/>
              <a:defRPr sz="285"/>
            </a:lvl7pPr>
            <a:lvl8pPr marL="1012652" indent="0">
              <a:buNone/>
              <a:defRPr sz="285"/>
            </a:lvl8pPr>
            <a:lvl9pPr marL="1157317" indent="0">
              <a:buNone/>
              <a:defRPr sz="285"/>
            </a:lvl9pPr>
          </a:lstStyle>
          <a:p>
            <a:pPr lvl="0"/>
            <a:r>
              <a:rPr lang="fr-FR"/>
              <a:t>Modifier les styles du texte du masque</a:t>
            </a:r>
          </a:p>
        </p:txBody>
      </p:sp>
      <p:sp>
        <p:nvSpPr>
          <p:cNvPr id="14" name="Text Placeholder 4"/>
          <p:cNvSpPr>
            <a:spLocks noGrp="1"/>
          </p:cNvSpPr>
          <p:nvPr>
            <p:ph type="body" sz="quarter" idx="13"/>
          </p:nvPr>
        </p:nvSpPr>
        <p:spPr>
          <a:xfrm>
            <a:off x="7982776" y="3789274"/>
            <a:ext cx="3051096" cy="576262"/>
          </a:xfrm>
        </p:spPr>
        <p:txBody>
          <a:bodyPr anchor="b">
            <a:noAutofit/>
          </a:bodyPr>
          <a:lstStyle>
            <a:lvl1pPr marL="0" indent="0">
              <a:buNone/>
              <a:defRPr sz="760" b="0">
                <a:solidFill>
                  <a:schemeClr val="accent1">
                    <a:lumMod val="60000"/>
                    <a:lumOff val="40000"/>
                  </a:schemeClr>
                </a:solidFill>
              </a:defRPr>
            </a:lvl1pPr>
            <a:lvl2pPr marL="144665" indent="0">
              <a:buNone/>
              <a:defRPr sz="633" b="1"/>
            </a:lvl2pPr>
            <a:lvl3pPr marL="289329" indent="0">
              <a:buNone/>
              <a:defRPr sz="570" b="1"/>
            </a:lvl3pPr>
            <a:lvl4pPr marL="433994" indent="0">
              <a:buNone/>
              <a:defRPr sz="506" b="1"/>
            </a:lvl4pPr>
            <a:lvl5pPr marL="578659" indent="0">
              <a:buNone/>
              <a:defRPr sz="506" b="1"/>
            </a:lvl5pPr>
            <a:lvl6pPr marL="723323" indent="0">
              <a:buNone/>
              <a:defRPr sz="506" b="1"/>
            </a:lvl6pPr>
            <a:lvl7pPr marL="867987" indent="0">
              <a:buNone/>
              <a:defRPr sz="506" b="1"/>
            </a:lvl7pPr>
            <a:lvl8pPr marL="1012652" indent="0">
              <a:buNone/>
              <a:defRPr sz="506" b="1"/>
            </a:lvl8pPr>
            <a:lvl9pPr marL="1157317" indent="0">
              <a:buNone/>
              <a:defRPr sz="506" b="1"/>
            </a:lvl9pPr>
          </a:lstStyle>
          <a:p>
            <a:pPr lvl="0"/>
            <a:r>
              <a:rPr lang="fr-FR"/>
              <a:t>Modifier les styles du texte du masque</a:t>
            </a:r>
          </a:p>
        </p:txBody>
      </p:sp>
      <p:sp>
        <p:nvSpPr>
          <p:cNvPr id="42" name="Picture Placeholder 2"/>
          <p:cNvSpPr>
            <a:spLocks noGrp="1" noChangeAspect="1"/>
          </p:cNvSpPr>
          <p:nvPr>
            <p:ph type="pic" idx="22"/>
          </p:nvPr>
        </p:nvSpPr>
        <p:spPr>
          <a:xfrm>
            <a:off x="8163038" y="1859929"/>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506"/>
            </a:lvl1pPr>
            <a:lvl2pPr marL="144665" indent="0">
              <a:buNone/>
              <a:defRPr sz="506"/>
            </a:lvl2pPr>
            <a:lvl3pPr marL="289329" indent="0">
              <a:buNone/>
              <a:defRPr sz="506"/>
            </a:lvl3pPr>
            <a:lvl4pPr marL="433994" indent="0">
              <a:buNone/>
              <a:defRPr sz="506"/>
            </a:lvl4pPr>
            <a:lvl5pPr marL="578659" indent="0">
              <a:buNone/>
              <a:defRPr sz="506"/>
            </a:lvl5pPr>
            <a:lvl6pPr marL="723323" indent="0">
              <a:buNone/>
              <a:defRPr sz="506"/>
            </a:lvl6pPr>
            <a:lvl7pPr marL="867987" indent="0">
              <a:buNone/>
              <a:defRPr sz="506"/>
            </a:lvl7pPr>
            <a:lvl8pPr marL="1012652" indent="0">
              <a:buNone/>
              <a:defRPr sz="506"/>
            </a:lvl8pPr>
            <a:lvl9pPr marL="1157317" indent="0">
              <a:buNone/>
              <a:defRPr sz="506"/>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2775" y="4365533"/>
            <a:ext cx="3051096" cy="917952"/>
          </a:xfrm>
        </p:spPr>
        <p:txBody>
          <a:bodyPr anchor="t">
            <a:normAutofit/>
          </a:bodyPr>
          <a:lstStyle>
            <a:lvl1pPr marL="0" indent="0">
              <a:buNone/>
              <a:defRPr sz="443"/>
            </a:lvl1pPr>
            <a:lvl2pPr marL="144665" indent="0">
              <a:buNone/>
              <a:defRPr sz="380"/>
            </a:lvl2pPr>
            <a:lvl3pPr marL="289329" indent="0">
              <a:buNone/>
              <a:defRPr sz="316"/>
            </a:lvl3pPr>
            <a:lvl4pPr marL="433994" indent="0">
              <a:buNone/>
              <a:defRPr sz="285"/>
            </a:lvl4pPr>
            <a:lvl5pPr marL="578659" indent="0">
              <a:buNone/>
              <a:defRPr sz="285"/>
            </a:lvl5pPr>
            <a:lvl6pPr marL="723323" indent="0">
              <a:buNone/>
              <a:defRPr sz="285"/>
            </a:lvl6pPr>
            <a:lvl7pPr marL="867987" indent="0">
              <a:buNone/>
              <a:defRPr sz="285"/>
            </a:lvl7pPr>
            <a:lvl8pPr marL="1012652" indent="0">
              <a:buNone/>
              <a:defRPr sz="285"/>
            </a:lvl8pPr>
            <a:lvl9pPr marL="1157317" indent="0">
              <a:buNone/>
              <a:defRPr sz="285"/>
            </a:lvl9pPr>
          </a:lstStyle>
          <a:p>
            <a:pPr lvl="0"/>
            <a:r>
              <a:rPr lang="fr-FR"/>
              <a:t>Modifier les styles du texte du masque</a:t>
            </a:r>
          </a:p>
        </p:txBody>
      </p:sp>
      <p:cxnSp>
        <p:nvCxnSpPr>
          <p:cNvPr id="43" name="Straight Connector 42"/>
          <p:cNvCxnSpPr/>
          <p:nvPr/>
        </p:nvCxnSpPr>
        <p:spPr>
          <a:xfrm>
            <a:off x="4405832" y="182607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1" y="182607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Footer Placeholder 4"/>
          <p:cNvSpPr>
            <a:spLocks noGrp="1"/>
          </p:cNvSpPr>
          <p:nvPr>
            <p:ph type="ftr" sz="quarter" idx="23"/>
          </p:nvPr>
        </p:nvSpPr>
        <p:spPr>
          <a:xfrm>
            <a:off x="4344333" y="6309329"/>
            <a:ext cx="3859795" cy="304801"/>
          </a:xfrm>
          <a:prstGeom prst="rect">
            <a:avLst/>
          </a:prstGeom>
        </p:spPr>
        <p:txBody>
          <a:bodyPr anchor="ctr"/>
          <a:lstStyle>
            <a:lvl1pPr algn="ctr">
              <a:defRPr sz="506">
                <a:latin typeface="Candara" panose="020E0502030303020204" pitchFamily="34" charset="0"/>
              </a:defRPr>
            </a:lvl1pPr>
          </a:lstStyle>
          <a:p>
            <a:pPr>
              <a:defRPr/>
            </a:pPr>
            <a:r>
              <a:rPr lang="fr-FR"/>
              <a:t>Fonctions génériques</a:t>
            </a:r>
          </a:p>
        </p:txBody>
      </p:sp>
      <p:sp>
        <p:nvSpPr>
          <p:cNvPr id="20"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89AC74B3-89EE-42ED-A550-B772F10F372D}" type="slidenum">
              <a:rPr lang="fr-FR" altLang="fr-FR" smtClean="0"/>
              <a:pPr/>
              <a:t>‹N°›</a:t>
            </a:fld>
            <a:endParaRPr lang="fr-FR" altLang="fr-FR"/>
          </a:p>
        </p:txBody>
      </p:sp>
      <p:sp>
        <p:nvSpPr>
          <p:cNvPr id="21"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a:t>Modifiez le style du titre</a:t>
            </a:r>
            <a:endParaRPr lang="en-US" dirty="0"/>
          </a:p>
        </p:txBody>
      </p:sp>
    </p:spTree>
    <p:extLst>
      <p:ext uri="{BB962C8B-B14F-4D97-AF65-F5344CB8AC3E}">
        <p14:creationId xmlns:p14="http://schemas.microsoft.com/office/powerpoint/2010/main" val="2572715296"/>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re et texte vertical">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787829" y="1849874"/>
            <a:ext cx="10972800" cy="3867638"/>
          </a:xfrm>
        </p:spPr>
        <p:txBody>
          <a:bodyPr vert="eaVert" anchor="t" anchorCtr="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Footer Placeholder 4"/>
          <p:cNvSpPr>
            <a:spLocks noGrp="1"/>
          </p:cNvSpPr>
          <p:nvPr>
            <p:ph type="ftr" sz="quarter" idx="11"/>
          </p:nvPr>
        </p:nvSpPr>
        <p:spPr>
          <a:xfrm>
            <a:off x="4344333" y="6309329"/>
            <a:ext cx="3859795" cy="304801"/>
          </a:xfrm>
          <a:prstGeom prst="rect">
            <a:avLst/>
          </a:prstGeom>
        </p:spPr>
        <p:txBody>
          <a:bodyPr/>
          <a:lstStyle/>
          <a:p>
            <a:pPr>
              <a:defRPr/>
            </a:pPr>
            <a:r>
              <a:rPr lang="fr-FR"/>
              <a:t>Fonctions génériques</a:t>
            </a:r>
          </a:p>
        </p:txBody>
      </p:sp>
      <p:sp>
        <p:nvSpPr>
          <p:cNvPr id="8" name="Slide Number Placeholder 5"/>
          <p:cNvSpPr>
            <a:spLocks noGrp="1"/>
          </p:cNvSpPr>
          <p:nvPr>
            <p:ph type="sldNum" sz="quarter" idx="4"/>
          </p:nvPr>
        </p:nvSpPr>
        <p:spPr>
          <a:xfrm>
            <a:off x="11040629" y="6309320"/>
            <a:ext cx="720000" cy="306000"/>
          </a:xfrm>
          <a:prstGeom prst="rect">
            <a:avLst/>
          </a:prstGeom>
        </p:spPr>
        <p:txBody>
          <a:bodyPr/>
          <a:lstStyle>
            <a:lvl1pPr algn="r">
              <a:defRPr sz="443">
                <a:latin typeface="Candara" panose="020E0502030303020204" pitchFamily="34" charset="0"/>
              </a:defRPr>
            </a:lvl1pPr>
          </a:lstStyle>
          <a:p>
            <a:fld id="{95C372E3-E825-4745-A35B-B946A6EE0966}" type="slidenum">
              <a:rPr lang="fr-FR" altLang="fr-FR" smtClean="0"/>
              <a:pPr/>
              <a:t>‹N°›</a:t>
            </a:fld>
            <a:endParaRPr lang="fr-FR" altLang="fr-FR"/>
          </a:p>
        </p:txBody>
      </p:sp>
      <p:sp>
        <p:nvSpPr>
          <p:cNvPr id="6"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a:t>Modifiez le style du titre</a:t>
            </a:r>
            <a:endParaRPr lang="en-US" dirty="0"/>
          </a:p>
        </p:txBody>
      </p:sp>
    </p:spTree>
    <p:extLst>
      <p:ext uri="{BB962C8B-B14F-4D97-AF65-F5344CB8AC3E}">
        <p14:creationId xmlns:p14="http://schemas.microsoft.com/office/powerpoint/2010/main" val="204728421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5.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3.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5" Type="http://schemas.openxmlformats.org/officeDocument/2006/relationships/image" Target="../media/image5.png"/><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8" name="Groupe 7"/>
          <p:cNvGrpSpPr/>
          <p:nvPr/>
        </p:nvGrpSpPr>
        <p:grpSpPr>
          <a:xfrm>
            <a:off x="0" y="4878000"/>
            <a:ext cx="12192000" cy="1980000"/>
            <a:chOff x="0" y="4878000"/>
            <a:chExt cx="12192000" cy="1980000"/>
          </a:xfrm>
        </p:grpSpPr>
        <p:pic>
          <p:nvPicPr>
            <p:cNvPr id="7" name="Image 6"/>
            <p:cNvPicPr>
              <a:picLocks noChangeAspect="1"/>
            </p:cNvPicPr>
            <p:nvPr userDrawn="1"/>
          </p:nvPicPr>
          <p:blipFill rotWithShape="1">
            <a:blip r:embed="rId12"/>
            <a:srcRect l="5226"/>
            <a:stretch/>
          </p:blipFill>
          <p:spPr>
            <a:xfrm>
              <a:off x="0" y="4878000"/>
              <a:ext cx="12192000" cy="1980000"/>
            </a:xfrm>
            <a:prstGeom prst="rect">
              <a:avLst/>
            </a:prstGeom>
          </p:spPr>
        </p:pic>
        <p:pic>
          <p:nvPicPr>
            <p:cNvPr id="6" name="Image 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155990" y="6258098"/>
              <a:ext cx="390698" cy="361604"/>
            </a:xfrm>
            <a:prstGeom prst="rect">
              <a:avLst/>
            </a:prstGeom>
          </p:spPr>
        </p:pic>
        <p:pic>
          <p:nvPicPr>
            <p:cNvPr id="15" name="Picture 15" descr="POLYTECH_Q"/>
            <p:cNvPicPr>
              <a:picLocks noChangeAspect="1" noChangeArrowheads="1"/>
            </p:cNvPicPr>
            <p:nvPr userDrawn="1"/>
          </p:nvPicPr>
          <p:blipFill>
            <a:blip r:embed="rId14" cstate="screen">
              <a:extLst>
                <a:ext uri="{28A0092B-C50C-407E-A947-70E740481C1C}">
                  <a14:useLocalDpi xmlns:a14="http://schemas.microsoft.com/office/drawing/2010/main"/>
                </a:ext>
              </a:extLst>
            </a:blip>
            <a:stretch>
              <a:fillRect/>
            </a:stretch>
          </p:blipFill>
          <p:spPr bwMode="auto">
            <a:xfrm>
              <a:off x="801351" y="6255320"/>
              <a:ext cx="566608" cy="360000"/>
            </a:xfrm>
            <a:prstGeom prst="rect">
              <a:avLst/>
            </a:prstGeom>
            <a:noFill/>
            <a:ln w="9525">
              <a:noFill/>
              <a:miter lim="800000"/>
              <a:headEnd/>
              <a:tailEnd/>
            </a:ln>
          </p:spPr>
        </p:pic>
        <p:pic>
          <p:nvPicPr>
            <p:cNvPr id="16" name="Picture 16" descr="logo_univ_orleans"/>
            <p:cNvPicPr>
              <a:picLocks noChangeAspect="1" noChangeArrowheads="1"/>
            </p:cNvPicPr>
            <p:nvPr userDrawn="1"/>
          </p:nvPicPr>
          <p:blipFill rotWithShape="1">
            <a:blip r:embed="rId15" cstate="screen">
              <a:extLst>
                <a:ext uri="{28A0092B-C50C-407E-A947-70E740481C1C}">
                  <a14:useLocalDpi xmlns:a14="http://schemas.microsoft.com/office/drawing/2010/main"/>
                </a:ext>
              </a:extLst>
            </a:blip>
            <a:srcRect t="1" b="2857"/>
            <a:stretch/>
          </p:blipFill>
          <p:spPr bwMode="auto">
            <a:xfrm>
              <a:off x="1680556" y="6255320"/>
              <a:ext cx="621282" cy="360000"/>
            </a:xfrm>
            <a:prstGeom prst="rect">
              <a:avLst/>
            </a:prstGeom>
            <a:noFill/>
            <a:ln w="9525">
              <a:noFill/>
              <a:miter lim="800000"/>
              <a:headEnd/>
              <a:tailEnd/>
            </a:ln>
          </p:spPr>
        </p:pic>
      </p:grpSp>
      <p:sp>
        <p:nvSpPr>
          <p:cNvPr id="2"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dirty="0"/>
              <a:t>Modifiez le style du titre</a:t>
            </a:r>
            <a:endParaRPr lang="en-US" dirty="0"/>
          </a:p>
        </p:txBody>
      </p:sp>
      <p:sp>
        <p:nvSpPr>
          <p:cNvPr id="3" name="Text Placeholder 2"/>
          <p:cNvSpPr>
            <a:spLocks noGrp="1"/>
          </p:cNvSpPr>
          <p:nvPr>
            <p:ph type="body" idx="1"/>
          </p:nvPr>
        </p:nvSpPr>
        <p:spPr>
          <a:xfrm>
            <a:off x="787829" y="1504800"/>
            <a:ext cx="10972800" cy="4515000"/>
          </a:xfrm>
          <a:prstGeom prst="rect">
            <a:avLst/>
          </a:prstGeom>
        </p:spPr>
        <p:txBody>
          <a:bodyPr vert="horz" lIns="91440" tIns="45720" rIns="91440" bIns="45720" rtlCol="0">
            <a:no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9" name="Rectangle 28"/>
          <p:cNvSpPr/>
          <p:nvPr/>
        </p:nvSpPr>
        <p:spPr>
          <a:xfrm>
            <a:off x="1" y="764704"/>
            <a:ext cx="719403" cy="93762"/>
          </a:xfrm>
          <a:prstGeom prst="rect">
            <a:avLst/>
          </a:prstGeom>
          <a:gradFill>
            <a:gsLst>
              <a:gs pos="0">
                <a:srgbClr val="0070C0"/>
              </a:gs>
              <a:gs pos="75000">
                <a:srgbClr val="00B0F0"/>
              </a:gs>
              <a:gs pos="100000">
                <a:srgbClr val="00B0F0">
                  <a:alpha val="5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13" dirty="0"/>
          </a:p>
        </p:txBody>
      </p:sp>
      <p:sp>
        <p:nvSpPr>
          <p:cNvPr id="37" name="Footer Placeholder 4"/>
          <p:cNvSpPr>
            <a:spLocks noGrp="1"/>
          </p:cNvSpPr>
          <p:nvPr>
            <p:ph type="ftr" sz="quarter" idx="3"/>
          </p:nvPr>
        </p:nvSpPr>
        <p:spPr>
          <a:xfrm>
            <a:off x="4344333" y="6309327"/>
            <a:ext cx="3859795" cy="304801"/>
          </a:xfrm>
          <a:prstGeom prst="rect">
            <a:avLst/>
          </a:prstGeom>
        </p:spPr>
        <p:txBody>
          <a:bodyPr anchor="ctr"/>
          <a:lstStyle>
            <a:lvl1pPr algn="ctr">
              <a:defRPr sz="1400">
                <a:latin typeface="Calibri" panose="020F0502020204030204" pitchFamily="34" charset="0"/>
                <a:cs typeface="Calibri" panose="020F0502020204030204" pitchFamily="34" charset="0"/>
              </a:defRPr>
            </a:lvl1pPr>
          </a:lstStyle>
          <a:p>
            <a:pPr>
              <a:defRPr/>
            </a:pPr>
            <a:r>
              <a:rPr lang="fr-FR"/>
              <a:t>Fonctions génériques</a:t>
            </a:r>
          </a:p>
        </p:txBody>
      </p:sp>
      <p:sp>
        <p:nvSpPr>
          <p:cNvPr id="38"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675">
                <a:latin typeface="Candara" panose="020E0502030303020204" pitchFamily="34" charset="0"/>
              </a:defRPr>
            </a:lvl1pPr>
          </a:lstStyle>
          <a:p>
            <a:fld id="{89AC74B3-89EE-42ED-A550-B772F10F372D}" type="slidenum">
              <a:rPr lang="fr-FR" altLang="fr-FR" smtClean="0"/>
              <a:pPr/>
              <a:t>‹N°›</a:t>
            </a:fld>
            <a:endParaRPr lang="fr-FR" altLang="fr-FR"/>
          </a:p>
        </p:txBody>
      </p:sp>
    </p:spTree>
    <p:extLst>
      <p:ext uri="{BB962C8B-B14F-4D97-AF65-F5344CB8AC3E}">
        <p14:creationId xmlns:p14="http://schemas.microsoft.com/office/powerpoint/2010/main" val="3538857892"/>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Lst>
  <p:transition spd="slow">
    <p:wipe/>
  </p:transition>
  <p:hf hdr="0" ftr="0" dt="0"/>
  <p:txStyles>
    <p:titleStyle>
      <a:lvl1pPr algn="l" defTabSz="192887" rtl="0" eaLnBrk="1" latinLnBrk="0" hangingPunct="1">
        <a:spcBef>
          <a:spcPct val="0"/>
        </a:spcBef>
        <a:buNone/>
        <a:defRPr sz="2100" b="1" i="0" kern="1200">
          <a:solidFill>
            <a:srgbClr val="00B0F0"/>
          </a:solidFill>
          <a:latin typeface="Candara" panose="020E0502030303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44665" indent="-144665" algn="l" defTabSz="192887" rtl="0" eaLnBrk="1" latinLnBrk="0" hangingPunct="1">
        <a:spcBef>
          <a:spcPts val="422"/>
        </a:spcBef>
        <a:spcAft>
          <a:spcPts val="0"/>
        </a:spcAft>
        <a:buClr>
          <a:srgbClr val="315683"/>
        </a:buClr>
        <a:buSzPct val="80000"/>
        <a:buFont typeface="Wingdings 3" charset="2"/>
        <a:buChar char=""/>
        <a:defRPr sz="1800" b="0" i="0" kern="1200">
          <a:solidFill>
            <a:srgbClr val="315683"/>
          </a:solidFill>
          <a:latin typeface="Candara" panose="020E0502030303020204" pitchFamily="34" charset="0"/>
          <a:ea typeface="+mn-ea"/>
          <a:cs typeface="+mn-cs"/>
        </a:defRPr>
      </a:lvl1pPr>
      <a:lvl2pPr marL="313440" indent="-120554" algn="l" defTabSz="192887" rtl="0" eaLnBrk="1" latinLnBrk="0" hangingPunct="1">
        <a:spcBef>
          <a:spcPts val="422"/>
        </a:spcBef>
        <a:spcAft>
          <a:spcPts val="0"/>
        </a:spcAft>
        <a:buClr>
          <a:srgbClr val="315683"/>
        </a:buClr>
        <a:buSzPct val="80000"/>
        <a:buFont typeface="Wingdings 3" charset="2"/>
        <a:buChar char=""/>
        <a:defRPr sz="1350" b="0" i="0" kern="1200">
          <a:solidFill>
            <a:srgbClr val="315683"/>
          </a:solidFill>
          <a:latin typeface="Candara" panose="020E0502030303020204" pitchFamily="34" charset="0"/>
          <a:ea typeface="+mn-ea"/>
          <a:cs typeface="+mn-cs"/>
        </a:defRPr>
      </a:lvl2pPr>
      <a:lvl3pPr marL="482216" indent="-96443" algn="l" defTabSz="192887" rtl="0" eaLnBrk="1" latinLnBrk="0" hangingPunct="1">
        <a:spcBef>
          <a:spcPts val="422"/>
        </a:spcBef>
        <a:spcAft>
          <a:spcPts val="0"/>
        </a:spcAft>
        <a:buClr>
          <a:srgbClr val="315683"/>
        </a:buClr>
        <a:buSzPct val="80000"/>
        <a:buFont typeface="Wingdings 3" charset="2"/>
        <a:buChar char=""/>
        <a:defRPr sz="1200" b="0" i="0" kern="1200">
          <a:solidFill>
            <a:srgbClr val="315683"/>
          </a:solidFill>
          <a:latin typeface="Candara" panose="020E0502030303020204" pitchFamily="34" charset="0"/>
          <a:ea typeface="+mn-ea"/>
          <a:cs typeface="+mn-cs"/>
        </a:defRPr>
      </a:lvl3pPr>
      <a:lvl4pPr marL="675101" indent="-96443" algn="l" defTabSz="192887" rtl="0" eaLnBrk="1" latinLnBrk="0" hangingPunct="1">
        <a:spcBef>
          <a:spcPts val="422"/>
        </a:spcBef>
        <a:spcAft>
          <a:spcPts val="0"/>
        </a:spcAft>
        <a:buClr>
          <a:srgbClr val="315683"/>
        </a:buClr>
        <a:buSzPct val="80000"/>
        <a:buFont typeface="Wingdings 3" charset="2"/>
        <a:buChar char=""/>
        <a:defRPr sz="900" b="0" i="0" kern="1200">
          <a:solidFill>
            <a:srgbClr val="315683"/>
          </a:solidFill>
          <a:latin typeface="Candara" panose="020E0502030303020204" pitchFamily="34" charset="0"/>
          <a:ea typeface="+mn-ea"/>
          <a:cs typeface="+mn-cs"/>
        </a:defRPr>
      </a:lvl4pPr>
      <a:lvl5pPr marL="867988" indent="-96443" algn="l" defTabSz="192887" rtl="0" eaLnBrk="1" latinLnBrk="0" hangingPunct="1">
        <a:spcBef>
          <a:spcPts val="422"/>
        </a:spcBef>
        <a:spcAft>
          <a:spcPts val="0"/>
        </a:spcAft>
        <a:buClr>
          <a:srgbClr val="315683"/>
        </a:buClr>
        <a:buSzPct val="80000"/>
        <a:buFont typeface="Wingdings 3" charset="2"/>
        <a:buChar char=""/>
        <a:defRPr sz="788" b="0" i="0" kern="1200">
          <a:solidFill>
            <a:srgbClr val="315683"/>
          </a:solidFill>
          <a:latin typeface="Candara" panose="020E0502030303020204" pitchFamily="34" charset="0"/>
          <a:ea typeface="+mn-ea"/>
          <a:cs typeface="+mn-cs"/>
        </a:defRPr>
      </a:lvl5pPr>
      <a:lvl6pPr marL="1060874" indent="-96443" algn="l" defTabSz="192887" rtl="0" eaLnBrk="1" latinLnBrk="0" hangingPunct="1">
        <a:spcBef>
          <a:spcPts val="422"/>
        </a:spcBef>
        <a:spcAft>
          <a:spcPts val="0"/>
        </a:spcAft>
        <a:buClr>
          <a:schemeClr val="accent1"/>
        </a:buClr>
        <a:buSzPct val="80000"/>
        <a:buFont typeface="Wingdings 3" charset="2"/>
        <a:buChar char=""/>
        <a:defRPr sz="506" b="0" i="0" kern="1200">
          <a:solidFill>
            <a:schemeClr val="tx1">
              <a:lumMod val="75000"/>
              <a:lumOff val="25000"/>
            </a:schemeClr>
          </a:solidFill>
          <a:latin typeface="+mn-lt"/>
          <a:ea typeface="+mn-ea"/>
          <a:cs typeface="+mn-cs"/>
        </a:defRPr>
      </a:lvl6pPr>
      <a:lvl7pPr marL="1253760" indent="-96443" algn="l" defTabSz="192887" rtl="0" eaLnBrk="1" latinLnBrk="0" hangingPunct="1">
        <a:spcBef>
          <a:spcPts val="422"/>
        </a:spcBef>
        <a:spcAft>
          <a:spcPts val="0"/>
        </a:spcAft>
        <a:buClr>
          <a:schemeClr val="accent1"/>
        </a:buClr>
        <a:buSzPct val="80000"/>
        <a:buFont typeface="Wingdings 3" charset="2"/>
        <a:buChar char=""/>
        <a:defRPr sz="506" b="0" i="0" kern="1200">
          <a:solidFill>
            <a:schemeClr val="tx1">
              <a:lumMod val="75000"/>
              <a:lumOff val="25000"/>
            </a:schemeClr>
          </a:solidFill>
          <a:latin typeface="+mn-lt"/>
          <a:ea typeface="+mn-ea"/>
          <a:cs typeface="+mn-cs"/>
        </a:defRPr>
      </a:lvl7pPr>
      <a:lvl8pPr marL="1446646" indent="-96443" algn="l" defTabSz="192887" rtl="0" eaLnBrk="1" latinLnBrk="0" hangingPunct="1">
        <a:spcBef>
          <a:spcPts val="422"/>
        </a:spcBef>
        <a:spcAft>
          <a:spcPts val="0"/>
        </a:spcAft>
        <a:buClr>
          <a:schemeClr val="accent1"/>
        </a:buClr>
        <a:buSzPct val="80000"/>
        <a:buFont typeface="Wingdings 3" charset="2"/>
        <a:buChar char=""/>
        <a:defRPr sz="506" b="0" i="0" kern="1200">
          <a:solidFill>
            <a:schemeClr val="tx1">
              <a:lumMod val="75000"/>
              <a:lumOff val="25000"/>
            </a:schemeClr>
          </a:solidFill>
          <a:latin typeface="+mn-lt"/>
          <a:ea typeface="+mn-ea"/>
          <a:cs typeface="+mn-cs"/>
        </a:defRPr>
      </a:lvl8pPr>
      <a:lvl9pPr marL="1639532" indent="-96443" algn="l" defTabSz="192887" rtl="0" eaLnBrk="1" latinLnBrk="0" hangingPunct="1">
        <a:spcBef>
          <a:spcPts val="422"/>
        </a:spcBef>
        <a:spcAft>
          <a:spcPts val="0"/>
        </a:spcAft>
        <a:buClr>
          <a:schemeClr val="accent1"/>
        </a:buClr>
        <a:buSzPct val="80000"/>
        <a:buFont typeface="Wingdings 3" charset="2"/>
        <a:buChar char=""/>
        <a:defRPr sz="506" b="0" i="0" kern="1200">
          <a:solidFill>
            <a:schemeClr val="tx1">
              <a:lumMod val="75000"/>
              <a:lumOff val="25000"/>
            </a:schemeClr>
          </a:solidFill>
          <a:latin typeface="+mn-lt"/>
          <a:ea typeface="+mn-ea"/>
          <a:cs typeface="+mn-cs"/>
        </a:defRPr>
      </a:lvl9pPr>
    </p:bodyStyle>
    <p:otherStyle>
      <a:defPPr>
        <a:defRPr lang="en-US"/>
      </a:defPPr>
      <a:lvl1pPr marL="0" algn="l" defTabSz="192887" rtl="0" eaLnBrk="1" latinLnBrk="0" hangingPunct="1">
        <a:defRPr sz="760" kern="1200">
          <a:solidFill>
            <a:schemeClr val="tx1"/>
          </a:solidFill>
          <a:latin typeface="+mn-lt"/>
          <a:ea typeface="+mn-ea"/>
          <a:cs typeface="+mn-cs"/>
        </a:defRPr>
      </a:lvl1pPr>
      <a:lvl2pPr marL="192887" algn="l" defTabSz="192887" rtl="0" eaLnBrk="1" latinLnBrk="0" hangingPunct="1">
        <a:defRPr sz="760" kern="1200">
          <a:solidFill>
            <a:schemeClr val="tx1"/>
          </a:solidFill>
          <a:latin typeface="+mn-lt"/>
          <a:ea typeface="+mn-ea"/>
          <a:cs typeface="+mn-cs"/>
        </a:defRPr>
      </a:lvl2pPr>
      <a:lvl3pPr marL="385772" algn="l" defTabSz="192887" rtl="0" eaLnBrk="1" latinLnBrk="0" hangingPunct="1">
        <a:defRPr sz="760" kern="1200">
          <a:solidFill>
            <a:schemeClr val="tx1"/>
          </a:solidFill>
          <a:latin typeface="+mn-lt"/>
          <a:ea typeface="+mn-ea"/>
          <a:cs typeface="+mn-cs"/>
        </a:defRPr>
      </a:lvl3pPr>
      <a:lvl4pPr marL="578659" algn="l" defTabSz="192887" rtl="0" eaLnBrk="1" latinLnBrk="0" hangingPunct="1">
        <a:defRPr sz="760" kern="1200">
          <a:solidFill>
            <a:schemeClr val="tx1"/>
          </a:solidFill>
          <a:latin typeface="+mn-lt"/>
          <a:ea typeface="+mn-ea"/>
          <a:cs typeface="+mn-cs"/>
        </a:defRPr>
      </a:lvl4pPr>
      <a:lvl5pPr marL="771545" algn="l" defTabSz="192887" rtl="0" eaLnBrk="1" latinLnBrk="0" hangingPunct="1">
        <a:defRPr sz="760" kern="1200">
          <a:solidFill>
            <a:schemeClr val="tx1"/>
          </a:solidFill>
          <a:latin typeface="+mn-lt"/>
          <a:ea typeface="+mn-ea"/>
          <a:cs typeface="+mn-cs"/>
        </a:defRPr>
      </a:lvl5pPr>
      <a:lvl6pPr marL="964430" algn="l" defTabSz="192887" rtl="0" eaLnBrk="1" latinLnBrk="0" hangingPunct="1">
        <a:defRPr sz="760" kern="1200">
          <a:solidFill>
            <a:schemeClr val="tx1"/>
          </a:solidFill>
          <a:latin typeface="+mn-lt"/>
          <a:ea typeface="+mn-ea"/>
          <a:cs typeface="+mn-cs"/>
        </a:defRPr>
      </a:lvl6pPr>
      <a:lvl7pPr marL="1157316" algn="l" defTabSz="192887" rtl="0" eaLnBrk="1" latinLnBrk="0" hangingPunct="1">
        <a:defRPr sz="760" kern="1200">
          <a:solidFill>
            <a:schemeClr val="tx1"/>
          </a:solidFill>
          <a:latin typeface="+mn-lt"/>
          <a:ea typeface="+mn-ea"/>
          <a:cs typeface="+mn-cs"/>
        </a:defRPr>
      </a:lvl7pPr>
      <a:lvl8pPr marL="1350203" algn="l" defTabSz="192887" rtl="0" eaLnBrk="1" latinLnBrk="0" hangingPunct="1">
        <a:defRPr sz="760" kern="1200">
          <a:solidFill>
            <a:schemeClr val="tx1"/>
          </a:solidFill>
          <a:latin typeface="+mn-lt"/>
          <a:ea typeface="+mn-ea"/>
          <a:cs typeface="+mn-cs"/>
        </a:defRPr>
      </a:lvl8pPr>
      <a:lvl9pPr marL="1543089" algn="l" defTabSz="192887" rtl="0" eaLnBrk="1" latinLnBrk="0" hangingPunct="1">
        <a:defRPr sz="7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8" name="Groupe 7"/>
          <p:cNvGrpSpPr/>
          <p:nvPr/>
        </p:nvGrpSpPr>
        <p:grpSpPr>
          <a:xfrm>
            <a:off x="0" y="4878000"/>
            <a:ext cx="12192000" cy="1980000"/>
            <a:chOff x="0" y="4878000"/>
            <a:chExt cx="12192000" cy="1980000"/>
          </a:xfrm>
        </p:grpSpPr>
        <p:pic>
          <p:nvPicPr>
            <p:cNvPr id="7" name="Image 6"/>
            <p:cNvPicPr>
              <a:picLocks noChangeAspect="1"/>
            </p:cNvPicPr>
            <p:nvPr userDrawn="1"/>
          </p:nvPicPr>
          <p:blipFill rotWithShape="1">
            <a:blip r:embed="rId12"/>
            <a:srcRect l="5226"/>
            <a:stretch/>
          </p:blipFill>
          <p:spPr>
            <a:xfrm>
              <a:off x="0" y="4878000"/>
              <a:ext cx="12192000" cy="1980000"/>
            </a:xfrm>
            <a:prstGeom prst="rect">
              <a:avLst/>
            </a:prstGeom>
          </p:spPr>
        </p:pic>
        <p:pic>
          <p:nvPicPr>
            <p:cNvPr id="6" name="Image 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155990" y="6258098"/>
              <a:ext cx="390698" cy="361604"/>
            </a:xfrm>
            <a:prstGeom prst="rect">
              <a:avLst/>
            </a:prstGeom>
          </p:spPr>
        </p:pic>
        <p:pic>
          <p:nvPicPr>
            <p:cNvPr id="15" name="Picture 15" descr="POLYTECH_Q"/>
            <p:cNvPicPr>
              <a:picLocks noChangeAspect="1" noChangeArrowheads="1"/>
            </p:cNvPicPr>
            <p:nvPr userDrawn="1"/>
          </p:nvPicPr>
          <p:blipFill>
            <a:blip r:embed="rId14" cstate="screen">
              <a:extLst>
                <a:ext uri="{28A0092B-C50C-407E-A947-70E740481C1C}">
                  <a14:useLocalDpi xmlns:a14="http://schemas.microsoft.com/office/drawing/2010/main"/>
                </a:ext>
              </a:extLst>
            </a:blip>
            <a:stretch>
              <a:fillRect/>
            </a:stretch>
          </p:blipFill>
          <p:spPr bwMode="auto">
            <a:xfrm>
              <a:off x="801351" y="6255320"/>
              <a:ext cx="566608" cy="360000"/>
            </a:xfrm>
            <a:prstGeom prst="rect">
              <a:avLst/>
            </a:prstGeom>
            <a:noFill/>
            <a:ln w="9525">
              <a:noFill/>
              <a:miter lim="800000"/>
              <a:headEnd/>
              <a:tailEnd/>
            </a:ln>
          </p:spPr>
        </p:pic>
        <p:pic>
          <p:nvPicPr>
            <p:cNvPr id="16" name="Picture 16" descr="logo_univ_orleans"/>
            <p:cNvPicPr>
              <a:picLocks noChangeAspect="1" noChangeArrowheads="1"/>
            </p:cNvPicPr>
            <p:nvPr userDrawn="1"/>
          </p:nvPicPr>
          <p:blipFill rotWithShape="1">
            <a:blip r:embed="rId15" cstate="screen">
              <a:extLst>
                <a:ext uri="{28A0092B-C50C-407E-A947-70E740481C1C}">
                  <a14:useLocalDpi xmlns:a14="http://schemas.microsoft.com/office/drawing/2010/main"/>
                </a:ext>
              </a:extLst>
            </a:blip>
            <a:srcRect t="1" b="2857"/>
            <a:stretch/>
          </p:blipFill>
          <p:spPr bwMode="auto">
            <a:xfrm>
              <a:off x="1680556" y="6255320"/>
              <a:ext cx="621282" cy="360000"/>
            </a:xfrm>
            <a:prstGeom prst="rect">
              <a:avLst/>
            </a:prstGeom>
            <a:noFill/>
            <a:ln w="9525">
              <a:noFill/>
              <a:miter lim="800000"/>
              <a:headEnd/>
              <a:tailEnd/>
            </a:ln>
          </p:spPr>
        </p:pic>
      </p:grpSp>
      <p:sp>
        <p:nvSpPr>
          <p:cNvPr id="2" name="Title Placeholder 1"/>
          <p:cNvSpPr>
            <a:spLocks noGrp="1"/>
          </p:cNvSpPr>
          <p:nvPr>
            <p:ph type="title"/>
          </p:nvPr>
        </p:nvSpPr>
        <p:spPr bwMode="gray">
          <a:xfrm>
            <a:off x="787829" y="180000"/>
            <a:ext cx="10972800" cy="1144800"/>
          </a:xfrm>
          <a:prstGeom prst="rect">
            <a:avLst/>
          </a:prstGeom>
        </p:spPr>
        <p:txBody>
          <a:bodyPr vert="horz" lIns="91440" tIns="45720" rIns="91440" bIns="45720" rtlCol="0" anchor="ctr">
            <a:noAutofit/>
          </a:bodyPr>
          <a:lstStyle/>
          <a:p>
            <a:r>
              <a:rPr lang="fr-FR" dirty="0"/>
              <a:t>Modifiez le style du titre</a:t>
            </a:r>
            <a:endParaRPr lang="en-US" dirty="0"/>
          </a:p>
        </p:txBody>
      </p:sp>
      <p:sp>
        <p:nvSpPr>
          <p:cNvPr id="3" name="Text Placeholder 2"/>
          <p:cNvSpPr>
            <a:spLocks noGrp="1"/>
          </p:cNvSpPr>
          <p:nvPr>
            <p:ph type="body" idx="1"/>
          </p:nvPr>
        </p:nvSpPr>
        <p:spPr>
          <a:xfrm>
            <a:off x="787829" y="1504800"/>
            <a:ext cx="10972800" cy="4515000"/>
          </a:xfrm>
          <a:prstGeom prst="rect">
            <a:avLst/>
          </a:prstGeom>
        </p:spPr>
        <p:txBody>
          <a:bodyPr vert="horz" lIns="91440" tIns="45720" rIns="91440" bIns="45720" rtlCol="0">
            <a:no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29" name="Rectangle 28"/>
          <p:cNvSpPr/>
          <p:nvPr/>
        </p:nvSpPr>
        <p:spPr>
          <a:xfrm>
            <a:off x="1" y="764704"/>
            <a:ext cx="719403" cy="93762"/>
          </a:xfrm>
          <a:prstGeom prst="rect">
            <a:avLst/>
          </a:prstGeom>
          <a:gradFill>
            <a:gsLst>
              <a:gs pos="0">
                <a:srgbClr val="0070C0"/>
              </a:gs>
              <a:gs pos="75000">
                <a:srgbClr val="00B0F0"/>
              </a:gs>
              <a:gs pos="100000">
                <a:srgbClr val="00B0F0">
                  <a:alpha val="5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60" dirty="0"/>
          </a:p>
        </p:txBody>
      </p:sp>
      <p:sp>
        <p:nvSpPr>
          <p:cNvPr id="37" name="Footer Placeholder 4"/>
          <p:cNvSpPr>
            <a:spLocks noGrp="1"/>
          </p:cNvSpPr>
          <p:nvPr>
            <p:ph type="ftr" sz="quarter" idx="3"/>
          </p:nvPr>
        </p:nvSpPr>
        <p:spPr>
          <a:xfrm>
            <a:off x="4344333" y="6309329"/>
            <a:ext cx="3859795" cy="304801"/>
          </a:xfrm>
          <a:prstGeom prst="rect">
            <a:avLst/>
          </a:prstGeom>
        </p:spPr>
        <p:txBody>
          <a:bodyPr anchor="ctr"/>
          <a:lstStyle>
            <a:lvl1pPr algn="ctr">
              <a:defRPr sz="1050">
                <a:latin typeface="Calibri" panose="020F0502020204030204" pitchFamily="34" charset="0"/>
                <a:cs typeface="Calibri" panose="020F0502020204030204" pitchFamily="34" charset="0"/>
              </a:defRPr>
            </a:lvl1pPr>
          </a:lstStyle>
          <a:p>
            <a:pPr>
              <a:defRPr/>
            </a:pPr>
            <a:r>
              <a:rPr lang="fr-FR"/>
              <a:t>Fonctions génériques</a:t>
            </a:r>
          </a:p>
        </p:txBody>
      </p:sp>
      <p:sp>
        <p:nvSpPr>
          <p:cNvPr id="38" name="Slide Number Placeholder 5"/>
          <p:cNvSpPr>
            <a:spLocks noGrp="1"/>
          </p:cNvSpPr>
          <p:nvPr>
            <p:ph type="sldNum" sz="quarter" idx="4"/>
          </p:nvPr>
        </p:nvSpPr>
        <p:spPr>
          <a:xfrm>
            <a:off x="11040629" y="6309320"/>
            <a:ext cx="720000" cy="306000"/>
          </a:xfrm>
          <a:prstGeom prst="rect">
            <a:avLst/>
          </a:prstGeom>
        </p:spPr>
        <p:txBody>
          <a:bodyPr anchor="ctr"/>
          <a:lstStyle>
            <a:lvl1pPr algn="r">
              <a:defRPr sz="506">
                <a:latin typeface="Candara" panose="020E0502030303020204" pitchFamily="34" charset="0"/>
              </a:defRPr>
            </a:lvl1pPr>
          </a:lstStyle>
          <a:p>
            <a:fld id="{89AC74B3-89EE-42ED-A550-B772F10F372D}" type="slidenum">
              <a:rPr lang="fr-FR" altLang="fr-FR" smtClean="0"/>
              <a:pPr/>
              <a:t>‹N°›</a:t>
            </a:fld>
            <a:endParaRPr lang="fr-FR" altLang="fr-FR"/>
          </a:p>
        </p:txBody>
      </p:sp>
    </p:spTree>
    <p:extLst>
      <p:ext uri="{BB962C8B-B14F-4D97-AF65-F5344CB8AC3E}">
        <p14:creationId xmlns:p14="http://schemas.microsoft.com/office/powerpoint/2010/main" val="1619540308"/>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Lst>
  <p:transition spd="slow">
    <p:wipe/>
  </p:transition>
  <p:hf hdr="0" ftr="0" dt="0"/>
  <p:txStyles>
    <p:titleStyle>
      <a:lvl1pPr algn="l" defTabSz="144665" rtl="0" eaLnBrk="1" latinLnBrk="0" hangingPunct="1">
        <a:spcBef>
          <a:spcPct val="0"/>
        </a:spcBef>
        <a:buNone/>
        <a:defRPr sz="2800" b="1" i="0" kern="1200">
          <a:solidFill>
            <a:srgbClr val="00B0F0"/>
          </a:solidFill>
          <a:latin typeface="Candara" panose="020E0502030303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08499" indent="-108499" algn="l" defTabSz="144665" rtl="0" eaLnBrk="1" latinLnBrk="0" hangingPunct="1">
        <a:spcBef>
          <a:spcPts val="316"/>
        </a:spcBef>
        <a:spcAft>
          <a:spcPts val="0"/>
        </a:spcAft>
        <a:buClr>
          <a:srgbClr val="315683"/>
        </a:buClr>
        <a:buSzPct val="80000"/>
        <a:buFont typeface="Wingdings 3" charset="2"/>
        <a:buChar char=""/>
        <a:defRPr sz="2800" b="0" i="0" kern="1200">
          <a:solidFill>
            <a:srgbClr val="315683"/>
          </a:solidFill>
          <a:latin typeface="Candara" panose="020E0502030303020204" pitchFamily="34" charset="0"/>
          <a:ea typeface="+mn-ea"/>
          <a:cs typeface="+mn-cs"/>
        </a:defRPr>
      </a:lvl1pPr>
      <a:lvl2pPr marL="235080" indent="-90416" algn="l" defTabSz="144665" rtl="0" eaLnBrk="1" latinLnBrk="0" hangingPunct="1">
        <a:spcBef>
          <a:spcPts val="316"/>
        </a:spcBef>
        <a:spcAft>
          <a:spcPts val="0"/>
        </a:spcAft>
        <a:buClr>
          <a:srgbClr val="315683"/>
        </a:buClr>
        <a:buSzPct val="80000"/>
        <a:buFont typeface="Wingdings 3" charset="2"/>
        <a:buChar char=""/>
        <a:defRPr sz="2400" b="0" i="0" kern="1200">
          <a:solidFill>
            <a:srgbClr val="315683"/>
          </a:solidFill>
          <a:latin typeface="Candara" panose="020E0502030303020204" pitchFamily="34" charset="0"/>
          <a:ea typeface="+mn-ea"/>
          <a:cs typeface="+mn-cs"/>
        </a:defRPr>
      </a:lvl2pPr>
      <a:lvl3pPr marL="361662" indent="-72332" algn="l" defTabSz="144665" rtl="0" eaLnBrk="1" latinLnBrk="0" hangingPunct="1">
        <a:spcBef>
          <a:spcPts val="316"/>
        </a:spcBef>
        <a:spcAft>
          <a:spcPts val="0"/>
        </a:spcAft>
        <a:buClr>
          <a:srgbClr val="315683"/>
        </a:buClr>
        <a:buSzPct val="80000"/>
        <a:buFont typeface="Wingdings 3" charset="2"/>
        <a:buChar char=""/>
        <a:defRPr sz="2000" b="0" i="0" kern="1200">
          <a:solidFill>
            <a:srgbClr val="315683"/>
          </a:solidFill>
          <a:latin typeface="Candara" panose="020E0502030303020204" pitchFamily="34" charset="0"/>
          <a:ea typeface="+mn-ea"/>
          <a:cs typeface="+mn-cs"/>
        </a:defRPr>
      </a:lvl3pPr>
      <a:lvl4pPr marL="506326" indent="-72332" algn="l" defTabSz="144665" rtl="0" eaLnBrk="1" latinLnBrk="0" hangingPunct="1">
        <a:spcBef>
          <a:spcPts val="316"/>
        </a:spcBef>
        <a:spcAft>
          <a:spcPts val="0"/>
        </a:spcAft>
        <a:buClr>
          <a:srgbClr val="315683"/>
        </a:buClr>
        <a:buSzPct val="80000"/>
        <a:buFont typeface="Wingdings 3" charset="2"/>
        <a:buChar char=""/>
        <a:defRPr sz="1600" b="0" i="0" kern="1200">
          <a:solidFill>
            <a:srgbClr val="315683"/>
          </a:solidFill>
          <a:latin typeface="Candara" panose="020E0502030303020204" pitchFamily="34" charset="0"/>
          <a:ea typeface="+mn-ea"/>
          <a:cs typeface="+mn-cs"/>
        </a:defRPr>
      </a:lvl4pPr>
      <a:lvl5pPr marL="650991" indent="-72332" algn="l" defTabSz="144665" rtl="0" eaLnBrk="1" latinLnBrk="0" hangingPunct="1">
        <a:spcBef>
          <a:spcPts val="316"/>
        </a:spcBef>
        <a:spcAft>
          <a:spcPts val="0"/>
        </a:spcAft>
        <a:buClr>
          <a:srgbClr val="315683"/>
        </a:buClr>
        <a:buSzPct val="80000"/>
        <a:buFont typeface="Wingdings 3" charset="2"/>
        <a:buChar char=""/>
        <a:defRPr sz="1400" b="0" i="0" kern="1200">
          <a:solidFill>
            <a:srgbClr val="315683"/>
          </a:solidFill>
          <a:latin typeface="Candara" panose="020E0502030303020204" pitchFamily="34" charset="0"/>
          <a:ea typeface="+mn-ea"/>
          <a:cs typeface="+mn-cs"/>
        </a:defRPr>
      </a:lvl5pPr>
      <a:lvl6pPr marL="795656" indent="-72332" algn="l" defTabSz="144665" rtl="0" eaLnBrk="1" latinLnBrk="0" hangingPunct="1">
        <a:spcBef>
          <a:spcPts val="316"/>
        </a:spcBef>
        <a:spcAft>
          <a:spcPts val="0"/>
        </a:spcAft>
        <a:buClr>
          <a:schemeClr val="accent1"/>
        </a:buClr>
        <a:buSzPct val="80000"/>
        <a:buFont typeface="Wingdings 3" charset="2"/>
        <a:buChar char=""/>
        <a:defRPr sz="380" b="0" i="0" kern="1200">
          <a:solidFill>
            <a:schemeClr val="tx1">
              <a:lumMod val="75000"/>
              <a:lumOff val="25000"/>
            </a:schemeClr>
          </a:solidFill>
          <a:latin typeface="+mn-lt"/>
          <a:ea typeface="+mn-ea"/>
          <a:cs typeface="+mn-cs"/>
        </a:defRPr>
      </a:lvl6pPr>
      <a:lvl7pPr marL="940320" indent="-72332" algn="l" defTabSz="144665" rtl="0" eaLnBrk="1" latinLnBrk="0" hangingPunct="1">
        <a:spcBef>
          <a:spcPts val="316"/>
        </a:spcBef>
        <a:spcAft>
          <a:spcPts val="0"/>
        </a:spcAft>
        <a:buClr>
          <a:schemeClr val="accent1"/>
        </a:buClr>
        <a:buSzPct val="80000"/>
        <a:buFont typeface="Wingdings 3" charset="2"/>
        <a:buChar char=""/>
        <a:defRPr sz="380" b="0" i="0" kern="1200">
          <a:solidFill>
            <a:schemeClr val="tx1">
              <a:lumMod val="75000"/>
              <a:lumOff val="25000"/>
            </a:schemeClr>
          </a:solidFill>
          <a:latin typeface="+mn-lt"/>
          <a:ea typeface="+mn-ea"/>
          <a:cs typeface="+mn-cs"/>
        </a:defRPr>
      </a:lvl7pPr>
      <a:lvl8pPr marL="1084985" indent="-72332" algn="l" defTabSz="144665" rtl="0" eaLnBrk="1" latinLnBrk="0" hangingPunct="1">
        <a:spcBef>
          <a:spcPts val="316"/>
        </a:spcBef>
        <a:spcAft>
          <a:spcPts val="0"/>
        </a:spcAft>
        <a:buClr>
          <a:schemeClr val="accent1"/>
        </a:buClr>
        <a:buSzPct val="80000"/>
        <a:buFont typeface="Wingdings 3" charset="2"/>
        <a:buChar char=""/>
        <a:defRPr sz="380" b="0" i="0" kern="1200">
          <a:solidFill>
            <a:schemeClr val="tx1">
              <a:lumMod val="75000"/>
              <a:lumOff val="25000"/>
            </a:schemeClr>
          </a:solidFill>
          <a:latin typeface="+mn-lt"/>
          <a:ea typeface="+mn-ea"/>
          <a:cs typeface="+mn-cs"/>
        </a:defRPr>
      </a:lvl8pPr>
      <a:lvl9pPr marL="1229649" indent="-72332" algn="l" defTabSz="144665" rtl="0" eaLnBrk="1" latinLnBrk="0" hangingPunct="1">
        <a:spcBef>
          <a:spcPts val="316"/>
        </a:spcBef>
        <a:spcAft>
          <a:spcPts val="0"/>
        </a:spcAft>
        <a:buClr>
          <a:schemeClr val="accent1"/>
        </a:buClr>
        <a:buSzPct val="80000"/>
        <a:buFont typeface="Wingdings 3" charset="2"/>
        <a:buChar char=""/>
        <a:defRPr sz="380" b="0" i="0" kern="1200">
          <a:solidFill>
            <a:schemeClr val="tx1">
              <a:lumMod val="75000"/>
              <a:lumOff val="25000"/>
            </a:schemeClr>
          </a:solidFill>
          <a:latin typeface="+mn-lt"/>
          <a:ea typeface="+mn-ea"/>
          <a:cs typeface="+mn-cs"/>
        </a:defRPr>
      </a:lvl9pPr>
    </p:bodyStyle>
    <p:otherStyle>
      <a:defPPr>
        <a:defRPr lang="en-US"/>
      </a:defPPr>
      <a:lvl1pPr marL="0" algn="l" defTabSz="144665" rtl="0" eaLnBrk="1" latinLnBrk="0" hangingPunct="1">
        <a:defRPr sz="570" kern="1200">
          <a:solidFill>
            <a:schemeClr val="tx1"/>
          </a:solidFill>
          <a:latin typeface="+mn-lt"/>
          <a:ea typeface="+mn-ea"/>
          <a:cs typeface="+mn-cs"/>
        </a:defRPr>
      </a:lvl1pPr>
      <a:lvl2pPr marL="144665" algn="l" defTabSz="144665" rtl="0" eaLnBrk="1" latinLnBrk="0" hangingPunct="1">
        <a:defRPr sz="570" kern="1200">
          <a:solidFill>
            <a:schemeClr val="tx1"/>
          </a:solidFill>
          <a:latin typeface="+mn-lt"/>
          <a:ea typeface="+mn-ea"/>
          <a:cs typeface="+mn-cs"/>
        </a:defRPr>
      </a:lvl2pPr>
      <a:lvl3pPr marL="289329" algn="l" defTabSz="144665" rtl="0" eaLnBrk="1" latinLnBrk="0" hangingPunct="1">
        <a:defRPr sz="570" kern="1200">
          <a:solidFill>
            <a:schemeClr val="tx1"/>
          </a:solidFill>
          <a:latin typeface="+mn-lt"/>
          <a:ea typeface="+mn-ea"/>
          <a:cs typeface="+mn-cs"/>
        </a:defRPr>
      </a:lvl3pPr>
      <a:lvl4pPr marL="433994" algn="l" defTabSz="144665" rtl="0" eaLnBrk="1" latinLnBrk="0" hangingPunct="1">
        <a:defRPr sz="570" kern="1200">
          <a:solidFill>
            <a:schemeClr val="tx1"/>
          </a:solidFill>
          <a:latin typeface="+mn-lt"/>
          <a:ea typeface="+mn-ea"/>
          <a:cs typeface="+mn-cs"/>
        </a:defRPr>
      </a:lvl4pPr>
      <a:lvl5pPr marL="578659" algn="l" defTabSz="144665" rtl="0" eaLnBrk="1" latinLnBrk="0" hangingPunct="1">
        <a:defRPr sz="570" kern="1200">
          <a:solidFill>
            <a:schemeClr val="tx1"/>
          </a:solidFill>
          <a:latin typeface="+mn-lt"/>
          <a:ea typeface="+mn-ea"/>
          <a:cs typeface="+mn-cs"/>
        </a:defRPr>
      </a:lvl5pPr>
      <a:lvl6pPr marL="723323" algn="l" defTabSz="144665" rtl="0" eaLnBrk="1" latinLnBrk="0" hangingPunct="1">
        <a:defRPr sz="570" kern="1200">
          <a:solidFill>
            <a:schemeClr val="tx1"/>
          </a:solidFill>
          <a:latin typeface="+mn-lt"/>
          <a:ea typeface="+mn-ea"/>
          <a:cs typeface="+mn-cs"/>
        </a:defRPr>
      </a:lvl6pPr>
      <a:lvl7pPr marL="867987" algn="l" defTabSz="144665" rtl="0" eaLnBrk="1" latinLnBrk="0" hangingPunct="1">
        <a:defRPr sz="570" kern="1200">
          <a:solidFill>
            <a:schemeClr val="tx1"/>
          </a:solidFill>
          <a:latin typeface="+mn-lt"/>
          <a:ea typeface="+mn-ea"/>
          <a:cs typeface="+mn-cs"/>
        </a:defRPr>
      </a:lvl7pPr>
      <a:lvl8pPr marL="1012652" algn="l" defTabSz="144665" rtl="0" eaLnBrk="1" latinLnBrk="0" hangingPunct="1">
        <a:defRPr sz="570" kern="1200">
          <a:solidFill>
            <a:schemeClr val="tx1"/>
          </a:solidFill>
          <a:latin typeface="+mn-lt"/>
          <a:ea typeface="+mn-ea"/>
          <a:cs typeface="+mn-cs"/>
        </a:defRPr>
      </a:lvl8pPr>
      <a:lvl9pPr marL="1157317" algn="l" defTabSz="144665" rtl="0" eaLnBrk="1" latinLnBrk="0" hangingPunct="1">
        <a:defRPr sz="5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subTitle" idx="1"/>
          </p:nvPr>
        </p:nvSpPr>
        <p:spPr/>
        <p:txBody>
          <a:bodyPr/>
          <a:lstStyle/>
          <a:p>
            <a:r>
              <a:rPr lang="fr-FR" altLang="fr-FR"/>
              <a:t>Christophe Léger</a:t>
            </a:r>
          </a:p>
          <a:p>
            <a:r>
              <a:rPr lang="fr-FR" altLang="fr-FR"/>
              <a:t>Polytech Orléans</a:t>
            </a:r>
            <a:endParaRPr lang="fr-FR" altLang="fr-FR" dirty="0"/>
          </a:p>
        </p:txBody>
      </p:sp>
      <p:sp>
        <p:nvSpPr>
          <p:cNvPr id="4098" name="Rectangle 2"/>
          <p:cNvSpPr>
            <a:spLocks noGrp="1" noChangeArrowheads="1"/>
          </p:cNvSpPr>
          <p:nvPr>
            <p:ph type="ctrTitle"/>
          </p:nvPr>
        </p:nvSpPr>
        <p:spPr/>
        <p:txBody>
          <a:bodyPr/>
          <a:lstStyle/>
          <a:p>
            <a:r>
              <a:rPr lang="fr-FR" altLang="fr-FR" dirty="0"/>
              <a:t>Programmation C++</a:t>
            </a:r>
            <a:br>
              <a:rPr lang="fr-FR" altLang="fr-FR" dirty="0"/>
            </a:br>
            <a:r>
              <a:rPr lang="fr-FR" altLang="fr-FR" dirty="0"/>
              <a:t>Généricité - fonctions génériques</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altLang="fr-FR"/>
              <a:t>Généricité : constat</a:t>
            </a:r>
          </a:p>
        </p:txBody>
      </p:sp>
      <p:sp>
        <p:nvSpPr>
          <p:cNvPr id="6147" name="Rectangle 3"/>
          <p:cNvSpPr>
            <a:spLocks noGrp="1" noChangeArrowheads="1"/>
          </p:cNvSpPr>
          <p:nvPr>
            <p:ph idx="1"/>
          </p:nvPr>
        </p:nvSpPr>
        <p:spPr>
          <a:xfrm>
            <a:off x="787829" y="1268760"/>
            <a:ext cx="10924795" cy="2438400"/>
          </a:xfrm>
        </p:spPr>
        <p:txBody>
          <a:bodyPr/>
          <a:lstStyle/>
          <a:p>
            <a:pPr eaLnBrk="1" hangingPunct="1">
              <a:lnSpc>
                <a:spcPct val="90000"/>
              </a:lnSpc>
            </a:pPr>
            <a:r>
              <a:rPr altLang="fr-FR" sz="2800" dirty="0"/>
              <a:t>Le C++ </a:t>
            </a:r>
            <a:r>
              <a:rPr altLang="fr-FR" sz="2800" dirty="0" err="1"/>
              <a:t>est</a:t>
            </a:r>
            <a:r>
              <a:rPr altLang="fr-FR" sz="2800" dirty="0"/>
              <a:t> un </a:t>
            </a:r>
            <a:r>
              <a:rPr altLang="fr-FR" sz="2800" dirty="0" err="1"/>
              <a:t>langage</a:t>
            </a:r>
            <a:r>
              <a:rPr altLang="fr-FR" sz="2800" dirty="0"/>
              <a:t> </a:t>
            </a:r>
            <a:r>
              <a:rPr altLang="fr-FR" sz="2800" dirty="0" err="1"/>
              <a:t>fortement</a:t>
            </a:r>
            <a:r>
              <a:rPr altLang="fr-FR" sz="2800" dirty="0"/>
              <a:t> </a:t>
            </a:r>
            <a:r>
              <a:rPr altLang="fr-FR" sz="2800" dirty="0" err="1"/>
              <a:t>typé</a:t>
            </a:r>
            <a:endParaRPr altLang="fr-FR" sz="2800" dirty="0"/>
          </a:p>
          <a:p>
            <a:pPr lvl="1" eaLnBrk="1" hangingPunct="1">
              <a:lnSpc>
                <a:spcPct val="90000"/>
              </a:lnSpc>
              <a:buFont typeface="Symbol" panose="05050102010706020507" pitchFamily="18" charset="2"/>
              <a:buChar char="Þ"/>
            </a:pPr>
            <a:r>
              <a:rPr lang="fr-FR" altLang="fr-FR" sz="2400"/>
              <a:t> o</a:t>
            </a:r>
            <a:r>
              <a:rPr altLang="fr-FR" sz="2400" dirty="0" err="1">
                <a:cs typeface="Times New Roman" panose="02020603050405020304" pitchFamily="18" charset="0"/>
              </a:rPr>
              <a:t>bstacle</a:t>
            </a:r>
            <a:r>
              <a:rPr altLang="fr-FR" sz="2400" dirty="0">
                <a:cs typeface="Times New Roman" panose="02020603050405020304" pitchFamily="18" charset="0"/>
              </a:rPr>
              <a:t> à </a:t>
            </a:r>
            <a:r>
              <a:rPr altLang="fr-FR" sz="2400" dirty="0" err="1">
                <a:cs typeface="Times New Roman" panose="02020603050405020304" pitchFamily="18" charset="0"/>
              </a:rPr>
              <a:t>l’implémentation</a:t>
            </a:r>
            <a:r>
              <a:rPr altLang="fr-FR" sz="2400" dirty="0">
                <a:cs typeface="Times New Roman" panose="02020603050405020304" pitchFamily="18" charset="0"/>
              </a:rPr>
              <a:t> de </a:t>
            </a:r>
            <a:r>
              <a:rPr altLang="fr-FR" sz="2400" dirty="0" err="1">
                <a:cs typeface="Times New Roman" panose="02020603050405020304" pitchFamily="18" charset="0"/>
              </a:rPr>
              <a:t>fonctions</a:t>
            </a:r>
            <a:r>
              <a:rPr altLang="fr-FR" sz="2400" dirty="0">
                <a:cs typeface="Times New Roman" panose="02020603050405020304" pitchFamily="18" charset="0"/>
              </a:rPr>
              <a:t> </a:t>
            </a:r>
            <a:r>
              <a:rPr altLang="fr-FR" sz="2400" dirty="0" err="1">
                <a:cs typeface="Times New Roman" panose="02020603050405020304" pitchFamily="18" charset="0"/>
              </a:rPr>
              <a:t>écrites</a:t>
            </a:r>
            <a:r>
              <a:rPr altLang="fr-FR" sz="2400" dirty="0">
                <a:cs typeface="Times New Roman" panose="02020603050405020304" pitchFamily="18" charset="0"/>
              </a:rPr>
              <a:t> </a:t>
            </a:r>
            <a:r>
              <a:rPr altLang="fr-FR" sz="2400" dirty="0" err="1">
                <a:cs typeface="Times New Roman" panose="02020603050405020304" pitchFamily="18" charset="0"/>
              </a:rPr>
              <a:t>naturellement</a:t>
            </a:r>
            <a:r>
              <a:rPr altLang="fr-FR" sz="2400" dirty="0">
                <a:cs typeface="Times New Roman" panose="02020603050405020304" pitchFamily="18" charset="0"/>
              </a:rPr>
              <a:t> par </a:t>
            </a:r>
            <a:r>
              <a:rPr altLang="fr-FR" sz="2400" dirty="0" err="1">
                <a:cs typeface="Times New Roman" panose="02020603050405020304" pitchFamily="18" charset="0"/>
              </a:rPr>
              <a:t>ailleurs</a:t>
            </a:r>
            <a:r>
              <a:rPr altLang="fr-FR" sz="2400" dirty="0"/>
              <a:t> </a:t>
            </a:r>
          </a:p>
          <a:p>
            <a:pPr eaLnBrk="1" hangingPunct="1">
              <a:lnSpc>
                <a:spcPct val="90000"/>
              </a:lnSpc>
            </a:pPr>
            <a:r>
              <a:rPr altLang="fr-FR" sz="2800" dirty="0" err="1"/>
              <a:t>Exemple</a:t>
            </a:r>
            <a:r>
              <a:rPr altLang="fr-FR" sz="2800" dirty="0"/>
              <a:t> : </a:t>
            </a:r>
            <a:r>
              <a:rPr altLang="fr-FR" sz="2800" dirty="0" err="1"/>
              <a:t>fonction</a:t>
            </a:r>
            <a:r>
              <a:rPr altLang="fr-FR" sz="2800" dirty="0"/>
              <a:t> Min (</a:t>
            </a:r>
            <a:r>
              <a:rPr altLang="fr-FR" sz="2800" dirty="0" err="1"/>
              <a:t>a,b</a:t>
            </a:r>
            <a:r>
              <a:rPr altLang="fr-FR" sz="2800" dirty="0"/>
              <a:t>)</a:t>
            </a:r>
          </a:p>
          <a:p>
            <a:pPr lvl="1" eaLnBrk="1" hangingPunct="1">
              <a:lnSpc>
                <a:spcPct val="90000"/>
              </a:lnSpc>
            </a:pPr>
            <a:r>
              <a:rPr altLang="fr-FR" sz="2400" dirty="0"/>
              <a:t>Il </a:t>
            </a:r>
            <a:r>
              <a:rPr altLang="fr-FR" sz="2400" dirty="0" err="1"/>
              <a:t>est</a:t>
            </a:r>
            <a:r>
              <a:rPr altLang="fr-FR" sz="2400" dirty="0"/>
              <a:t> </a:t>
            </a:r>
            <a:r>
              <a:rPr altLang="fr-FR" sz="2400" dirty="0" err="1"/>
              <a:t>nécessaire</a:t>
            </a:r>
            <a:r>
              <a:rPr altLang="fr-FR" sz="2400" dirty="0"/>
              <a:t> de </a:t>
            </a:r>
            <a:r>
              <a:rPr altLang="fr-FR" sz="2400" dirty="0" err="1"/>
              <a:t>définir</a:t>
            </a:r>
            <a:r>
              <a:rPr altLang="fr-FR" sz="2400" dirty="0"/>
              <a:t> </a:t>
            </a:r>
            <a:r>
              <a:rPr altLang="fr-FR" sz="2400" dirty="0" err="1"/>
              <a:t>une</a:t>
            </a:r>
            <a:r>
              <a:rPr altLang="fr-FR" sz="2400" dirty="0"/>
              <a:t> </a:t>
            </a:r>
            <a:r>
              <a:rPr altLang="fr-FR" sz="2400" dirty="0" err="1"/>
              <a:t>fonction</a:t>
            </a:r>
            <a:r>
              <a:rPr altLang="fr-FR" sz="2400" dirty="0"/>
              <a:t> pour </a:t>
            </a:r>
            <a:r>
              <a:rPr altLang="fr-FR" sz="2400" dirty="0" err="1"/>
              <a:t>chaque</a:t>
            </a:r>
            <a:r>
              <a:rPr altLang="fr-FR" sz="2400" dirty="0"/>
              <a:t> </a:t>
            </a:r>
            <a:r>
              <a:rPr altLang="fr-FR" sz="2400" dirty="0" err="1"/>
              <a:t>paire</a:t>
            </a:r>
            <a:r>
              <a:rPr altLang="fr-FR" sz="2400" dirty="0"/>
              <a:t> de </a:t>
            </a:r>
            <a:r>
              <a:rPr altLang="fr-FR" sz="2400" dirty="0" err="1"/>
              <a:t>paramètres</a:t>
            </a:r>
            <a:r>
              <a:rPr altLang="fr-FR" sz="2400" dirty="0"/>
              <a:t> de types </a:t>
            </a:r>
            <a:r>
              <a:rPr altLang="fr-FR" sz="2400" dirty="0" err="1"/>
              <a:t>différents</a:t>
            </a:r>
            <a:endParaRPr altLang="fr-FR" sz="2400" dirty="0"/>
          </a:p>
        </p:txBody>
      </p:sp>
      <p:sp>
        <p:nvSpPr>
          <p:cNvPr id="6149" name="Espace réservé du numéro de diapositive 5"/>
          <p:cNvSpPr>
            <a:spLocks noGrp="1"/>
          </p:cNvSpPr>
          <p:nvPr>
            <p:ph type="sldNum"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E9C526D-2848-41B7-89BD-DB21BCA1F488}" type="slidenum">
              <a:rPr lang="fr-FR" altLang="fr-FR" sz="1400" smtClean="0">
                <a:solidFill>
                  <a:srgbClr val="333399"/>
                </a:solidFill>
                <a:latin typeface="Calibri" panose="020F0502020204030204" pitchFamily="34" charset="0"/>
              </a:rPr>
              <a:pPr/>
              <a:t>2</a:t>
            </a:fld>
            <a:endParaRPr lang="fr-FR" altLang="fr-FR" sz="1400">
              <a:solidFill>
                <a:srgbClr val="333399"/>
              </a:solidFill>
              <a:latin typeface="Calibri" panose="020F0502020204030204" pitchFamily="34" charset="0"/>
            </a:endParaRPr>
          </a:p>
        </p:txBody>
      </p:sp>
      <p:graphicFrame>
        <p:nvGraphicFramePr>
          <p:cNvPr id="87091" name="Group 51"/>
          <p:cNvGraphicFramePr>
            <a:graphicFrameLocks noGrp="1"/>
          </p:cNvGraphicFramePr>
          <p:nvPr>
            <p:extLst>
              <p:ext uri="{D42A27DB-BD31-4B8C-83A1-F6EECF244321}">
                <p14:modId xmlns:p14="http://schemas.microsoft.com/office/powerpoint/2010/main" val="3764757797"/>
              </p:ext>
            </p:extLst>
          </p:nvPr>
        </p:nvGraphicFramePr>
        <p:xfrm>
          <a:off x="1127448" y="3645024"/>
          <a:ext cx="9361041" cy="2386013"/>
        </p:xfrm>
        <a:graphic>
          <a:graphicData uri="http://schemas.openxmlformats.org/drawingml/2006/table">
            <a:tbl>
              <a:tblPr/>
              <a:tblGrid>
                <a:gridCol w="3120347">
                  <a:extLst>
                    <a:ext uri="{9D8B030D-6E8A-4147-A177-3AD203B41FA5}">
                      <a16:colId xmlns:a16="http://schemas.microsoft.com/office/drawing/2014/main" val="20000"/>
                    </a:ext>
                  </a:extLst>
                </a:gridCol>
                <a:gridCol w="3120347">
                  <a:extLst>
                    <a:ext uri="{9D8B030D-6E8A-4147-A177-3AD203B41FA5}">
                      <a16:colId xmlns:a16="http://schemas.microsoft.com/office/drawing/2014/main" val="20001"/>
                    </a:ext>
                  </a:extLst>
                </a:gridCol>
                <a:gridCol w="3120347">
                  <a:extLst>
                    <a:ext uri="{9D8B030D-6E8A-4147-A177-3AD203B41FA5}">
                      <a16:colId xmlns:a16="http://schemas.microsoft.com/office/drawing/2014/main" val="20002"/>
                    </a:ext>
                  </a:extLst>
                </a:gridCol>
              </a:tblGrid>
              <a:tr h="587453">
                <a:tc>
                  <a:txBody>
                    <a:bodyPr/>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33399"/>
                          </a:solidFill>
                          <a:effectLst/>
                          <a:latin typeface="Calibri" pitchFamily="34" charset="0"/>
                        </a:rPr>
                        <a:t>Entiers</a:t>
                      </a:r>
                    </a:p>
                  </a:txBody>
                  <a:tcPr marL="84403" marR="84403" marT="45726" marB="45726"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33399"/>
                          </a:solidFill>
                          <a:effectLst/>
                          <a:latin typeface="Calibri" pitchFamily="34" charset="0"/>
                        </a:rPr>
                        <a:t>Réels</a:t>
                      </a:r>
                    </a:p>
                  </a:txBody>
                  <a:tcPr marL="84403" marR="84403" marT="45726" marB="45726"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33399"/>
                          </a:solidFill>
                          <a:effectLst/>
                          <a:latin typeface="Calibri" pitchFamily="34" charset="0"/>
                        </a:rPr>
                        <a:t>Caractères</a:t>
                      </a:r>
                    </a:p>
                  </a:txBody>
                  <a:tcPr marL="84403" marR="84403" marT="45726" marB="45726"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1798560">
                <a:tc>
                  <a:txBody>
                    <a:bodyPr/>
                    <a:lstStyle/>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err="1">
                          <a:ln>
                            <a:noFill/>
                          </a:ln>
                          <a:solidFill>
                            <a:srgbClr val="333399"/>
                          </a:solidFill>
                          <a:effectLst/>
                          <a:latin typeface="Calibri" pitchFamily="34" charset="0"/>
                          <a:cs typeface="Times New Roman" pitchFamily="18" charset="0"/>
                        </a:rPr>
                        <a:t>int</a:t>
                      </a:r>
                      <a:r>
                        <a:rPr kumimoji="0" lang="en-GB" sz="2000" b="0" i="0" u="none" strike="noStrike" cap="none" normalizeH="0" baseline="0" dirty="0">
                          <a:ln>
                            <a:noFill/>
                          </a:ln>
                          <a:solidFill>
                            <a:srgbClr val="333399"/>
                          </a:solidFill>
                          <a:effectLst/>
                          <a:latin typeface="Calibri" pitchFamily="34" charset="0"/>
                          <a:cs typeface="Times New Roman" pitchFamily="18" charset="0"/>
                        </a:rPr>
                        <a:t> Min (</a:t>
                      </a:r>
                      <a:r>
                        <a:rPr kumimoji="0" lang="en-GB" sz="2000" b="0" i="0" u="none" strike="noStrike" cap="none" normalizeH="0" baseline="0" dirty="0" err="1">
                          <a:ln>
                            <a:noFill/>
                          </a:ln>
                          <a:solidFill>
                            <a:srgbClr val="333399"/>
                          </a:solidFill>
                          <a:effectLst/>
                          <a:latin typeface="Calibri" pitchFamily="34" charset="0"/>
                          <a:cs typeface="Times New Roman" pitchFamily="18" charset="0"/>
                        </a:rPr>
                        <a:t>int</a:t>
                      </a:r>
                      <a:r>
                        <a:rPr kumimoji="0" lang="en-GB" sz="2000" b="0" i="0" u="none" strike="noStrike" cap="none" normalizeH="0" baseline="0" dirty="0">
                          <a:ln>
                            <a:noFill/>
                          </a:ln>
                          <a:solidFill>
                            <a:srgbClr val="333399"/>
                          </a:solidFill>
                          <a:effectLst/>
                          <a:latin typeface="Calibri" pitchFamily="34" charset="0"/>
                          <a:cs typeface="Times New Roman" pitchFamily="18" charset="0"/>
                        </a:rPr>
                        <a:t> a, </a:t>
                      </a:r>
                      <a:r>
                        <a:rPr kumimoji="0" lang="en-GB" sz="2000" b="0" i="0" u="none" strike="noStrike" cap="none" normalizeH="0" baseline="0" dirty="0" err="1">
                          <a:ln>
                            <a:noFill/>
                          </a:ln>
                          <a:solidFill>
                            <a:srgbClr val="333399"/>
                          </a:solidFill>
                          <a:effectLst/>
                          <a:latin typeface="Calibri" pitchFamily="34" charset="0"/>
                          <a:cs typeface="Times New Roman" pitchFamily="18" charset="0"/>
                        </a:rPr>
                        <a:t>int</a:t>
                      </a:r>
                      <a:r>
                        <a:rPr kumimoji="0" lang="en-GB" sz="2000" b="0" i="0" u="none" strike="noStrike" cap="none" normalizeH="0" baseline="0" dirty="0">
                          <a:ln>
                            <a:noFill/>
                          </a:ln>
                          <a:solidFill>
                            <a:srgbClr val="333399"/>
                          </a:solidFill>
                          <a:effectLst/>
                          <a:latin typeface="Calibri" pitchFamily="34" charset="0"/>
                          <a:cs typeface="Times New Roman" pitchFamily="18" charset="0"/>
                        </a:rPr>
                        <a:t> b)</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  return (a&lt;b) ? a : b;</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a:t>
                      </a:r>
                      <a:endParaRPr kumimoji="0" lang="fr-FR" sz="2000" b="0" i="0" u="none" strike="noStrike" cap="none" normalizeH="0" baseline="0" dirty="0">
                        <a:ln>
                          <a:noFill/>
                        </a:ln>
                        <a:solidFill>
                          <a:srgbClr val="333399"/>
                        </a:solidFill>
                        <a:effectLst/>
                        <a:latin typeface="Calibri" pitchFamily="34" charset="0"/>
                        <a:cs typeface="Times New Roman" pitchFamily="18" charset="0"/>
                      </a:endParaRPr>
                    </a:p>
                  </a:txBody>
                  <a:tcPr marL="84403" marR="84403" marT="45726" marB="45726"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float Min (float a, float b)</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  return (a&lt;b) ? a : b;</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a:t>
                      </a:r>
                      <a:endParaRPr kumimoji="0" lang="fr-FR" sz="2000" b="0" i="0" u="none" strike="noStrike" cap="none" normalizeH="0" baseline="0" dirty="0">
                        <a:ln>
                          <a:noFill/>
                        </a:ln>
                        <a:solidFill>
                          <a:srgbClr val="333399"/>
                        </a:solidFill>
                        <a:effectLst/>
                        <a:latin typeface="Calibri" pitchFamily="34" charset="0"/>
                        <a:cs typeface="Times New Roman" pitchFamily="18" charset="0"/>
                      </a:endParaRPr>
                    </a:p>
                  </a:txBody>
                  <a:tcPr marL="84403" marR="84403" marT="45726" marB="45726" horzOverflow="overflow">
                    <a:lnL>
                      <a:noFill/>
                    </a:lnL>
                    <a:lnR>
                      <a:noFill/>
                    </a:lnR>
                    <a:lnT>
                      <a:noFill/>
                    </a:lnT>
                    <a:lnB cap="flat">
                      <a:noFill/>
                    </a:lnB>
                    <a:lnTlToBr>
                      <a:noFill/>
                    </a:lnTlToBr>
                    <a:lnBlToTr>
                      <a:noFill/>
                    </a:lnBlToTr>
                    <a:noFill/>
                  </a:tcPr>
                </a:tc>
                <a:tc>
                  <a:txBody>
                    <a:bodyPr/>
                    <a:lstStyle/>
                    <a:p>
                      <a:pPr marL="360363"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char Min (char a, char b)</a:t>
                      </a:r>
                    </a:p>
                    <a:p>
                      <a:pPr marL="360363"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a:t>
                      </a:r>
                    </a:p>
                    <a:p>
                      <a:pPr marL="360363"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  return (a&lt;b) ? a : b;</a:t>
                      </a:r>
                    </a:p>
                    <a:p>
                      <a:pPr marL="360363"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en-GB" sz="2000" b="0" i="0" u="none" strike="noStrike" cap="none" normalizeH="0" baseline="0" dirty="0">
                          <a:ln>
                            <a:noFill/>
                          </a:ln>
                          <a:solidFill>
                            <a:srgbClr val="333399"/>
                          </a:solidFill>
                          <a:effectLst/>
                          <a:latin typeface="Calibri" pitchFamily="34" charset="0"/>
                          <a:cs typeface="Times New Roman" pitchFamily="18" charset="0"/>
                        </a:rPr>
                        <a:t>}</a:t>
                      </a:r>
                      <a:endParaRPr kumimoji="0" lang="fr-FR" sz="2000" b="0" i="0" u="none" strike="noStrike" cap="none" normalizeH="0" baseline="0" dirty="0">
                        <a:ln>
                          <a:noFill/>
                        </a:ln>
                        <a:solidFill>
                          <a:srgbClr val="333399"/>
                        </a:solidFill>
                        <a:effectLst/>
                        <a:latin typeface="Calibri" pitchFamily="34" charset="0"/>
                        <a:cs typeface="Times New Roman" pitchFamily="18" charset="0"/>
                      </a:endParaRPr>
                    </a:p>
                  </a:txBody>
                  <a:tcPr marL="84403" marR="84403" marT="45726" marB="45726"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p:txBody>
          <a:bodyPr/>
          <a:lstStyle/>
          <a:p>
            <a:pPr eaLnBrk="1" hangingPunct="1"/>
            <a:r>
              <a:rPr altLang="fr-FR"/>
              <a:t>Généricité : objectifs</a:t>
            </a:r>
          </a:p>
        </p:txBody>
      </p:sp>
      <p:sp>
        <p:nvSpPr>
          <p:cNvPr id="5123" name="Rectangle 5"/>
          <p:cNvSpPr>
            <a:spLocks noGrp="1" noChangeArrowheads="1"/>
          </p:cNvSpPr>
          <p:nvPr>
            <p:ph idx="1"/>
          </p:nvPr>
        </p:nvSpPr>
        <p:spPr>
          <a:xfrm>
            <a:off x="787829" y="1556792"/>
            <a:ext cx="10972800" cy="4173796"/>
          </a:xfrm>
        </p:spPr>
        <p:txBody>
          <a:bodyPr/>
          <a:lstStyle/>
          <a:p>
            <a:pPr eaLnBrk="1" hangingPunct="1"/>
            <a:r>
              <a:rPr lang="fr-FR" altLang="fr-FR" sz="2800" dirty="0"/>
              <a:t>Réduction du code écrit par le programmeur</a:t>
            </a:r>
          </a:p>
          <a:p>
            <a:pPr lvl="1" eaLnBrk="1" hangingPunct="1"/>
            <a:r>
              <a:rPr lang="fr-FR" altLang="fr-FR" sz="2400" dirty="0"/>
              <a:t>Limitation des erreurs</a:t>
            </a:r>
          </a:p>
          <a:p>
            <a:pPr lvl="1" eaLnBrk="1" hangingPunct="1"/>
            <a:r>
              <a:rPr lang="fr-FR" altLang="fr-FR" sz="2400" dirty="0"/>
              <a:t>Meilleure productivité</a:t>
            </a:r>
          </a:p>
          <a:p>
            <a:pPr lvl="1" eaLnBrk="1" hangingPunct="1"/>
            <a:r>
              <a:rPr lang="fr-FR" altLang="fr-FR" sz="2400" dirty="0"/>
              <a:t>Maintenance plus facile</a:t>
            </a:r>
          </a:p>
          <a:p>
            <a:pPr eaLnBrk="1" hangingPunct="1"/>
            <a:r>
              <a:rPr lang="fr-FR" altLang="fr-FR" sz="2800" dirty="0"/>
              <a:t>Génération automatique de code objet par le compilateur</a:t>
            </a:r>
          </a:p>
          <a:p>
            <a:pPr lvl="1" eaLnBrk="1" hangingPunct="1"/>
            <a:r>
              <a:rPr lang="fr-FR" altLang="fr-FR" sz="2400" dirty="0"/>
              <a:t>Le programmeur donne simplement un « patron », générique (</a:t>
            </a:r>
            <a:r>
              <a:rPr lang="fr-FR" altLang="fr-FR" sz="2400" dirty="0" err="1"/>
              <a:t>template</a:t>
            </a:r>
            <a:r>
              <a:rPr lang="fr-FR" altLang="fr-FR" sz="2400" dirty="0"/>
              <a:t> en anglais) de fonctions ou de classes</a:t>
            </a:r>
          </a:p>
          <a:p>
            <a:pPr lvl="1" eaLnBrk="1" hangingPunct="1"/>
            <a:r>
              <a:rPr lang="fr-FR" altLang="fr-FR" sz="2400" dirty="0"/>
              <a:t>Paramétrage de type</a:t>
            </a:r>
          </a:p>
          <a:p>
            <a:pPr lvl="1" eaLnBrk="1" hangingPunct="1"/>
            <a:r>
              <a:rPr lang="fr-FR" altLang="fr-FR" sz="2400" dirty="0"/>
              <a:t>« Déclinaisons » de </a:t>
            </a:r>
            <a:r>
              <a:rPr lang="fr-FR" altLang="fr-FR" sz="2400" u="sng" dirty="0"/>
              <a:t>fonctions</a:t>
            </a:r>
            <a:r>
              <a:rPr lang="fr-FR" altLang="fr-FR" sz="2400" dirty="0"/>
              <a:t> ou de </a:t>
            </a:r>
            <a:r>
              <a:rPr lang="fr-FR" altLang="fr-FR" sz="2400" u="sng" dirty="0"/>
              <a:t>classes</a:t>
            </a:r>
          </a:p>
        </p:txBody>
      </p:sp>
      <p:sp>
        <p:nvSpPr>
          <p:cNvPr id="5125" name="Espace réservé du numéro de diapositive 5"/>
          <p:cNvSpPr>
            <a:spLocks noGrp="1"/>
          </p:cNvSpPr>
          <p:nvPr>
            <p:ph type="sldNum"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16624C32-47DF-4CE2-A487-F64CE544C02F}" type="slidenum">
              <a:rPr lang="fr-FR" altLang="fr-FR" sz="1400" smtClean="0">
                <a:solidFill>
                  <a:srgbClr val="333399"/>
                </a:solidFill>
                <a:latin typeface="Calibri" panose="020F0502020204030204" pitchFamily="34" charset="0"/>
              </a:rPr>
              <a:pPr/>
              <a:t>3</a:t>
            </a:fld>
            <a:endParaRPr lang="fr-FR" altLang="fr-FR" sz="1400">
              <a:solidFill>
                <a:srgbClr val="333399"/>
              </a:solidFill>
              <a:latin typeface="Calibri" panose="020F0502020204030204" pitchFamily="34" charset="0"/>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altLang="fr-FR"/>
              <a:t>Généricité : alternative (tentative…)</a:t>
            </a:r>
          </a:p>
        </p:txBody>
      </p:sp>
      <p:sp>
        <p:nvSpPr>
          <p:cNvPr id="7171" name="Rectangle 3"/>
          <p:cNvSpPr>
            <a:spLocks noGrp="1" noChangeArrowheads="1"/>
          </p:cNvSpPr>
          <p:nvPr>
            <p:ph idx="1"/>
          </p:nvPr>
        </p:nvSpPr>
        <p:spPr>
          <a:xfrm>
            <a:off x="787829" y="1291126"/>
            <a:ext cx="8088312" cy="2209800"/>
          </a:xfrm>
        </p:spPr>
        <p:txBody>
          <a:bodyPr/>
          <a:lstStyle/>
          <a:p>
            <a:pPr algn="just" eaLnBrk="1" hangingPunct="1"/>
            <a:r>
              <a:rPr lang="fr-FR" altLang="fr-FR" sz="2400" dirty="0">
                <a:cs typeface="Times New Roman" panose="02020603050405020304" pitchFamily="18" charset="0"/>
              </a:rPr>
              <a:t>Utilisation de la directive #</a:t>
            </a:r>
            <a:r>
              <a:rPr lang="fr-FR" altLang="fr-FR" sz="2400" dirty="0" err="1">
                <a:cs typeface="Times New Roman" panose="02020603050405020304" pitchFamily="18" charset="0"/>
              </a:rPr>
              <a:t>define</a:t>
            </a:r>
            <a:r>
              <a:rPr lang="fr-FR" altLang="fr-FR" sz="2400" dirty="0">
                <a:cs typeface="Times New Roman" panose="02020603050405020304" pitchFamily="18" charset="0"/>
              </a:rPr>
              <a:t> du </a:t>
            </a:r>
            <a:r>
              <a:rPr lang="fr-FR" altLang="fr-FR" sz="2400" dirty="0" err="1">
                <a:cs typeface="Times New Roman" panose="02020603050405020304" pitchFamily="18" charset="0"/>
              </a:rPr>
              <a:t>pré-processeur</a:t>
            </a:r>
            <a:r>
              <a:rPr lang="fr-FR" altLang="fr-FR" sz="2400" dirty="0">
                <a:cs typeface="Times New Roman" panose="02020603050405020304" pitchFamily="18" charset="0"/>
              </a:rPr>
              <a:t> au lieu d’écrire explicitement chaque instance de fonction</a:t>
            </a:r>
          </a:p>
          <a:p>
            <a:pPr algn="just" eaLnBrk="1" hangingPunct="1"/>
            <a:r>
              <a:rPr lang="fr-FR" altLang="fr-FR" sz="2400" dirty="0">
                <a:latin typeface="Times" panose="02020603050405020304" pitchFamily="18" charset="0"/>
                <a:cs typeface="Times New Roman" panose="02020603050405020304" pitchFamily="18" charset="0"/>
              </a:rPr>
              <a:t> </a:t>
            </a:r>
            <a:r>
              <a:rPr lang="fr-FR" altLang="fr-FR" sz="2400" dirty="0">
                <a:cs typeface="Times New Roman" panose="02020603050405020304" pitchFamily="18" charset="0"/>
              </a:rPr>
              <a:t>Exemple </a:t>
            </a:r>
            <a:r>
              <a:rPr lang="fr-FR" altLang="fr-FR" sz="2400" dirty="0">
                <a:latin typeface="Times" panose="02020603050405020304" pitchFamily="18" charset="0"/>
                <a:cs typeface="Times New Roman" panose="02020603050405020304" pitchFamily="18" charset="0"/>
              </a:rPr>
              <a:t>: </a:t>
            </a:r>
            <a:r>
              <a:rPr lang="fr-FR" altLang="fr-FR" sz="2400" dirty="0">
                <a:cs typeface="Times New Roman" panose="02020603050405020304" pitchFamily="18" charset="0"/>
              </a:rPr>
              <a:t>#</a:t>
            </a:r>
            <a:r>
              <a:rPr lang="fr-FR" altLang="fr-FR" sz="2400" dirty="0" err="1">
                <a:cs typeface="Times New Roman" panose="02020603050405020304" pitchFamily="18" charset="0"/>
              </a:rPr>
              <a:t>define</a:t>
            </a:r>
            <a:r>
              <a:rPr lang="fr-FR" altLang="fr-FR" sz="2400" dirty="0">
                <a:cs typeface="Times New Roman" panose="02020603050405020304" pitchFamily="18" charset="0"/>
              </a:rPr>
              <a:t> Min(</a:t>
            </a:r>
            <a:r>
              <a:rPr lang="fr-FR" altLang="fr-FR" sz="2400" dirty="0" err="1">
                <a:cs typeface="Times New Roman" panose="02020603050405020304" pitchFamily="18" charset="0"/>
              </a:rPr>
              <a:t>a,b</a:t>
            </a:r>
            <a:r>
              <a:rPr lang="fr-FR" altLang="fr-FR" sz="2400" dirty="0">
                <a:cs typeface="Times New Roman" panose="02020603050405020304" pitchFamily="18" charset="0"/>
              </a:rPr>
              <a:t>) ( ( (a) &lt; (b) ) ? (a) : (b) )</a:t>
            </a:r>
          </a:p>
          <a:p>
            <a:pPr lvl="1" algn="just" eaLnBrk="1" hangingPunct="1"/>
            <a:r>
              <a:rPr lang="fr-FR" altLang="fr-FR" sz="2000" dirty="0">
                <a:cs typeface="Times New Roman" panose="02020603050405020304" pitchFamily="18" charset="0"/>
              </a:rPr>
              <a:t>Problème : le </a:t>
            </a:r>
            <a:r>
              <a:rPr lang="fr-FR" altLang="fr-FR" sz="2000" dirty="0" err="1">
                <a:cs typeface="Times New Roman" panose="02020603050405020304" pitchFamily="18" charset="0"/>
              </a:rPr>
              <a:t>pré-processeur</a:t>
            </a:r>
            <a:r>
              <a:rPr lang="fr-FR" altLang="fr-FR" sz="2000" dirty="0">
                <a:cs typeface="Times New Roman" panose="02020603050405020304" pitchFamily="18" charset="0"/>
              </a:rPr>
              <a:t> substitue le texte des paramètres. Le plus petit paramètre est évalué deux fois, pour le test (a &lt; b) ET pour le retour de l’instruction.</a:t>
            </a:r>
          </a:p>
        </p:txBody>
      </p:sp>
      <p:sp>
        <p:nvSpPr>
          <p:cNvPr id="7173" name="Espace réservé du numéro de diapositive 5"/>
          <p:cNvSpPr>
            <a:spLocks noGrp="1"/>
          </p:cNvSpPr>
          <p:nvPr>
            <p:ph type="sldNum"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D7804AE8-012C-4763-83BA-3A250AC16899}" type="slidenum">
              <a:rPr lang="fr-FR" altLang="fr-FR" sz="1400">
                <a:solidFill>
                  <a:srgbClr val="333399"/>
                </a:solidFill>
                <a:latin typeface="Calibri" panose="020F0502020204030204" pitchFamily="34" charset="0"/>
              </a:rPr>
              <a:pPr/>
              <a:t>4</a:t>
            </a:fld>
            <a:endParaRPr lang="fr-FR" altLang="fr-FR" sz="1400">
              <a:solidFill>
                <a:srgbClr val="333399"/>
              </a:solidFill>
              <a:latin typeface="Calibri" panose="020F0502020204030204" pitchFamily="34" charset="0"/>
            </a:endParaRPr>
          </a:p>
        </p:txBody>
      </p:sp>
      <p:graphicFrame>
        <p:nvGraphicFramePr>
          <p:cNvPr id="88113" name="Group 49"/>
          <p:cNvGraphicFramePr>
            <a:graphicFrameLocks noGrp="1"/>
          </p:cNvGraphicFramePr>
          <p:nvPr>
            <p:extLst>
              <p:ext uri="{D42A27DB-BD31-4B8C-83A1-F6EECF244321}">
                <p14:modId xmlns:p14="http://schemas.microsoft.com/office/powerpoint/2010/main" val="3911903903"/>
              </p:ext>
            </p:extLst>
          </p:nvPr>
        </p:nvGraphicFramePr>
        <p:xfrm>
          <a:off x="1559496" y="3586913"/>
          <a:ext cx="7877176" cy="1889700"/>
        </p:xfrm>
        <a:graphic>
          <a:graphicData uri="http://schemas.openxmlformats.org/drawingml/2006/table">
            <a:tbl>
              <a:tblPr/>
              <a:tblGrid>
                <a:gridCol w="3938588">
                  <a:extLst>
                    <a:ext uri="{9D8B030D-6E8A-4147-A177-3AD203B41FA5}">
                      <a16:colId xmlns:a16="http://schemas.microsoft.com/office/drawing/2014/main" val="20000"/>
                    </a:ext>
                  </a:extLst>
                </a:gridCol>
                <a:gridCol w="3938588">
                  <a:extLst>
                    <a:ext uri="{9D8B030D-6E8A-4147-A177-3AD203B41FA5}">
                      <a16:colId xmlns:a16="http://schemas.microsoft.com/office/drawing/2014/main" val="20001"/>
                    </a:ext>
                  </a:extLst>
                </a:gridCol>
              </a:tblGrid>
              <a:tr h="396107">
                <a:tc>
                  <a:txBody>
                    <a:bodyPr/>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15683"/>
                          </a:solidFill>
                          <a:effectLst/>
                          <a:latin typeface="Calibri" pitchFamily="34" charset="0"/>
                        </a:rPr>
                        <a:t>Fonctionnement correct</a:t>
                      </a:r>
                    </a:p>
                  </a:txBody>
                  <a:tcPr marL="84398" marR="84398" marT="45705" marB="45705" horzOverflow="overflow">
                    <a:lnL cap="flat">
                      <a:noFill/>
                    </a:lnL>
                    <a:lnR w="12700" cap="flat" cmpd="sng" algn="ctr">
                      <a:solidFill>
                        <a:srgbClr val="315683"/>
                      </a:solidFill>
                      <a:prstDash val="solid"/>
                      <a:round/>
                      <a:headEnd type="none" w="med" len="med"/>
                      <a:tailEnd type="none" w="med" len="med"/>
                    </a:lnR>
                    <a:lnT cap="flat">
                      <a:noFill/>
                    </a:lnT>
                    <a:lnB w="12700" cap="flat" cmpd="sng" algn="ctr">
                      <a:solidFill>
                        <a:srgbClr val="31568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a:ln>
                            <a:noFill/>
                          </a:ln>
                          <a:solidFill>
                            <a:srgbClr val="315683"/>
                          </a:solidFill>
                          <a:effectLst/>
                          <a:latin typeface="Calibri" pitchFamily="34" charset="0"/>
                        </a:rPr>
                        <a:t>Fonctionnement anormal</a:t>
                      </a:r>
                    </a:p>
                  </a:txBody>
                  <a:tcPr marL="84398" marR="84398" marT="45705" marB="45705" horzOverflow="overflow">
                    <a:lnL w="12700" cap="flat" cmpd="sng" algn="ctr">
                      <a:solidFill>
                        <a:srgbClr val="315683"/>
                      </a:solidFill>
                      <a:prstDash val="solid"/>
                      <a:round/>
                      <a:headEnd type="none" w="med" len="med"/>
                      <a:tailEnd type="none" w="med" len="med"/>
                    </a:lnL>
                    <a:lnR cap="flat">
                      <a:noFill/>
                    </a:lnR>
                    <a:lnT cap="flat">
                      <a:noFill/>
                    </a:lnT>
                    <a:lnB w="12700" cap="flat" cmpd="sng" algn="ctr">
                      <a:solidFill>
                        <a:srgbClr val="31568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93018">
                <a:tc>
                  <a:txBody>
                    <a:bodyPr/>
                    <a:lstStyle/>
                    <a:p>
                      <a:pPr marL="0" marR="0" lvl="0" indent="0" algn="just" defTabSz="3683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15683"/>
                          </a:solidFill>
                          <a:effectLst/>
                          <a:latin typeface="Calibri" pitchFamily="34" charset="0"/>
                          <a:cs typeface="Times New Roman" pitchFamily="18" charset="0"/>
                        </a:rPr>
                        <a:t>Min (10, 20);		// retourne 10</a:t>
                      </a:r>
                    </a:p>
                    <a:p>
                      <a:pPr marL="0" marR="0" lvl="0" indent="0" algn="just" defTabSz="3683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15683"/>
                          </a:solidFill>
                          <a:effectLst/>
                          <a:latin typeface="Calibri" pitchFamily="34" charset="0"/>
                          <a:cs typeface="Times New Roman" pitchFamily="18" charset="0"/>
                        </a:rPr>
                        <a:t>Min (10.0, 20.0);	// retourne 10.0</a:t>
                      </a:r>
                    </a:p>
                    <a:p>
                      <a:pPr marL="0" marR="0" lvl="0" indent="0" algn="just" defTabSz="368300"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15683"/>
                          </a:solidFill>
                          <a:effectLst/>
                          <a:latin typeface="Calibri" pitchFamily="34" charset="0"/>
                          <a:cs typeface="Times New Roman" pitchFamily="18" charset="0"/>
                        </a:rPr>
                        <a:t>Min (’d’, ’f’);		// retourne ’d’</a:t>
                      </a:r>
                      <a:endParaRPr kumimoji="0" lang="fr-FR" sz="2000" b="0" i="0" u="none" strike="noStrike" cap="none" normalizeH="0" baseline="0" dirty="0">
                        <a:ln>
                          <a:noFill/>
                        </a:ln>
                        <a:solidFill>
                          <a:srgbClr val="315683"/>
                        </a:solidFill>
                        <a:effectLst/>
                        <a:latin typeface="Calibri" pitchFamily="34" charset="0"/>
                      </a:endParaRPr>
                    </a:p>
                  </a:txBody>
                  <a:tcPr marL="84398" marR="84398" marT="45705" marB="45705" horzOverflow="overflow">
                    <a:lnL cap="flat">
                      <a:noFill/>
                    </a:lnL>
                    <a:lnR w="12700" cap="flat" cmpd="sng" algn="ctr">
                      <a:solidFill>
                        <a:srgbClr val="315683"/>
                      </a:solidFill>
                      <a:prstDash val="solid"/>
                      <a:round/>
                      <a:headEnd type="none" w="med" len="med"/>
                      <a:tailEnd type="none" w="med" len="med"/>
                    </a:lnR>
                    <a:lnT w="12700" cap="flat" cmpd="sng" algn="ctr">
                      <a:solidFill>
                        <a:srgbClr val="315683"/>
                      </a:solidFill>
                      <a:prstDash val="solid"/>
                      <a:round/>
                      <a:headEnd type="none" w="med" len="med"/>
                      <a:tailEnd type="none" w="med" len="med"/>
                    </a:lnT>
                    <a:lnB cap="flat">
                      <a:noFill/>
                    </a:lnB>
                    <a:lnTlToBr>
                      <a:noFill/>
                    </a:lnTlToBr>
                    <a:lnBlToTr>
                      <a:noFill/>
                    </a:lnBlToTr>
                    <a:noFill/>
                  </a:tcPr>
                </a:tc>
                <a:tc>
                  <a:txBody>
                    <a:bodyPr/>
                    <a:lstStyle/>
                    <a:p>
                      <a:pPr marL="0" marR="0" lvl="0" indent="0" algn="just" defTabSz="385763"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err="1">
                          <a:ln>
                            <a:noFill/>
                          </a:ln>
                          <a:solidFill>
                            <a:srgbClr val="315683"/>
                          </a:solidFill>
                          <a:effectLst/>
                          <a:latin typeface="Calibri" pitchFamily="34" charset="0"/>
                          <a:cs typeface="Times New Roman" pitchFamily="18" charset="0"/>
                        </a:rPr>
                        <a:t>int</a:t>
                      </a:r>
                      <a:r>
                        <a:rPr kumimoji="0" lang="fr-FR" sz="2000" b="0" i="0" u="none" strike="noStrike" cap="none" normalizeH="0" baseline="0" dirty="0">
                          <a:ln>
                            <a:noFill/>
                          </a:ln>
                          <a:solidFill>
                            <a:srgbClr val="315683"/>
                          </a:solidFill>
                          <a:effectLst/>
                          <a:latin typeface="Calibri" pitchFamily="34" charset="0"/>
                          <a:cs typeface="Times New Roman" pitchFamily="18" charset="0"/>
                        </a:rPr>
                        <a:t> i=10;</a:t>
                      </a:r>
                    </a:p>
                    <a:p>
                      <a:pPr marL="0" marR="0" lvl="0" indent="0" algn="just" defTabSz="385763" rtl="0" eaLnBrk="0" fontAlgn="base" latinLnBrk="0" hangingPunct="0">
                        <a:lnSpc>
                          <a:spcPct val="100000"/>
                        </a:lnSpc>
                        <a:spcBef>
                          <a:spcPct val="20000"/>
                        </a:spcBef>
                        <a:spcAft>
                          <a:spcPct val="0"/>
                        </a:spcAft>
                        <a:buClr>
                          <a:srgbClr val="333399"/>
                        </a:buClr>
                        <a:buSzPct val="75000"/>
                        <a:buFont typeface="Monotype Sorts" pitchFamily="2" charset="2"/>
                        <a:buNone/>
                        <a:tabLst/>
                      </a:pPr>
                      <a:r>
                        <a:rPr kumimoji="0" lang="fr-FR" sz="2000" b="0" i="0" u="none" strike="noStrike" cap="none" normalizeH="0" baseline="0" dirty="0">
                          <a:ln>
                            <a:noFill/>
                          </a:ln>
                          <a:solidFill>
                            <a:srgbClr val="315683"/>
                          </a:solidFill>
                          <a:effectLst/>
                          <a:latin typeface="Calibri" pitchFamily="34" charset="0"/>
                          <a:cs typeface="Times New Roman" pitchFamily="18" charset="0"/>
                        </a:rPr>
                        <a:t>Min (i++, 20);	</a:t>
                      </a:r>
                    </a:p>
                    <a:p>
                      <a:pPr marL="457200" marR="0" lvl="1" indent="0" algn="just" defTabSz="385763" rtl="0" eaLnBrk="0" fontAlgn="base" latinLnBrk="0" hangingPunct="0">
                        <a:lnSpc>
                          <a:spcPct val="100000"/>
                        </a:lnSpc>
                        <a:spcBef>
                          <a:spcPct val="20000"/>
                        </a:spcBef>
                        <a:spcAft>
                          <a:spcPct val="0"/>
                        </a:spcAft>
                        <a:buClr>
                          <a:srgbClr val="333399"/>
                        </a:buClr>
                        <a:buSzPct val="75000"/>
                        <a:buFont typeface="Wingdings" pitchFamily="2" charset="2"/>
                        <a:buNone/>
                        <a:tabLst/>
                      </a:pPr>
                      <a:r>
                        <a:rPr kumimoji="0" lang="fr-FR" sz="2000" b="0" i="1" u="none" strike="noStrike" cap="none" normalizeH="0" baseline="0" dirty="0">
                          <a:ln>
                            <a:noFill/>
                          </a:ln>
                          <a:solidFill>
                            <a:srgbClr val="315683"/>
                          </a:solidFill>
                          <a:effectLst/>
                          <a:latin typeface="Calibri" pitchFamily="34" charset="0"/>
                          <a:cs typeface="Times New Roman" pitchFamily="18" charset="0"/>
                        </a:rPr>
                        <a:t>Min retourne 11 et i vaut 12</a:t>
                      </a:r>
                    </a:p>
                    <a:p>
                      <a:pPr marL="457200" marR="0" lvl="1" indent="0" algn="just" defTabSz="385763" rtl="0" eaLnBrk="0" fontAlgn="base" latinLnBrk="0" hangingPunct="0">
                        <a:lnSpc>
                          <a:spcPct val="100000"/>
                        </a:lnSpc>
                        <a:spcBef>
                          <a:spcPct val="20000"/>
                        </a:spcBef>
                        <a:spcAft>
                          <a:spcPct val="0"/>
                        </a:spcAft>
                        <a:buClr>
                          <a:srgbClr val="333399"/>
                        </a:buClr>
                        <a:buSzPct val="75000"/>
                        <a:buFont typeface="Wingdings" pitchFamily="2" charset="2"/>
                        <a:buNone/>
                        <a:tabLst/>
                      </a:pPr>
                      <a:r>
                        <a:rPr kumimoji="0" lang="fr-FR" sz="2000" b="0" i="1" u="none" strike="noStrike" cap="none" normalizeH="0" baseline="0" dirty="0">
                          <a:ln>
                            <a:noFill/>
                          </a:ln>
                          <a:solidFill>
                            <a:srgbClr val="315683"/>
                          </a:solidFill>
                          <a:effectLst/>
                          <a:latin typeface="Calibri" pitchFamily="34" charset="0"/>
                          <a:cs typeface="Times New Roman" pitchFamily="18" charset="0"/>
                        </a:rPr>
                        <a:t>car i++ est réalisé 2 fois</a:t>
                      </a:r>
                      <a:endParaRPr kumimoji="0" lang="fr-FR" sz="2000" b="0" i="1" u="none" strike="noStrike" cap="none" normalizeH="0" baseline="0" dirty="0">
                        <a:ln>
                          <a:noFill/>
                        </a:ln>
                        <a:solidFill>
                          <a:srgbClr val="315683"/>
                        </a:solidFill>
                        <a:effectLst/>
                        <a:latin typeface="Calibri" pitchFamily="34" charset="0"/>
                      </a:endParaRPr>
                    </a:p>
                  </a:txBody>
                  <a:tcPr marL="84398" marR="84398" marT="45705" marB="45705" horzOverflow="overflow">
                    <a:lnL w="12700" cap="flat" cmpd="sng" algn="ctr">
                      <a:solidFill>
                        <a:srgbClr val="315683"/>
                      </a:solidFill>
                      <a:prstDash val="solid"/>
                      <a:round/>
                      <a:headEnd type="none" w="med" len="med"/>
                      <a:tailEnd type="none" w="med" len="med"/>
                    </a:lnL>
                    <a:lnR cap="flat">
                      <a:noFill/>
                    </a:lnR>
                    <a:lnT w="12700" cap="flat" cmpd="sng" algn="ctr">
                      <a:solidFill>
                        <a:srgbClr val="315683"/>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181" name="Rectangle 46"/>
          <p:cNvSpPr>
            <a:spLocks noChangeArrowheads="1"/>
          </p:cNvSpPr>
          <p:nvPr/>
        </p:nvSpPr>
        <p:spPr bwMode="auto">
          <a:xfrm>
            <a:off x="805132" y="5382039"/>
            <a:ext cx="10763476"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just">
              <a:spcBef>
                <a:spcPct val="20000"/>
              </a:spcBef>
              <a:buClr>
                <a:schemeClr val="bg2"/>
              </a:buClr>
              <a:buSzPct val="75000"/>
              <a:buFont typeface="Symbol" panose="05050102010706020507" pitchFamily="18" charset="2"/>
              <a:buChar char="Þ"/>
            </a:pPr>
            <a:r>
              <a:rPr lang="fr-FR" altLang="fr-FR" sz="2400" dirty="0">
                <a:solidFill>
                  <a:srgbClr val="315683"/>
                </a:solidFill>
                <a:latin typeface="Calibri" panose="020F0502020204030204" pitchFamily="34" charset="0"/>
                <a:cs typeface="Times New Roman" panose="02020603050405020304" pitchFamily="18" charset="0"/>
              </a:rPr>
              <a:t># </a:t>
            </a:r>
            <a:r>
              <a:rPr lang="fr-FR" altLang="fr-FR" sz="2400" dirty="0" err="1">
                <a:solidFill>
                  <a:srgbClr val="315683"/>
                </a:solidFill>
                <a:latin typeface="Calibri" panose="020F0502020204030204" pitchFamily="34" charset="0"/>
                <a:cs typeface="Times New Roman" panose="02020603050405020304" pitchFamily="18" charset="0"/>
              </a:rPr>
              <a:t>define</a:t>
            </a:r>
            <a:r>
              <a:rPr lang="fr-FR" altLang="fr-FR" sz="2400" dirty="0">
                <a:solidFill>
                  <a:srgbClr val="315683"/>
                </a:solidFill>
                <a:latin typeface="Calibri" panose="020F0502020204030204" pitchFamily="34" charset="0"/>
                <a:cs typeface="Times New Roman" panose="02020603050405020304" pitchFamily="18" charset="0"/>
              </a:rPr>
              <a:t> n’est pas une solution viable, d’autant plus que ce n’est pas une réponse pour les classes</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altLang="fr-FR"/>
              <a:t>Généricité : bénéfices</a:t>
            </a:r>
          </a:p>
        </p:txBody>
      </p:sp>
      <p:sp>
        <p:nvSpPr>
          <p:cNvPr id="8195" name="Rectangle 3"/>
          <p:cNvSpPr>
            <a:spLocks noGrp="1" noChangeArrowheads="1"/>
          </p:cNvSpPr>
          <p:nvPr>
            <p:ph sz="half" idx="1"/>
          </p:nvPr>
        </p:nvSpPr>
        <p:spPr>
          <a:xfrm>
            <a:off x="787828" y="2730058"/>
            <a:ext cx="5020140" cy="2514600"/>
          </a:xfrm>
        </p:spPr>
        <p:txBody>
          <a:bodyPr>
            <a:normAutofit/>
          </a:bodyPr>
          <a:lstStyle/>
          <a:p>
            <a:pPr algn="just" eaLnBrk="1" hangingPunct="1"/>
            <a:r>
              <a:rPr lang="fr-FR" altLang="fr-FR" sz="2400" dirty="0">
                <a:cs typeface="Times New Roman" panose="02020603050405020304" pitchFamily="18" charset="0"/>
              </a:rPr>
              <a:t>Fonctions</a:t>
            </a:r>
          </a:p>
          <a:p>
            <a:pPr lvl="1" eaLnBrk="1" hangingPunct="1">
              <a:buFont typeface="Candara" panose="020E0502030303020204" pitchFamily="34" charset="0"/>
              <a:buChar char="–"/>
            </a:pPr>
            <a:r>
              <a:rPr lang="fr-FR" altLang="fr-FR" sz="2000" dirty="0">
                <a:cs typeface="Times New Roman" panose="02020603050405020304" pitchFamily="18" charset="0"/>
              </a:rPr>
              <a:t>Paramétrage du type des paramètres</a:t>
            </a:r>
          </a:p>
          <a:p>
            <a:pPr lvl="1" eaLnBrk="1" hangingPunct="1">
              <a:buFont typeface="Candara" panose="020E0502030303020204" pitchFamily="34" charset="0"/>
              <a:buChar char="–"/>
            </a:pPr>
            <a:r>
              <a:rPr lang="fr-FR" altLang="fr-FR" sz="2000" dirty="0">
                <a:cs typeface="Times New Roman" panose="02020603050405020304" pitchFamily="18" charset="0"/>
              </a:rPr>
              <a:t>Paramétrage du type des variables locales</a:t>
            </a:r>
          </a:p>
          <a:p>
            <a:pPr lvl="1" algn="just" eaLnBrk="1" hangingPunct="1">
              <a:buFont typeface="Candara" panose="020E0502030303020204" pitchFamily="34" charset="0"/>
              <a:buChar char="–"/>
            </a:pPr>
            <a:r>
              <a:rPr lang="fr-FR" altLang="fr-FR" sz="2000" dirty="0">
                <a:cs typeface="Times New Roman" panose="02020603050405020304" pitchFamily="18" charset="0"/>
              </a:rPr>
              <a:t>Paramétrage du type de retour </a:t>
            </a:r>
          </a:p>
          <a:p>
            <a:pPr lvl="1" algn="just" eaLnBrk="1" hangingPunct="1">
              <a:buFont typeface="Candara" panose="020E0502030303020204" pitchFamily="34" charset="0"/>
              <a:buChar char="–"/>
            </a:pPr>
            <a:r>
              <a:rPr lang="fr-FR" altLang="fr-FR" sz="2000" dirty="0">
                <a:cs typeface="Times New Roman" panose="02020603050405020304" pitchFamily="18" charset="0"/>
              </a:rPr>
              <a:t>Corps d’instructions identique</a:t>
            </a:r>
          </a:p>
          <a:p>
            <a:pPr eaLnBrk="1" hangingPunct="1"/>
            <a:endParaRPr lang="fr-FR" altLang="fr-FR" sz="2400" dirty="0"/>
          </a:p>
        </p:txBody>
      </p:sp>
      <p:sp>
        <p:nvSpPr>
          <p:cNvPr id="8196" name="Rectangle 4"/>
          <p:cNvSpPr>
            <a:spLocks noGrp="1" noChangeArrowheads="1"/>
          </p:cNvSpPr>
          <p:nvPr>
            <p:ph sz="half" idx="2"/>
          </p:nvPr>
        </p:nvSpPr>
        <p:spPr>
          <a:xfrm>
            <a:off x="5951984" y="2708920"/>
            <a:ext cx="5400600" cy="2514600"/>
          </a:xfrm>
        </p:spPr>
        <p:txBody>
          <a:bodyPr>
            <a:normAutofit/>
          </a:bodyPr>
          <a:lstStyle/>
          <a:p>
            <a:pPr eaLnBrk="1" hangingPunct="1"/>
            <a:r>
              <a:rPr altLang="fr-FR" sz="2400" dirty="0"/>
              <a:t>Classes</a:t>
            </a:r>
          </a:p>
          <a:p>
            <a:pPr lvl="1" eaLnBrk="1" hangingPunct="1">
              <a:buFont typeface="Candara" panose="020E0502030303020204" pitchFamily="34" charset="0"/>
              <a:buChar char="–"/>
            </a:pPr>
            <a:r>
              <a:rPr altLang="fr-FR" sz="2000" dirty="0" err="1">
                <a:cs typeface="Times New Roman" panose="02020603050405020304" pitchFamily="18" charset="0"/>
              </a:rPr>
              <a:t>Paramétrage</a:t>
            </a:r>
            <a:r>
              <a:rPr altLang="fr-FR" sz="2000" dirty="0">
                <a:cs typeface="Times New Roman" panose="02020603050405020304" pitchFamily="18" charset="0"/>
              </a:rPr>
              <a:t> du type des </a:t>
            </a:r>
            <a:r>
              <a:rPr altLang="fr-FR" sz="2000" dirty="0" err="1">
                <a:cs typeface="Times New Roman" panose="02020603050405020304" pitchFamily="18" charset="0"/>
              </a:rPr>
              <a:t>données</a:t>
            </a:r>
            <a:r>
              <a:rPr altLang="fr-FR" sz="2000" dirty="0">
                <a:cs typeface="Times New Roman" panose="02020603050405020304" pitchFamily="18" charset="0"/>
              </a:rPr>
              <a:t> </a:t>
            </a:r>
            <a:r>
              <a:rPr altLang="fr-FR" sz="2000" dirty="0" err="1">
                <a:cs typeface="Times New Roman" panose="02020603050405020304" pitchFamily="18" charset="0"/>
              </a:rPr>
              <a:t>membres</a:t>
            </a:r>
            <a:endParaRPr altLang="fr-FR" sz="2000" dirty="0">
              <a:cs typeface="Times New Roman" panose="02020603050405020304" pitchFamily="18" charset="0"/>
            </a:endParaRPr>
          </a:p>
          <a:p>
            <a:pPr lvl="1" eaLnBrk="1" hangingPunct="1">
              <a:buFont typeface="Candara" panose="020E0502030303020204" pitchFamily="34" charset="0"/>
              <a:buChar char="–"/>
            </a:pPr>
            <a:r>
              <a:rPr altLang="fr-FR" sz="2000" dirty="0" err="1">
                <a:cs typeface="Times New Roman" panose="02020603050405020304" pitchFamily="18" charset="0"/>
              </a:rPr>
              <a:t>Paramétrage</a:t>
            </a:r>
            <a:r>
              <a:rPr altLang="fr-FR" sz="2000" dirty="0">
                <a:cs typeface="Times New Roman" panose="02020603050405020304" pitchFamily="18" charset="0"/>
              </a:rPr>
              <a:t> des types dans les </a:t>
            </a:r>
            <a:r>
              <a:rPr altLang="fr-FR" sz="2000" dirty="0" err="1">
                <a:cs typeface="Times New Roman" panose="02020603050405020304" pitchFamily="18" charset="0"/>
              </a:rPr>
              <a:t>méthodes</a:t>
            </a:r>
            <a:r>
              <a:rPr altLang="fr-FR" sz="2000" dirty="0">
                <a:cs typeface="Times New Roman" panose="02020603050405020304" pitchFamily="18" charset="0"/>
              </a:rPr>
              <a:t> (cf. </a:t>
            </a:r>
            <a:r>
              <a:rPr altLang="fr-FR" sz="2000" dirty="0" err="1">
                <a:cs typeface="Times New Roman" panose="02020603050405020304" pitchFamily="18" charset="0"/>
              </a:rPr>
              <a:t>fonctions</a:t>
            </a:r>
            <a:r>
              <a:rPr altLang="fr-FR" sz="2000" dirty="0">
                <a:cs typeface="Times New Roman" panose="02020603050405020304" pitchFamily="18" charset="0"/>
              </a:rPr>
              <a:t>)</a:t>
            </a:r>
          </a:p>
          <a:p>
            <a:pPr lvl="1" eaLnBrk="1" hangingPunct="1">
              <a:buFont typeface="Candara" panose="020E0502030303020204" pitchFamily="34" charset="0"/>
              <a:buChar char="–"/>
            </a:pPr>
            <a:r>
              <a:rPr altLang="fr-FR" sz="2000" dirty="0">
                <a:cs typeface="Times New Roman" panose="02020603050405020304" pitchFamily="18" charset="0"/>
              </a:rPr>
              <a:t>Passage de </a:t>
            </a:r>
            <a:r>
              <a:rPr altLang="fr-FR" sz="2000" dirty="0" err="1">
                <a:cs typeface="Times New Roman" panose="02020603050405020304" pitchFamily="18" charset="0"/>
              </a:rPr>
              <a:t>valeurs</a:t>
            </a:r>
            <a:r>
              <a:rPr altLang="fr-FR" sz="2000" dirty="0">
                <a:cs typeface="Times New Roman" panose="02020603050405020304" pitchFamily="18" charset="0"/>
              </a:rPr>
              <a:t> à des classes (</a:t>
            </a:r>
            <a:r>
              <a:rPr altLang="fr-FR" sz="2000" dirty="0" err="1">
                <a:cs typeface="Times New Roman" panose="02020603050405020304" pitchFamily="18" charset="0"/>
              </a:rPr>
              <a:t>paramètres</a:t>
            </a:r>
            <a:r>
              <a:rPr altLang="fr-FR" sz="2000" dirty="0">
                <a:cs typeface="Times New Roman" panose="02020603050405020304" pitchFamily="18" charset="0"/>
              </a:rPr>
              <a:t> expression)</a:t>
            </a:r>
            <a:endParaRPr altLang="fr-FR" sz="2000" dirty="0"/>
          </a:p>
        </p:txBody>
      </p:sp>
      <p:sp>
        <p:nvSpPr>
          <p:cNvPr id="8198" name="Espace réservé du numéro de diapositive 6"/>
          <p:cNvSpPr>
            <a:spLocks noGrp="1"/>
          </p:cNvSpPr>
          <p:nvPr>
            <p:ph type="sldNum"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DF14141D-AB96-4211-96FF-3D79C4932CC3}" type="slidenum">
              <a:rPr lang="fr-FR" altLang="fr-FR" sz="1400" smtClean="0">
                <a:solidFill>
                  <a:srgbClr val="333399"/>
                </a:solidFill>
                <a:latin typeface="Calibri" panose="020F0502020204030204" pitchFamily="34" charset="0"/>
              </a:rPr>
              <a:pPr/>
              <a:t>5</a:t>
            </a:fld>
            <a:endParaRPr lang="fr-FR" altLang="fr-FR" sz="1400">
              <a:solidFill>
                <a:srgbClr val="333399"/>
              </a:solidFill>
              <a:latin typeface="Calibri" panose="020F0502020204030204" pitchFamily="34" charset="0"/>
            </a:endParaRPr>
          </a:p>
        </p:txBody>
      </p:sp>
      <p:sp>
        <p:nvSpPr>
          <p:cNvPr id="8199" name="Rectangle 5"/>
          <p:cNvSpPr>
            <a:spLocks noChangeArrowheads="1"/>
          </p:cNvSpPr>
          <p:nvPr/>
        </p:nvSpPr>
        <p:spPr bwMode="auto">
          <a:xfrm>
            <a:off x="787828" y="1198181"/>
            <a:ext cx="1049274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marL="108499" indent="-108499" algn="just" defTabSz="144665">
              <a:spcBef>
                <a:spcPts val="316"/>
              </a:spcBef>
              <a:buClr>
                <a:srgbClr val="315683"/>
              </a:buClr>
              <a:buSzPct val="80000"/>
              <a:buFont typeface="Wingdings 3" charset="2"/>
              <a:buChar char=""/>
            </a:pPr>
            <a:r>
              <a:rPr lang="fr-FR" altLang="fr-FR" sz="2400" dirty="0">
                <a:solidFill>
                  <a:srgbClr val="315683"/>
                </a:solidFill>
                <a:latin typeface="Candara" panose="020E0502030303020204" pitchFamily="34" charset="0"/>
                <a:cs typeface="Times New Roman" panose="02020603050405020304" pitchFamily="18" charset="0"/>
              </a:rPr>
              <a:t>La généricité combine écriture compacte et avantage des langages fortement typés, en décrivant un modèle de fonctions ou de classes que le compilateur écrit selon les besoins</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146"/>
          <p:cNvSpPr>
            <a:spLocks noGrp="1" noChangeArrowheads="1"/>
          </p:cNvSpPr>
          <p:nvPr>
            <p:ph type="title"/>
          </p:nvPr>
        </p:nvSpPr>
        <p:spPr/>
        <p:txBody>
          <a:bodyPr/>
          <a:lstStyle/>
          <a:p>
            <a:r>
              <a:rPr lang="fr-FR" altLang="fr-FR" dirty="0"/>
              <a:t>Généricité : caractéristiques</a:t>
            </a:r>
          </a:p>
        </p:txBody>
      </p:sp>
      <p:sp>
        <p:nvSpPr>
          <p:cNvPr id="9219" name="Rectangle 6148"/>
          <p:cNvSpPr>
            <a:spLocks noGrp="1" noChangeArrowheads="1"/>
          </p:cNvSpPr>
          <p:nvPr>
            <p:ph idx="1"/>
          </p:nvPr>
        </p:nvSpPr>
        <p:spPr/>
        <p:txBody>
          <a:bodyPr/>
          <a:lstStyle/>
          <a:p>
            <a:r>
              <a:rPr lang="fr-FR" altLang="fr-FR" sz="2400" dirty="0"/>
              <a:t>Description de familles de fonctions ou de classes à l’aide d’une seule définition</a:t>
            </a:r>
          </a:p>
          <a:p>
            <a:r>
              <a:rPr lang="fr-FR" altLang="fr-FR" sz="2400" dirty="0"/>
              <a:t>Génération automatique de code objet par le compilateur</a:t>
            </a:r>
          </a:p>
          <a:p>
            <a:r>
              <a:rPr lang="fr-FR" altLang="fr-FR" sz="2400" dirty="0"/>
              <a:t>Paramétrage des types</a:t>
            </a:r>
          </a:p>
          <a:p>
            <a:r>
              <a:rPr lang="fr-FR" altLang="fr-FR" sz="2400" dirty="0"/>
              <a:t>Simplicité d’écriture (!)</a:t>
            </a:r>
          </a:p>
          <a:p>
            <a:r>
              <a:rPr lang="fr-FR" altLang="fr-FR" sz="2400" dirty="0"/>
              <a:t>Très grande utilisation dans le milieu professionnel (programmation C++)</a:t>
            </a:r>
          </a:p>
        </p:txBody>
      </p:sp>
      <p:sp>
        <p:nvSpPr>
          <p:cNvPr id="9221"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C78F0AE8-1C0A-41F4-885F-FF8E9E474C47}" type="slidenum">
              <a:rPr lang="fr-FR" altLang="fr-FR" smtClean="0"/>
              <a:pPr/>
              <a:t>6</a:t>
            </a:fld>
            <a:endParaRPr lang="fr-FR" altLang="fr-F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4"/>
          <p:cNvSpPr>
            <a:spLocks noGrp="1" noChangeArrowheads="1"/>
          </p:cNvSpPr>
          <p:nvPr>
            <p:ph type="title"/>
          </p:nvPr>
        </p:nvSpPr>
        <p:spPr/>
        <p:txBody>
          <a:bodyPr/>
          <a:lstStyle/>
          <a:p>
            <a:r>
              <a:rPr lang="fr-FR" altLang="fr-FR"/>
              <a:t>Fonctions génériques : syntaxe</a:t>
            </a:r>
          </a:p>
        </p:txBody>
      </p:sp>
      <p:sp>
        <p:nvSpPr>
          <p:cNvPr id="5" name="Espace réservé du contenu 4"/>
          <p:cNvSpPr>
            <a:spLocks noGrp="1"/>
          </p:cNvSpPr>
          <p:nvPr>
            <p:ph idx="1"/>
          </p:nvPr>
        </p:nvSpPr>
        <p:spPr>
          <a:xfrm>
            <a:off x="787828" y="1487452"/>
            <a:ext cx="11212827" cy="4173796"/>
          </a:xfrm>
        </p:spPr>
        <p:txBody>
          <a:bodyPr/>
          <a:lstStyle/>
          <a:p>
            <a:pPr lvl="0">
              <a:buNone/>
            </a:pPr>
            <a:r>
              <a:rPr lang="fr-FR" altLang="fr-FR" sz="2400" b="1" dirty="0" err="1">
                <a:latin typeface="Courier New" panose="02070309020205020404" pitchFamily="49" charset="0"/>
                <a:cs typeface="Courier New" panose="02070309020205020404" pitchFamily="49" charset="0"/>
              </a:rPr>
              <a:t>template</a:t>
            </a:r>
            <a:r>
              <a:rPr lang="fr-FR" altLang="fr-FR" sz="2400" b="1" dirty="0">
                <a:latin typeface="Courier New" panose="02070309020205020404" pitchFamily="49" charset="0"/>
                <a:cs typeface="Courier New" panose="02070309020205020404" pitchFamily="49" charset="0"/>
              </a:rPr>
              <a:t> &lt;class T1, class T2, …&gt; </a:t>
            </a:r>
            <a:r>
              <a:rPr lang="fr-FR" altLang="fr-FR" sz="2400" b="1" dirty="0" err="1">
                <a:latin typeface="Courier New" panose="02070309020205020404" pitchFamily="49" charset="0"/>
                <a:cs typeface="Courier New" panose="02070309020205020404" pitchFamily="49" charset="0"/>
              </a:rPr>
              <a:t>TypeRetour</a:t>
            </a:r>
            <a:r>
              <a:rPr lang="fr-FR" altLang="fr-FR" sz="2400" b="1" dirty="0">
                <a:latin typeface="Courier New" panose="02070309020205020404" pitchFamily="49" charset="0"/>
                <a:cs typeface="Courier New" panose="02070309020205020404" pitchFamily="49" charset="0"/>
              </a:rPr>
              <a:t> Fonction (param) </a:t>
            </a:r>
          </a:p>
          <a:p>
            <a:pPr lvl="0"/>
            <a:r>
              <a:rPr lang="fr-FR" altLang="fr-FR" sz="2400" dirty="0"/>
              <a:t>Mot réservé </a:t>
            </a:r>
            <a:r>
              <a:rPr lang="fr-FR" altLang="fr-FR" sz="2400" dirty="0" err="1"/>
              <a:t>template</a:t>
            </a:r>
            <a:endParaRPr lang="fr-FR" altLang="fr-FR" sz="2400" dirty="0"/>
          </a:p>
          <a:p>
            <a:pPr lvl="0"/>
            <a:r>
              <a:rPr lang="fr-FR" altLang="fr-FR" sz="2400" dirty="0"/>
              <a:t>Liste de paramètres formels : déclaration de paramètres de type génériques (précédés du mot réservé class, délimités par &lt; et &gt;, séparés par des virgules) </a:t>
            </a:r>
          </a:p>
          <a:p>
            <a:pPr lvl="0"/>
            <a:r>
              <a:rPr lang="fr-FR" altLang="fr-FR" sz="2400" dirty="0"/>
              <a:t>Définition ou déclaration de la fonction, en utilisant les paramètres formels selon les besoins</a:t>
            </a:r>
          </a:p>
          <a:p>
            <a:pPr lvl="0"/>
            <a:r>
              <a:rPr lang="fr-FR" altLang="fr-FR" sz="2400" dirty="0"/>
              <a:t>Exemple</a:t>
            </a:r>
          </a:p>
          <a:p>
            <a:pPr lvl="1">
              <a:buNone/>
            </a:pPr>
            <a:r>
              <a:rPr lang="fr-FR" altLang="fr-FR" sz="2000" dirty="0"/>
              <a:t>	</a:t>
            </a:r>
            <a:r>
              <a:rPr lang="fr-FR" altLang="fr-FR" sz="2000" dirty="0" err="1">
                <a:latin typeface="Courier New" panose="02070309020205020404" pitchFamily="49" charset="0"/>
                <a:cs typeface="Courier New" panose="02070309020205020404" pitchFamily="49" charset="0"/>
              </a:rPr>
              <a:t>template</a:t>
            </a:r>
            <a:r>
              <a:rPr lang="fr-FR" altLang="fr-FR" sz="2000" dirty="0">
                <a:latin typeface="Courier New" panose="02070309020205020404" pitchFamily="49" charset="0"/>
                <a:cs typeface="Courier New" panose="02070309020205020404" pitchFamily="49" charset="0"/>
              </a:rPr>
              <a:t> &lt;class Type&gt; Type Min (Type a, Type b)</a:t>
            </a:r>
          </a:p>
          <a:p>
            <a:pPr lvl="1">
              <a:buNone/>
            </a:pPr>
            <a:r>
              <a:rPr lang="fr-FR" altLang="fr-FR" sz="2000" dirty="0">
                <a:latin typeface="Courier New" panose="02070309020205020404" pitchFamily="49" charset="0"/>
                <a:cs typeface="Courier New" panose="02070309020205020404" pitchFamily="49" charset="0"/>
              </a:rPr>
              <a:t>	{</a:t>
            </a:r>
          </a:p>
          <a:p>
            <a:pPr lvl="1">
              <a:buNone/>
            </a:pPr>
            <a:r>
              <a:rPr lang="fr-FR" altLang="fr-FR" sz="2000" dirty="0">
                <a:latin typeface="Courier New" panose="02070309020205020404" pitchFamily="49" charset="0"/>
                <a:cs typeface="Courier New" panose="02070309020205020404" pitchFamily="49" charset="0"/>
              </a:rPr>
              <a:t>		 return (a&lt;b) ? a : b;</a:t>
            </a:r>
          </a:p>
          <a:p>
            <a:pPr lvl="1">
              <a:buNone/>
            </a:pPr>
            <a:r>
              <a:rPr lang="fr-FR" altLang="fr-FR" sz="2000" dirty="0">
                <a:latin typeface="Courier New" panose="02070309020205020404" pitchFamily="49" charset="0"/>
                <a:cs typeface="Courier New" panose="02070309020205020404" pitchFamily="49" charset="0"/>
              </a:rPr>
              <a:t>	}</a:t>
            </a:r>
          </a:p>
        </p:txBody>
      </p:sp>
      <p:sp>
        <p:nvSpPr>
          <p:cNvPr id="10245"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6BDB8AA3-5396-48B5-BE47-E600358921E7}" type="slidenum">
              <a:rPr lang="fr-FR" altLang="fr-FR" smtClean="0"/>
              <a:pPr/>
              <a:t>7</a:t>
            </a:fld>
            <a:endParaRPr lang="fr-FR" altLang="fr-F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Grp="1" noChangeArrowheads="1"/>
          </p:cNvSpPr>
          <p:nvPr>
            <p:ph type="title"/>
          </p:nvPr>
        </p:nvSpPr>
        <p:spPr/>
        <p:txBody>
          <a:bodyPr/>
          <a:lstStyle/>
          <a:p>
            <a:r>
              <a:rPr lang="fr-FR" altLang="fr-FR"/>
              <a:t>Fonctions génériques : remarques</a:t>
            </a:r>
          </a:p>
        </p:txBody>
      </p:sp>
      <p:sp>
        <p:nvSpPr>
          <p:cNvPr id="11267" name="Rectangle 6"/>
          <p:cNvSpPr>
            <a:spLocks noGrp="1" noChangeArrowheads="1"/>
          </p:cNvSpPr>
          <p:nvPr>
            <p:ph sz="half" idx="1"/>
          </p:nvPr>
        </p:nvSpPr>
        <p:spPr>
          <a:xfrm>
            <a:off x="787828" y="1182353"/>
            <a:ext cx="5452188" cy="4190863"/>
          </a:xfrm>
        </p:spPr>
        <p:txBody>
          <a:bodyPr>
            <a:noAutofit/>
          </a:bodyPr>
          <a:lstStyle/>
          <a:p>
            <a:r>
              <a:rPr lang="fr-FR" altLang="fr-FR" sz="2400" b="1" dirty="0"/>
              <a:t>La liste des paramètres formels ne doit pas être vide</a:t>
            </a:r>
          </a:p>
          <a:p>
            <a:r>
              <a:rPr lang="fr-FR" altLang="fr-FR" sz="2400" b="1" dirty="0"/>
              <a:t>Dans une liste des paramètres formels, les identificateurs de paramètres doivent être uniques</a:t>
            </a:r>
          </a:p>
          <a:p>
            <a:r>
              <a:rPr lang="fr-FR" altLang="fr-FR" sz="2400" dirty="0"/>
              <a:t>Les identificateurs des paramètres formels de deux fonctions peuvent être différents</a:t>
            </a:r>
          </a:p>
          <a:p>
            <a:r>
              <a:rPr lang="fr-FR" altLang="fr-FR" sz="2400" b="1" dirty="0"/>
              <a:t>Dans la liste des paramètres formels, le mot réservé class indique que le type paramètre peut être défini par l’utilisateur</a:t>
            </a:r>
          </a:p>
        </p:txBody>
      </p:sp>
      <p:sp>
        <p:nvSpPr>
          <p:cNvPr id="11268" name="Rectangle 7"/>
          <p:cNvSpPr>
            <a:spLocks noGrp="1" noChangeArrowheads="1"/>
          </p:cNvSpPr>
          <p:nvPr>
            <p:ph sz="half" idx="2"/>
          </p:nvPr>
        </p:nvSpPr>
        <p:spPr>
          <a:xfrm>
            <a:off x="6384629" y="1182349"/>
            <a:ext cx="5376000" cy="4190865"/>
          </a:xfrm>
        </p:spPr>
        <p:txBody>
          <a:bodyPr>
            <a:noAutofit/>
          </a:bodyPr>
          <a:lstStyle/>
          <a:p>
            <a:r>
              <a:rPr lang="fr-FR" altLang="fr-FR" sz="2400" b="1" dirty="0"/>
              <a:t>Tous les paramètres formels doivent apparaître comme types des paramètres de la fonction</a:t>
            </a:r>
          </a:p>
          <a:p>
            <a:r>
              <a:rPr lang="fr-FR" altLang="fr-FR" sz="2400" b="1" dirty="0"/>
              <a:t>Une fois déclarés, les paramètres formels peuvent être utilisés dans toute la fonction, partout où un type effectif est autorisé</a:t>
            </a:r>
          </a:p>
          <a:p>
            <a:r>
              <a:rPr lang="fr-FR" altLang="fr-FR" sz="2400" dirty="0"/>
              <a:t>Pour déclarer une fonction générique </a:t>
            </a:r>
            <a:r>
              <a:rPr lang="fr-FR" altLang="fr-FR" sz="2400" dirty="0" err="1"/>
              <a:t>extern</a:t>
            </a:r>
            <a:r>
              <a:rPr lang="fr-FR" altLang="fr-FR" sz="2400" dirty="0"/>
              <a:t>, </a:t>
            </a:r>
            <a:r>
              <a:rPr lang="fr-FR" altLang="fr-FR" sz="2400" dirty="0" err="1"/>
              <a:t>inline</a:t>
            </a:r>
            <a:r>
              <a:rPr lang="fr-FR" altLang="fr-FR" sz="2400" dirty="0"/>
              <a:t> ou </a:t>
            </a:r>
            <a:r>
              <a:rPr lang="fr-FR" altLang="fr-FR" sz="2400" dirty="0" err="1"/>
              <a:t>static</a:t>
            </a:r>
            <a:r>
              <a:rPr lang="fr-FR" altLang="fr-FR" sz="2400" dirty="0"/>
              <a:t>, le spécificateur doit suivre (et non précéder) la liste de paramètres formels</a:t>
            </a:r>
          </a:p>
        </p:txBody>
      </p:sp>
      <p:sp>
        <p:nvSpPr>
          <p:cNvPr id="11269" name="Espace réservé du numéro de diapositive 6"/>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AB1AF589-9874-4A05-9065-8B1C97729C0D}" type="slidenum">
              <a:rPr lang="fr-FR" altLang="fr-FR" smtClean="0"/>
              <a:pPr/>
              <a:t>8</a:t>
            </a:fld>
            <a:endParaRPr lang="fr-FR" altLang="fr-F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fr-FR" altLang="fr-FR"/>
              <a:t>Fonctions génériques : instanciation</a:t>
            </a:r>
          </a:p>
        </p:txBody>
      </p:sp>
      <p:sp>
        <p:nvSpPr>
          <p:cNvPr id="14" name="Espace réservé du contenu 13"/>
          <p:cNvSpPr>
            <a:spLocks noGrp="1"/>
          </p:cNvSpPr>
          <p:nvPr>
            <p:ph idx="1"/>
          </p:nvPr>
        </p:nvSpPr>
        <p:spPr/>
        <p:txBody>
          <a:bodyPr/>
          <a:lstStyle/>
          <a:p>
            <a:pPr lvl="0"/>
            <a:r>
              <a:rPr lang="fr-FR" altLang="fr-FR" sz="2400" dirty="0"/>
              <a:t>Lorsqu’une fonction générique est appelée, le compilateur utilise la définition générique pour créer (instancier) la fonction adéquate</a:t>
            </a:r>
          </a:p>
          <a:p>
            <a:pPr lvl="0"/>
            <a:r>
              <a:rPr lang="fr-FR" altLang="fr-FR" sz="2400" dirty="0"/>
              <a:t>Pour cela, il associe les types des paramètres de la fonction appelée aux paramètres de type de la fonction générique (le type à donner aux paramètres formels est fixé à partir des types des paramètres passés)</a:t>
            </a:r>
          </a:p>
          <a:p>
            <a:pPr lvl="0"/>
            <a:r>
              <a:rPr lang="fr-FR" altLang="fr-FR" sz="2400" dirty="0"/>
              <a:t>Il est nécessaire que chaque paramètre de type apparaisse au moins une fois dans l’entête de la fonction générique (voir remarques précédentes)</a:t>
            </a:r>
          </a:p>
          <a:p>
            <a:pPr lvl="0"/>
            <a:r>
              <a:rPr lang="fr-FR" altLang="fr-FR" sz="2400" dirty="0"/>
              <a:t>Attention : le type de retour de la fonction n’est pas pris en compte</a:t>
            </a:r>
          </a:p>
          <a:p>
            <a:pPr marL="0" indent="0">
              <a:buNone/>
            </a:pPr>
            <a:endParaRPr lang="fr-FR" dirty="0"/>
          </a:p>
        </p:txBody>
      </p:sp>
      <p:sp>
        <p:nvSpPr>
          <p:cNvPr id="12293"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2411C410-7F36-4C4B-BD55-5CAF2EFC3FE5}" type="slidenum">
              <a:rPr lang="fr-FR" altLang="fr-FR" smtClean="0"/>
              <a:pPr/>
              <a:t>9</a:t>
            </a:fld>
            <a:endParaRPr lang="fr-FR" altLang="fr-F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title"/>
          </p:nvPr>
        </p:nvSpPr>
        <p:spPr/>
        <p:txBody>
          <a:bodyPr/>
          <a:lstStyle/>
          <a:p>
            <a:pPr eaLnBrk="1" hangingPunct="1"/>
            <a:r>
              <a:rPr altLang="fr-FR"/>
              <a:t>Fonctions génériques : instanciation</a:t>
            </a:r>
          </a:p>
        </p:txBody>
      </p:sp>
      <p:sp>
        <p:nvSpPr>
          <p:cNvPr id="13315" name="Rectangle 7"/>
          <p:cNvSpPr>
            <a:spLocks noGrp="1" noChangeArrowheads="1"/>
          </p:cNvSpPr>
          <p:nvPr>
            <p:ph idx="1"/>
          </p:nvPr>
        </p:nvSpPr>
        <p:spPr/>
        <p:txBody>
          <a:bodyPr/>
          <a:lstStyle/>
          <a:p>
            <a:pPr eaLnBrk="1" hangingPunct="1">
              <a:tabLst>
                <a:tab pos="2570163" algn="l"/>
                <a:tab pos="5049838" algn="l"/>
              </a:tabLst>
            </a:pPr>
            <a:r>
              <a:rPr altLang="fr-FR" sz="2800" dirty="0"/>
              <a:t>A </a:t>
            </a:r>
            <a:r>
              <a:rPr altLang="fr-FR" sz="2800" dirty="0" err="1"/>
              <a:t>partir</a:t>
            </a:r>
            <a:r>
              <a:rPr altLang="fr-FR" sz="2800" dirty="0"/>
              <a:t> de la </a:t>
            </a:r>
            <a:r>
              <a:rPr altLang="fr-FR" sz="2800" dirty="0" err="1"/>
              <a:t>fonction</a:t>
            </a:r>
            <a:r>
              <a:rPr altLang="fr-FR" sz="2800" dirty="0"/>
              <a:t> </a:t>
            </a:r>
            <a:r>
              <a:rPr altLang="fr-FR" sz="2800" dirty="0" err="1"/>
              <a:t>générique</a:t>
            </a:r>
            <a:r>
              <a:rPr altLang="fr-FR" sz="2800" dirty="0"/>
              <a:t> Min (Type, Type)</a:t>
            </a:r>
          </a:p>
          <a:p>
            <a:pPr lvl="1" eaLnBrk="1" hangingPunct="1">
              <a:buNone/>
              <a:tabLst>
                <a:tab pos="2570163" algn="l"/>
                <a:tab pos="5049838" algn="l"/>
              </a:tabLst>
            </a:pPr>
            <a:r>
              <a:rPr lang="en-GB" altLang="fr-FR" sz="2400" dirty="0"/>
              <a:t>	</a:t>
            </a:r>
            <a:r>
              <a:rPr lang="en-GB" altLang="fr-FR" sz="2000" dirty="0">
                <a:latin typeface="Courier New" panose="02070309020205020404" pitchFamily="49" charset="0"/>
                <a:cs typeface="Courier New" panose="02070309020205020404" pitchFamily="49" charset="0"/>
              </a:rPr>
              <a:t>template &lt;class Type&gt; Type Min (Type a, Type b)</a:t>
            </a:r>
            <a:r>
              <a:rPr altLang="fr-FR" sz="2000" dirty="0">
                <a:latin typeface="Courier New" panose="02070309020205020404" pitchFamily="49" charset="0"/>
                <a:cs typeface="Courier New" panose="02070309020205020404" pitchFamily="49" charset="0"/>
              </a:rPr>
              <a:t> {…}</a:t>
            </a:r>
          </a:p>
          <a:p>
            <a:pPr eaLnBrk="1" hangingPunct="1">
              <a:buNone/>
              <a:tabLst>
                <a:tab pos="2570163" algn="l"/>
                <a:tab pos="5049838" algn="l"/>
              </a:tabLst>
            </a:pPr>
            <a:r>
              <a:rPr altLang="fr-FR" sz="2800" dirty="0"/>
              <a:t>	et avec les </a:t>
            </a:r>
            <a:r>
              <a:rPr altLang="fr-FR" sz="2800" dirty="0" err="1"/>
              <a:t>déclarations</a:t>
            </a:r>
            <a:endParaRPr altLang="fr-FR" sz="2000" dirty="0"/>
          </a:p>
          <a:p>
            <a:pPr lvl="1" eaLnBrk="1" hangingPunct="1">
              <a:buNone/>
              <a:tabLst>
                <a:tab pos="2570163" algn="l"/>
                <a:tab pos="5049838" algn="l"/>
              </a:tabLst>
            </a:pPr>
            <a:r>
              <a:rPr lang="en-GB" altLang="fr-FR" sz="1800" dirty="0"/>
              <a:t>	</a:t>
            </a:r>
            <a:r>
              <a:rPr lang="en-GB" altLang="fr-FR" sz="2000" dirty="0">
                <a:latin typeface="Courier New" panose="02070309020205020404" pitchFamily="49" charset="0"/>
                <a:cs typeface="Courier New" panose="02070309020205020404" pitchFamily="49" charset="0"/>
              </a:rPr>
              <a:t>int </a:t>
            </a:r>
            <a:r>
              <a:rPr lang="en-GB" altLang="fr-FR" sz="2000" dirty="0" err="1">
                <a:latin typeface="Courier New" panose="02070309020205020404" pitchFamily="49" charset="0"/>
                <a:cs typeface="Courier New" panose="02070309020205020404" pitchFamily="49" charset="0"/>
              </a:rPr>
              <a:t>nI</a:t>
            </a:r>
            <a:r>
              <a:rPr lang="en-GB" altLang="fr-FR" sz="2000" dirty="0">
                <a:latin typeface="Courier New" panose="02070309020205020404" pitchFamily="49" charset="0"/>
                <a:cs typeface="Courier New" panose="02070309020205020404" pitchFamily="49" charset="0"/>
              </a:rPr>
              <a:t>, </a:t>
            </a:r>
            <a:r>
              <a:rPr lang="en-GB" altLang="fr-FR" sz="2000" dirty="0" err="1">
                <a:latin typeface="Courier New" panose="02070309020205020404" pitchFamily="49" charset="0"/>
                <a:cs typeface="Courier New" panose="02070309020205020404" pitchFamily="49" charset="0"/>
              </a:rPr>
              <a:t>nJ</a:t>
            </a:r>
            <a:r>
              <a:rPr lang="en-GB" altLang="fr-FR" sz="2000" dirty="0">
                <a:latin typeface="Courier New" panose="02070309020205020404" pitchFamily="49" charset="0"/>
                <a:cs typeface="Courier New" panose="02070309020205020404" pitchFamily="49" charset="0"/>
              </a:rPr>
              <a:t>;</a:t>
            </a:r>
            <a:endParaRPr altLang="fr-FR" sz="2000" dirty="0">
              <a:latin typeface="Courier New" panose="02070309020205020404" pitchFamily="49" charset="0"/>
              <a:cs typeface="Courier New" panose="02070309020205020404" pitchFamily="49" charset="0"/>
            </a:endParaRPr>
          </a:p>
          <a:p>
            <a:pPr lvl="1" eaLnBrk="1" hangingPunct="1">
              <a:buNone/>
              <a:tabLst>
                <a:tab pos="2570163" algn="l"/>
                <a:tab pos="5049838" algn="l"/>
              </a:tabLst>
            </a:pPr>
            <a:r>
              <a:rPr lang="en-GB" altLang="fr-FR" sz="2000" dirty="0">
                <a:latin typeface="Courier New" panose="02070309020205020404" pitchFamily="49" charset="0"/>
                <a:cs typeface="Courier New" panose="02070309020205020404" pitchFamily="49" charset="0"/>
              </a:rPr>
              <a:t>	</a:t>
            </a:r>
            <a:r>
              <a:rPr altLang="fr-FR" sz="2000" dirty="0">
                <a:latin typeface="Courier New" panose="02070309020205020404" pitchFamily="49" charset="0"/>
                <a:cs typeface="Courier New" panose="02070309020205020404" pitchFamily="49" charset="0"/>
              </a:rPr>
              <a:t>double </a:t>
            </a:r>
            <a:r>
              <a:rPr altLang="fr-FR" sz="2000" dirty="0" err="1">
                <a:latin typeface="Courier New" panose="02070309020205020404" pitchFamily="49" charset="0"/>
                <a:cs typeface="Courier New" panose="02070309020205020404" pitchFamily="49" charset="0"/>
              </a:rPr>
              <a:t>dX</a:t>
            </a:r>
            <a:r>
              <a:rPr altLang="fr-FR" sz="2000" dirty="0">
                <a:latin typeface="Courier New" panose="02070309020205020404" pitchFamily="49" charset="0"/>
                <a:cs typeface="Courier New" panose="02070309020205020404" pitchFamily="49" charset="0"/>
              </a:rPr>
              <a:t>, </a:t>
            </a:r>
            <a:r>
              <a:rPr altLang="fr-FR" sz="2000" dirty="0" err="1">
                <a:latin typeface="Courier New" panose="02070309020205020404" pitchFamily="49" charset="0"/>
                <a:cs typeface="Courier New" panose="02070309020205020404" pitchFamily="49" charset="0"/>
              </a:rPr>
              <a:t>dY</a:t>
            </a:r>
            <a:r>
              <a:rPr altLang="fr-FR" sz="2000" dirty="0">
                <a:latin typeface="Courier New" panose="02070309020205020404" pitchFamily="49" charset="0"/>
                <a:cs typeface="Courier New" panose="02070309020205020404" pitchFamily="49" charset="0"/>
              </a:rPr>
              <a:t>;</a:t>
            </a:r>
          </a:p>
          <a:p>
            <a:pPr lvl="1" eaLnBrk="1" hangingPunct="1">
              <a:buNone/>
              <a:tabLst>
                <a:tab pos="2570163" algn="l"/>
                <a:tab pos="5049838" algn="l"/>
              </a:tabLst>
            </a:pPr>
            <a:endParaRPr altLang="fr-FR" sz="2000" dirty="0">
              <a:latin typeface="Courier New" panose="02070309020205020404" pitchFamily="49" charset="0"/>
              <a:cs typeface="Courier New" panose="02070309020205020404" pitchFamily="49" charset="0"/>
            </a:endParaRPr>
          </a:p>
          <a:p>
            <a:pPr lvl="1" eaLnBrk="1" hangingPunct="1">
              <a:buNone/>
              <a:tabLst>
                <a:tab pos="2570163" algn="l"/>
                <a:tab pos="5049838" algn="l"/>
              </a:tabLst>
            </a:pPr>
            <a:r>
              <a:rPr altLang="fr-FR" sz="2000" dirty="0">
                <a:latin typeface="Courier New" panose="02070309020205020404" pitchFamily="49" charset="0"/>
                <a:cs typeface="Courier New" panose="02070309020205020404" pitchFamily="49" charset="0"/>
              </a:rPr>
              <a:t>	Min (3, 4);	</a:t>
            </a:r>
            <a:r>
              <a:rPr altLang="fr-FR" sz="2000" dirty="0" err="1">
                <a:latin typeface="Courier New" panose="02070309020205020404" pitchFamily="49" charset="0"/>
                <a:cs typeface="Courier New" panose="02070309020205020404" pitchFamily="49" charset="0"/>
              </a:rPr>
              <a:t>instancie</a:t>
            </a:r>
            <a:r>
              <a:rPr altLang="fr-FR" sz="2000" dirty="0">
                <a:latin typeface="Courier New" panose="02070309020205020404" pitchFamily="49" charset="0"/>
                <a:cs typeface="Courier New" panose="02070309020205020404" pitchFamily="49" charset="0"/>
              </a:rPr>
              <a:t> la </a:t>
            </a:r>
            <a:r>
              <a:rPr altLang="fr-FR" sz="2000" dirty="0" err="1">
                <a:latin typeface="Courier New" panose="02070309020205020404" pitchFamily="49" charset="0"/>
                <a:cs typeface="Courier New" panose="02070309020205020404" pitchFamily="49" charset="0"/>
              </a:rPr>
              <a:t>fonction</a:t>
            </a:r>
            <a:r>
              <a:rPr altLang="fr-FR" sz="2000" dirty="0">
                <a:latin typeface="Courier New" panose="02070309020205020404" pitchFamily="49" charset="0"/>
                <a:cs typeface="Courier New" panose="02070309020205020404" pitchFamily="49" charset="0"/>
              </a:rPr>
              <a:t>	int Min (int, int);</a:t>
            </a:r>
          </a:p>
          <a:p>
            <a:pPr lvl="1" eaLnBrk="1" hangingPunct="1">
              <a:buNone/>
              <a:tabLst>
                <a:tab pos="2570163" algn="l"/>
                <a:tab pos="5049838" algn="l"/>
              </a:tabLst>
            </a:pPr>
            <a:r>
              <a:rPr altLang="fr-FR" sz="2000" dirty="0">
                <a:latin typeface="Courier New" panose="02070309020205020404" pitchFamily="49" charset="0"/>
                <a:cs typeface="Courier New" panose="02070309020205020404" pitchFamily="49" charset="0"/>
              </a:rPr>
              <a:t>	Min (</a:t>
            </a:r>
            <a:r>
              <a:rPr altLang="fr-FR" sz="2000" dirty="0" err="1">
                <a:latin typeface="Courier New" panose="02070309020205020404" pitchFamily="49" charset="0"/>
                <a:cs typeface="Courier New" panose="02070309020205020404" pitchFamily="49" charset="0"/>
              </a:rPr>
              <a:t>nI</a:t>
            </a:r>
            <a:r>
              <a:rPr altLang="fr-FR" sz="2000" dirty="0">
                <a:latin typeface="Courier New" panose="02070309020205020404" pitchFamily="49" charset="0"/>
                <a:cs typeface="Courier New" panose="02070309020205020404" pitchFamily="49" charset="0"/>
              </a:rPr>
              <a:t>, </a:t>
            </a:r>
            <a:r>
              <a:rPr altLang="fr-FR" sz="2000" dirty="0" err="1">
                <a:latin typeface="Courier New" panose="02070309020205020404" pitchFamily="49" charset="0"/>
                <a:cs typeface="Courier New" panose="02070309020205020404" pitchFamily="49" charset="0"/>
              </a:rPr>
              <a:t>nJ</a:t>
            </a:r>
            <a:r>
              <a:rPr altLang="fr-FR" sz="2000" dirty="0">
                <a:latin typeface="Courier New" panose="02070309020205020404" pitchFamily="49" charset="0"/>
                <a:cs typeface="Courier New" panose="02070309020205020404" pitchFamily="49" charset="0"/>
              </a:rPr>
              <a:t>);	</a:t>
            </a:r>
            <a:r>
              <a:rPr altLang="fr-FR" sz="2000" dirty="0" err="1">
                <a:latin typeface="Courier New" panose="02070309020205020404" pitchFamily="49" charset="0"/>
                <a:cs typeface="Courier New" panose="02070309020205020404" pitchFamily="49" charset="0"/>
              </a:rPr>
              <a:t>instancie</a:t>
            </a:r>
            <a:r>
              <a:rPr altLang="fr-FR" sz="2000" dirty="0">
                <a:latin typeface="Courier New" panose="02070309020205020404" pitchFamily="49" charset="0"/>
                <a:cs typeface="Courier New" panose="02070309020205020404" pitchFamily="49" charset="0"/>
              </a:rPr>
              <a:t> la </a:t>
            </a:r>
            <a:r>
              <a:rPr altLang="fr-FR" sz="2000" dirty="0" err="1">
                <a:latin typeface="Courier New" panose="02070309020205020404" pitchFamily="49" charset="0"/>
                <a:cs typeface="Courier New" panose="02070309020205020404" pitchFamily="49" charset="0"/>
              </a:rPr>
              <a:t>fonction</a:t>
            </a:r>
            <a:r>
              <a:rPr altLang="fr-FR" sz="2000" dirty="0">
                <a:latin typeface="Courier New" panose="02070309020205020404" pitchFamily="49" charset="0"/>
                <a:cs typeface="Courier New" panose="02070309020205020404" pitchFamily="49" charset="0"/>
              </a:rPr>
              <a:t>	int Min (int, int);</a:t>
            </a:r>
          </a:p>
          <a:p>
            <a:pPr lvl="1" eaLnBrk="1" hangingPunct="1">
              <a:buNone/>
              <a:tabLst>
                <a:tab pos="2570163" algn="l"/>
                <a:tab pos="5049838" algn="l"/>
              </a:tabLst>
            </a:pPr>
            <a:r>
              <a:rPr altLang="fr-FR" sz="2000" dirty="0">
                <a:latin typeface="Courier New" panose="02070309020205020404" pitchFamily="49" charset="0"/>
                <a:cs typeface="Courier New" panose="02070309020205020404" pitchFamily="49" charset="0"/>
              </a:rPr>
              <a:t>	Min (</a:t>
            </a:r>
            <a:r>
              <a:rPr altLang="fr-FR" sz="2000" dirty="0" err="1">
                <a:latin typeface="Courier New" panose="02070309020205020404" pitchFamily="49" charset="0"/>
                <a:cs typeface="Courier New" panose="02070309020205020404" pitchFamily="49" charset="0"/>
              </a:rPr>
              <a:t>dX</a:t>
            </a:r>
            <a:r>
              <a:rPr altLang="fr-FR" sz="2000" dirty="0">
                <a:latin typeface="Courier New" panose="02070309020205020404" pitchFamily="49" charset="0"/>
                <a:cs typeface="Courier New" panose="02070309020205020404" pitchFamily="49" charset="0"/>
              </a:rPr>
              <a:t>, </a:t>
            </a:r>
            <a:r>
              <a:rPr altLang="fr-FR" sz="2000" dirty="0" err="1">
                <a:latin typeface="Courier New" panose="02070309020205020404" pitchFamily="49" charset="0"/>
                <a:cs typeface="Courier New" panose="02070309020205020404" pitchFamily="49" charset="0"/>
              </a:rPr>
              <a:t>dY</a:t>
            </a:r>
            <a:r>
              <a:rPr altLang="fr-FR" sz="2000" dirty="0">
                <a:latin typeface="Courier New" panose="02070309020205020404" pitchFamily="49" charset="0"/>
                <a:cs typeface="Courier New" panose="02070309020205020404" pitchFamily="49" charset="0"/>
              </a:rPr>
              <a:t>);	</a:t>
            </a:r>
            <a:r>
              <a:rPr altLang="fr-FR" sz="2000" dirty="0" err="1">
                <a:latin typeface="Courier New" panose="02070309020205020404" pitchFamily="49" charset="0"/>
                <a:cs typeface="Courier New" panose="02070309020205020404" pitchFamily="49" charset="0"/>
              </a:rPr>
              <a:t>instancie</a:t>
            </a:r>
            <a:r>
              <a:rPr altLang="fr-FR" sz="2000" dirty="0">
                <a:latin typeface="Courier New" panose="02070309020205020404" pitchFamily="49" charset="0"/>
                <a:cs typeface="Courier New" panose="02070309020205020404" pitchFamily="49" charset="0"/>
              </a:rPr>
              <a:t> la </a:t>
            </a:r>
            <a:r>
              <a:rPr altLang="fr-FR" sz="2000" dirty="0" err="1">
                <a:latin typeface="Courier New" panose="02070309020205020404" pitchFamily="49" charset="0"/>
                <a:cs typeface="Courier New" panose="02070309020205020404" pitchFamily="49" charset="0"/>
              </a:rPr>
              <a:t>fonction</a:t>
            </a:r>
            <a:r>
              <a:rPr altLang="fr-FR" sz="2000" dirty="0">
                <a:latin typeface="Courier New" panose="02070309020205020404" pitchFamily="49" charset="0"/>
                <a:cs typeface="Courier New" panose="02070309020205020404" pitchFamily="49" charset="0"/>
              </a:rPr>
              <a:t>	double Min (double, double);</a:t>
            </a:r>
          </a:p>
          <a:p>
            <a:pPr eaLnBrk="1" hangingPunct="1">
              <a:buNone/>
              <a:tabLst>
                <a:tab pos="2570163" algn="l"/>
                <a:tab pos="5049838" algn="l"/>
              </a:tabLst>
            </a:pPr>
            <a:r>
              <a:rPr altLang="fr-FR" sz="2800" dirty="0"/>
              <a:t>	le </a:t>
            </a:r>
            <a:r>
              <a:rPr altLang="fr-FR" sz="2800" dirty="0" err="1"/>
              <a:t>compilateur</a:t>
            </a:r>
            <a:r>
              <a:rPr altLang="fr-FR" sz="2800" dirty="0"/>
              <a:t> </a:t>
            </a:r>
            <a:r>
              <a:rPr altLang="fr-FR" sz="2800" dirty="0" err="1"/>
              <a:t>instancie</a:t>
            </a:r>
            <a:r>
              <a:rPr altLang="fr-FR" sz="2800" dirty="0"/>
              <a:t> deux </a:t>
            </a:r>
            <a:r>
              <a:rPr altLang="fr-FR" sz="2800" dirty="0" err="1"/>
              <a:t>fonctions</a:t>
            </a:r>
            <a:r>
              <a:rPr altLang="fr-FR" sz="2800" dirty="0"/>
              <a:t>, </a:t>
            </a:r>
            <a:r>
              <a:rPr altLang="fr-FR" sz="2800" dirty="0" err="1"/>
              <a:t>l’une</a:t>
            </a:r>
            <a:r>
              <a:rPr altLang="fr-FR" sz="2800" dirty="0"/>
              <a:t> </a:t>
            </a:r>
            <a:r>
              <a:rPr altLang="fr-FR" sz="2800" dirty="0" err="1"/>
              <a:t>utilisant</a:t>
            </a:r>
            <a:r>
              <a:rPr altLang="fr-FR" sz="2800" dirty="0"/>
              <a:t> des </a:t>
            </a:r>
            <a:r>
              <a:rPr altLang="fr-FR" sz="2800" dirty="0" err="1"/>
              <a:t>paramètres</a:t>
            </a:r>
            <a:r>
              <a:rPr altLang="fr-FR" sz="2800" dirty="0"/>
              <a:t> </a:t>
            </a:r>
            <a:r>
              <a:rPr altLang="fr-FR" sz="2800" dirty="0" err="1"/>
              <a:t>entiers</a:t>
            </a:r>
            <a:r>
              <a:rPr altLang="fr-FR" sz="2800" dirty="0"/>
              <a:t>, </a:t>
            </a:r>
            <a:r>
              <a:rPr altLang="fr-FR" sz="2800" dirty="0" err="1"/>
              <a:t>l’autre</a:t>
            </a:r>
            <a:r>
              <a:rPr altLang="fr-FR" sz="2800" dirty="0"/>
              <a:t> des </a:t>
            </a:r>
            <a:r>
              <a:rPr altLang="fr-FR" sz="2800" dirty="0" err="1"/>
              <a:t>paramètres</a:t>
            </a:r>
            <a:r>
              <a:rPr altLang="fr-FR" sz="2800" dirty="0"/>
              <a:t> doubles</a:t>
            </a:r>
          </a:p>
        </p:txBody>
      </p:sp>
      <p:sp>
        <p:nvSpPr>
          <p:cNvPr id="13317" name="Espace réservé du numéro de diapositive 5"/>
          <p:cNvSpPr>
            <a:spLocks noGrp="1"/>
          </p:cNvSpPr>
          <p:nvPr>
            <p:ph type="sldNum"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7628764D-C87B-46B6-9DFD-097B1B8625CD}" type="slidenum">
              <a:rPr lang="fr-FR" altLang="fr-FR" sz="1400">
                <a:solidFill>
                  <a:srgbClr val="333399"/>
                </a:solidFill>
                <a:latin typeface="Calibri" panose="020F0502020204030204" pitchFamily="34" charset="0"/>
              </a:rPr>
              <a:pPr/>
              <a:t>10</a:t>
            </a:fld>
            <a:endParaRPr lang="fr-FR" altLang="fr-FR" sz="1400">
              <a:solidFill>
                <a:srgbClr val="333399"/>
              </a:solidFill>
              <a:latin typeface="Calibri" panose="020F0502020204030204" pitchFamily="34" charset="0"/>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fr-FR" altLang="fr-FR"/>
              <a:t>Fonctions génériques : transtypage</a:t>
            </a:r>
          </a:p>
        </p:txBody>
      </p:sp>
      <p:sp>
        <p:nvSpPr>
          <p:cNvPr id="14339" name="Rectangle 3"/>
          <p:cNvSpPr>
            <a:spLocks noGrp="1" noChangeArrowheads="1"/>
          </p:cNvSpPr>
          <p:nvPr>
            <p:ph idx="1"/>
          </p:nvPr>
        </p:nvSpPr>
        <p:spPr/>
        <p:txBody>
          <a:bodyPr/>
          <a:lstStyle/>
          <a:p>
            <a:pPr lvl="0"/>
            <a:r>
              <a:rPr lang="fr-FR" altLang="fr-FR" dirty="0"/>
              <a:t>L’instruction </a:t>
            </a:r>
            <a:r>
              <a:rPr lang="fr-FR" altLang="fr-FR" sz="2400" dirty="0">
                <a:latin typeface="Courier New" panose="02070309020205020404" pitchFamily="49" charset="0"/>
                <a:cs typeface="Courier New" panose="02070309020205020404" pitchFamily="49" charset="0"/>
              </a:rPr>
              <a:t>double </a:t>
            </a:r>
            <a:r>
              <a:rPr lang="fr-FR" altLang="fr-FR" sz="2400" dirty="0" err="1">
                <a:latin typeface="Courier New" panose="02070309020205020404" pitchFamily="49" charset="0"/>
                <a:cs typeface="Courier New" panose="02070309020205020404" pitchFamily="49" charset="0"/>
              </a:rPr>
              <a:t>dM</a:t>
            </a:r>
            <a:r>
              <a:rPr lang="fr-FR" altLang="fr-FR" sz="2400" dirty="0">
                <a:latin typeface="Courier New" panose="02070309020205020404" pitchFamily="49" charset="0"/>
                <a:cs typeface="Courier New" panose="02070309020205020404" pitchFamily="49" charset="0"/>
              </a:rPr>
              <a:t> = Min (3,4);</a:t>
            </a:r>
            <a:r>
              <a:rPr lang="fr-FR" altLang="fr-FR" dirty="0"/>
              <a:t>  instancie la fonction </a:t>
            </a:r>
            <a:r>
              <a:rPr lang="fr-FR" altLang="fr-FR" sz="2400" dirty="0" err="1">
                <a:latin typeface="Courier New" panose="02070309020205020404" pitchFamily="49" charset="0"/>
                <a:cs typeface="Courier New" panose="02070309020205020404" pitchFamily="49" charset="0"/>
              </a:rPr>
              <a:t>int</a:t>
            </a:r>
            <a:r>
              <a:rPr lang="fr-FR" altLang="fr-FR" sz="2400" dirty="0">
                <a:latin typeface="Courier New" panose="02070309020205020404" pitchFamily="49" charset="0"/>
                <a:cs typeface="Courier New" panose="02070309020205020404" pitchFamily="49" charset="0"/>
              </a:rPr>
              <a:t> Min (</a:t>
            </a:r>
            <a:r>
              <a:rPr lang="fr-FR" altLang="fr-FR" sz="2400" dirty="0" err="1">
                <a:latin typeface="Courier New" panose="02070309020205020404" pitchFamily="49" charset="0"/>
                <a:cs typeface="Courier New" panose="02070309020205020404" pitchFamily="49" charset="0"/>
              </a:rPr>
              <a:t>int</a:t>
            </a:r>
            <a:r>
              <a:rPr lang="fr-FR" altLang="fr-FR" sz="2400" dirty="0">
                <a:latin typeface="Courier New" panose="02070309020205020404" pitchFamily="49" charset="0"/>
                <a:cs typeface="Courier New" panose="02070309020205020404" pitchFamily="49" charset="0"/>
              </a:rPr>
              <a:t>, </a:t>
            </a:r>
            <a:r>
              <a:rPr lang="fr-FR" altLang="fr-FR" sz="2400" dirty="0" err="1">
                <a:latin typeface="Courier New" panose="02070309020205020404" pitchFamily="49" charset="0"/>
                <a:cs typeface="Courier New" panose="02070309020205020404" pitchFamily="49" charset="0"/>
              </a:rPr>
              <a:t>int</a:t>
            </a:r>
            <a:r>
              <a:rPr lang="fr-FR" altLang="fr-FR" sz="2400" dirty="0">
                <a:latin typeface="Courier New" panose="02070309020205020404" pitchFamily="49" charset="0"/>
                <a:cs typeface="Courier New" panose="02070309020205020404" pitchFamily="49" charset="0"/>
              </a:rPr>
              <a:t>)</a:t>
            </a:r>
            <a:r>
              <a:rPr lang="fr-FR" altLang="fr-FR" dirty="0"/>
              <a:t> (le choix des types ne se fait pas sur la valeur de retour de la fonction, qui est transtypée en double avant d’être affectée à </a:t>
            </a:r>
            <a:r>
              <a:rPr lang="fr-FR" altLang="fr-FR" sz="2400" dirty="0" err="1">
                <a:latin typeface="Courier New" panose="02070309020205020404" pitchFamily="49" charset="0"/>
                <a:cs typeface="Courier New" panose="02070309020205020404" pitchFamily="49" charset="0"/>
              </a:rPr>
              <a:t>dM</a:t>
            </a:r>
            <a:r>
              <a:rPr lang="fr-FR" altLang="fr-FR" dirty="0"/>
              <a:t>)</a:t>
            </a:r>
          </a:p>
          <a:p>
            <a:pPr lvl="0"/>
            <a:endParaRPr lang="fr-FR" altLang="fr-FR" dirty="0"/>
          </a:p>
          <a:p>
            <a:pPr lvl="0"/>
            <a:r>
              <a:rPr lang="fr-FR" altLang="fr-FR" dirty="0"/>
              <a:t>L’instruction </a:t>
            </a:r>
            <a:r>
              <a:rPr lang="fr-FR" altLang="fr-FR" sz="2400" dirty="0">
                <a:latin typeface="Courier New" panose="02070309020205020404" pitchFamily="49" charset="0"/>
                <a:cs typeface="Courier New" panose="02070309020205020404" pitchFamily="49" charset="0"/>
              </a:rPr>
              <a:t>Min (3, 4.2);</a:t>
            </a:r>
            <a:r>
              <a:rPr lang="fr-FR" altLang="fr-FR" dirty="0"/>
              <a:t>  instancie la fonction </a:t>
            </a:r>
            <a:r>
              <a:rPr lang="fr-FR" altLang="fr-FR" sz="2400" dirty="0">
                <a:latin typeface="Courier New" panose="02070309020205020404" pitchFamily="49" charset="0"/>
                <a:cs typeface="Courier New" panose="02070309020205020404" pitchFamily="49" charset="0"/>
              </a:rPr>
              <a:t>double Min (double, double);</a:t>
            </a:r>
            <a:r>
              <a:rPr lang="fr-FR" altLang="fr-FR" dirty="0"/>
              <a:t>, car le premier paramètre est transtypé en double pour que les deux paramètres soient de même type (par définition). Le transtypage du second paramètre en entier n’est pas possible car il ne se ferait pas sans perte d’information</a:t>
            </a:r>
          </a:p>
          <a:p>
            <a:endParaRPr lang="fr-FR" altLang="fr-FR" dirty="0"/>
          </a:p>
        </p:txBody>
      </p:sp>
      <p:sp>
        <p:nvSpPr>
          <p:cNvPr id="14341"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E16C3E2A-B5BE-411F-8657-72C5F9FCCEF5}" type="slidenum">
              <a:rPr lang="fr-FR" altLang="fr-FR" smtClean="0"/>
              <a:pPr/>
              <a:t>11</a:t>
            </a:fld>
            <a:endParaRPr lang="fr-FR" altLang="fr-F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title"/>
          </p:nvPr>
        </p:nvSpPr>
        <p:spPr/>
        <p:txBody>
          <a:bodyPr/>
          <a:lstStyle/>
          <a:p>
            <a:r>
              <a:rPr lang="fr-FR" altLang="fr-FR"/>
              <a:t>Fonctions génériques : redéfinition</a:t>
            </a:r>
          </a:p>
        </p:txBody>
      </p:sp>
      <p:sp>
        <p:nvSpPr>
          <p:cNvPr id="5" name="Espace réservé du contenu 4"/>
          <p:cNvSpPr>
            <a:spLocks noGrp="1"/>
          </p:cNvSpPr>
          <p:nvPr>
            <p:ph idx="1"/>
          </p:nvPr>
        </p:nvSpPr>
        <p:spPr/>
        <p:txBody>
          <a:bodyPr/>
          <a:lstStyle/>
          <a:p>
            <a:pPr marL="0" lvl="0" indent="0">
              <a:buNone/>
            </a:pPr>
            <a:r>
              <a:rPr lang="fr-FR" altLang="fr-FR" sz="2800" dirty="0"/>
              <a:t>Deux cas de figure :</a:t>
            </a:r>
          </a:p>
          <a:p>
            <a:pPr lvl="1"/>
            <a:r>
              <a:rPr lang="fr-FR" altLang="fr-FR" sz="2400" dirty="0"/>
              <a:t>Les fonctions génériques peuvent être redéfinies comme les fonctions classiques (même identificateur, paramètres formels en nombre ou de types différents, pour que le compilateur distingue sans ambiguïté les fonctions générées)</a:t>
            </a:r>
          </a:p>
          <a:p>
            <a:pPr lvl="1"/>
            <a:endParaRPr lang="fr-FR" altLang="fr-FR" sz="2400" dirty="0"/>
          </a:p>
          <a:p>
            <a:pPr lvl="1"/>
            <a:r>
              <a:rPr lang="fr-FR" altLang="fr-FR" sz="2400" dirty="0"/>
              <a:t>L’instanciation d’une fonction générique par le compilateur peut ne pas être appropriée pour un type particulier de données. On définit alors explicitement des fonctions particulières (pour lesquelles les types sont précisés), utilisées à la place de celles générées par le compilateur : </a:t>
            </a:r>
            <a:r>
              <a:rPr lang="fr-FR" altLang="fr-FR" sz="2400" b="1" u="sng" dirty="0"/>
              <a:t>définition explicite</a:t>
            </a:r>
          </a:p>
        </p:txBody>
      </p:sp>
      <p:sp>
        <p:nvSpPr>
          <p:cNvPr id="15365"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9C73B565-1B54-424E-89F1-E49BC7FADB37}" type="slidenum">
              <a:rPr lang="fr-FR" altLang="fr-FR" smtClean="0"/>
              <a:pPr/>
              <a:t>12</a:t>
            </a:fld>
            <a:endParaRPr lang="fr-FR" altLang="fr-F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fr-FR" altLang="fr-FR"/>
              <a:t>Fonctions génériques : spécialisation</a:t>
            </a:r>
          </a:p>
        </p:txBody>
      </p:sp>
      <p:sp>
        <p:nvSpPr>
          <p:cNvPr id="5" name="Espace réservé du contenu 4"/>
          <p:cNvSpPr>
            <a:spLocks noGrp="1"/>
          </p:cNvSpPr>
          <p:nvPr>
            <p:ph idx="1"/>
          </p:nvPr>
        </p:nvSpPr>
        <p:spPr/>
        <p:txBody>
          <a:bodyPr/>
          <a:lstStyle/>
          <a:p>
            <a:pPr lvl="0"/>
            <a:r>
              <a:rPr lang="fr-FR" altLang="fr-FR" sz="2800" dirty="0"/>
              <a:t>Exemple : l’instanciation de la fonction </a:t>
            </a:r>
            <a:r>
              <a:rPr lang="fr-FR" altLang="fr-FR" dirty="0"/>
              <a:t>Min (Type, Type)</a:t>
            </a:r>
            <a:r>
              <a:rPr lang="fr-FR" altLang="fr-FR" sz="2800" dirty="0"/>
              <a:t> pour deux paramètres de type char* ne donne pas le résultat attendu si le programmeur souhaite que chaque paramètre soit interprété comme une chaîne de caractères et non comme un pointeur de caractère</a:t>
            </a:r>
          </a:p>
          <a:p>
            <a:pPr lvl="0"/>
            <a:r>
              <a:rPr lang="fr-FR" altLang="fr-FR" sz="2800" dirty="0"/>
              <a:t>Pour résoudre ce problème, il suffit de fournir une instance spécialisée de la fonction </a:t>
            </a:r>
            <a:r>
              <a:rPr lang="fr-FR" altLang="fr-FR" dirty="0"/>
              <a:t>Min (Type, Type)</a:t>
            </a:r>
            <a:r>
              <a:rPr lang="fr-FR" altLang="fr-FR" sz="2800" dirty="0"/>
              <a:t> :</a:t>
            </a:r>
          </a:p>
          <a:p>
            <a:endParaRPr lang="fr-FR" dirty="0"/>
          </a:p>
        </p:txBody>
      </p:sp>
      <p:sp>
        <p:nvSpPr>
          <p:cNvPr id="16389"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47526313-51C9-463A-808D-3CB30878589B}" type="slidenum">
              <a:rPr lang="fr-FR" altLang="fr-FR" smtClean="0"/>
              <a:pPr/>
              <a:t>13</a:t>
            </a:fld>
            <a:endParaRPr lang="fr-FR" altLang="fr-FR"/>
          </a:p>
        </p:txBody>
      </p:sp>
      <p:graphicFrame>
        <p:nvGraphicFramePr>
          <p:cNvPr id="109602" name="Group 34"/>
          <p:cNvGraphicFramePr>
            <a:graphicFrameLocks noGrp="1"/>
          </p:cNvGraphicFramePr>
          <p:nvPr>
            <p:extLst>
              <p:ext uri="{D42A27DB-BD31-4B8C-83A1-F6EECF244321}">
                <p14:modId xmlns:p14="http://schemas.microsoft.com/office/powerpoint/2010/main" val="1504884127"/>
              </p:ext>
            </p:extLst>
          </p:nvPr>
        </p:nvGraphicFramePr>
        <p:xfrm>
          <a:off x="263352" y="4293096"/>
          <a:ext cx="11809312" cy="1371600"/>
        </p:xfrm>
        <a:graphic>
          <a:graphicData uri="http://schemas.openxmlformats.org/drawingml/2006/table">
            <a:tbl>
              <a:tblPr/>
              <a:tblGrid>
                <a:gridCol w="6674828">
                  <a:extLst>
                    <a:ext uri="{9D8B030D-6E8A-4147-A177-3AD203B41FA5}">
                      <a16:colId xmlns:a16="http://schemas.microsoft.com/office/drawing/2014/main" val="20000"/>
                    </a:ext>
                  </a:extLst>
                </a:gridCol>
                <a:gridCol w="5134484">
                  <a:extLst>
                    <a:ext uri="{9D8B030D-6E8A-4147-A177-3AD203B41FA5}">
                      <a16:colId xmlns:a16="http://schemas.microsoft.com/office/drawing/2014/main" val="20001"/>
                    </a:ext>
                  </a:extLst>
                </a:gridCol>
              </a:tblGrid>
              <a:tr h="1371600">
                <a:tc>
                  <a:txBody>
                    <a:bodyPr/>
                    <a:lstStyle/>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385763" algn="l"/>
                        </a:tabLst>
                      </a:pP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template &lt;class Type&gt; Type Min (Type a, Type b)</a:t>
                      </a:r>
                      <a:r>
                        <a:rPr kumimoji="0" lang="fr-FR"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385763" algn="l"/>
                        </a:tabLst>
                      </a:pPr>
                      <a:r>
                        <a:rPr kumimoji="0" lang="fr-FR"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385763" algn="l"/>
                        </a:tabLst>
                      </a:pPr>
                      <a:r>
                        <a:rPr kumimoji="0" lang="fr-FR"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return (a&lt;b) ? a : b;</a:t>
                      </a:r>
                      <a:endParaRPr kumimoji="0" lang="fr-FR"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385763" algn="l"/>
                        </a:tabLst>
                      </a:pPr>
                      <a:r>
                        <a:rPr kumimoji="0" lang="fr-FR"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txBody>
                  <a:tcPr marL="84405" marR="84405" horzOverflow="overflow">
                    <a:lnL cap="flat">
                      <a:noFill/>
                    </a:lnL>
                    <a:lnR w="12700" cap="flat" cmpd="sng" algn="ctr">
                      <a:solidFill>
                        <a:srgbClr val="31568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284163" algn="l"/>
                          <a:tab pos="2092325" algn="l"/>
                          <a:tab pos="2955925" algn="l"/>
                        </a:tabLst>
                      </a:pP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char* Min (char* p1, char* p2)</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284163" algn="l"/>
                          <a:tab pos="2092325" algn="l"/>
                          <a:tab pos="2955925" algn="l"/>
                        </a:tabLst>
                      </a:pP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284163" algn="l"/>
                          <a:tab pos="2092325" algn="l"/>
                          <a:tab pos="2955925" algn="l"/>
                        </a:tabLst>
                      </a:pP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return </a:t>
                      </a:r>
                      <a:r>
                        <a:rPr kumimoji="0" lang="en-GB" sz="18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strcmp</a:t>
                      </a: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(p1,p2) &lt; 0 ? p1:p2;</a:t>
                      </a:r>
                    </a:p>
                    <a:p>
                      <a:pPr marL="0" marR="0" lvl="0" indent="0" algn="l" defTabSz="914400" rtl="0" eaLnBrk="0" fontAlgn="base" latinLnBrk="0" hangingPunct="0">
                        <a:lnSpc>
                          <a:spcPct val="100000"/>
                        </a:lnSpc>
                        <a:spcBef>
                          <a:spcPct val="20000"/>
                        </a:spcBef>
                        <a:spcAft>
                          <a:spcPct val="0"/>
                        </a:spcAft>
                        <a:buClr>
                          <a:srgbClr val="333399"/>
                        </a:buClr>
                        <a:buSzPct val="75000"/>
                        <a:buFont typeface="Monotype Sorts" pitchFamily="2" charset="2"/>
                        <a:buNone/>
                        <a:tabLst>
                          <a:tab pos="284163" algn="l"/>
                          <a:tab pos="2092325" algn="l"/>
                          <a:tab pos="2955925" algn="l"/>
                        </a:tabLst>
                      </a:pPr>
                      <a:r>
                        <a:rPr kumimoji="0" lang="en-GB"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endParaRPr kumimoji="0" lang="fr-FR" sz="18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endParaRPr>
                    </a:p>
                  </a:txBody>
                  <a:tcPr marL="84405" marR="84405" horzOverflow="overflow">
                    <a:lnL w="12700" cap="flat" cmpd="sng" algn="ctr">
                      <a:solidFill>
                        <a:srgbClr val="315683"/>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fr-FR" altLang="fr-FR"/>
              <a:t>Fonctions génériques : compilation</a:t>
            </a:r>
          </a:p>
        </p:txBody>
      </p:sp>
      <p:sp>
        <p:nvSpPr>
          <p:cNvPr id="5" name="Espace réservé du contenu 4"/>
          <p:cNvSpPr>
            <a:spLocks noGrp="1"/>
          </p:cNvSpPr>
          <p:nvPr>
            <p:ph idx="1"/>
          </p:nvPr>
        </p:nvSpPr>
        <p:spPr/>
        <p:txBody>
          <a:bodyPr/>
          <a:lstStyle/>
          <a:p>
            <a:pPr lvl="0"/>
            <a:r>
              <a:rPr lang="fr-FR" altLang="fr-FR" sz="2400" dirty="0">
                <a:cs typeface="Times New Roman" panose="02020603050405020304" pitchFamily="18" charset="0"/>
              </a:rPr>
              <a:t>C’est l’utilisation d’une fonction générique qui permet au compilateur d’implémenter le code conforme aux types employés</a:t>
            </a:r>
          </a:p>
          <a:p>
            <a:pPr lvl="0"/>
            <a:r>
              <a:rPr lang="fr-FR" altLang="fr-FR" sz="2400" dirty="0">
                <a:cs typeface="Times New Roman" panose="02020603050405020304" pitchFamily="18" charset="0"/>
              </a:rPr>
              <a:t>Une fonction générique ne peut être compilée à partir de sa seule définition</a:t>
            </a:r>
          </a:p>
          <a:p>
            <a:pPr lvl="0"/>
            <a:r>
              <a:rPr lang="fr-FR" altLang="fr-FR" sz="2400" dirty="0">
                <a:cs typeface="Times New Roman" panose="02020603050405020304" pitchFamily="18" charset="0"/>
              </a:rPr>
              <a:t>Elle doit cependant être connue du compilateur pour qu’il puisse instancier la fonction appropriée</a:t>
            </a:r>
          </a:p>
          <a:p>
            <a:pPr lvl="0"/>
            <a:r>
              <a:rPr lang="fr-FR" altLang="fr-FR" sz="2400" dirty="0">
                <a:cs typeface="Times New Roman" panose="02020603050405020304" pitchFamily="18" charset="0"/>
              </a:rPr>
              <a:t>C’est pourquoi les définitions de fonctions génériques figurent en général dans des fichiers de déclaration d’extension .h, de façon à les compiler dès leur utilisation</a:t>
            </a:r>
            <a:endParaRPr lang="fr-FR" altLang="fr-FR" sz="2400" dirty="0"/>
          </a:p>
          <a:p>
            <a:pPr lvl="0"/>
            <a:r>
              <a:rPr lang="fr-FR" altLang="fr-FR" sz="2400" i="1" dirty="0"/>
              <a:t>Conséquence : </a:t>
            </a:r>
            <a:r>
              <a:rPr lang="fr-FR" altLang="fr-FR" sz="2400" b="1" i="1" u="sng" dirty="0"/>
              <a:t>les erreurs de compilation des fonctions génériques surviennent lorsque ces fonctions sont utilisées</a:t>
            </a:r>
            <a:endParaRPr lang="fr-FR" altLang="fr-FR" sz="2400" b="1" dirty="0"/>
          </a:p>
        </p:txBody>
      </p:sp>
      <p:sp>
        <p:nvSpPr>
          <p:cNvPr id="17413"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EFCD04F2-A35C-4105-A564-12AD230D2E89}" type="slidenum">
              <a:rPr lang="fr-FR" altLang="fr-FR" smtClean="0"/>
              <a:pPr/>
              <a:t>14</a:t>
            </a:fld>
            <a:endParaRPr lang="fr-FR" altLang="fr-F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p:txBody>
          <a:bodyPr/>
          <a:lstStyle/>
          <a:p>
            <a:r>
              <a:rPr lang="fr-FR" altLang="fr-FR"/>
              <a:t>Fonctions génériques : compilation</a:t>
            </a:r>
          </a:p>
        </p:txBody>
      </p:sp>
      <p:sp>
        <p:nvSpPr>
          <p:cNvPr id="4" name="Espace réservé du contenu 3"/>
          <p:cNvSpPr>
            <a:spLocks noGrp="1"/>
          </p:cNvSpPr>
          <p:nvPr>
            <p:ph idx="1"/>
          </p:nvPr>
        </p:nvSpPr>
        <p:spPr/>
        <p:txBody>
          <a:bodyPr/>
          <a:lstStyle/>
          <a:p>
            <a:pPr lvl="0"/>
            <a:r>
              <a:rPr lang="fr-FR" altLang="fr-FR" sz="2400" dirty="0"/>
              <a:t>L’algorithme d’instanciation ou d’appel d’une fonction générique, surchargée ou non, est le suivant :</a:t>
            </a:r>
          </a:p>
          <a:p>
            <a:pPr marL="360363" lvl="1" indent="-166688">
              <a:buNone/>
            </a:pPr>
            <a:r>
              <a:rPr lang="fr-FR" altLang="fr-FR" dirty="0"/>
              <a:t>1.	</a:t>
            </a:r>
            <a:r>
              <a:rPr lang="fr-FR" altLang="fr-FR" sz="2000" dirty="0"/>
              <a:t>Le compilateur recherche tout d’abord une correspondance exacte avec les fonctions ordinaires (non génériques). Des conversions triviales sont réalisées si elles conduisent à une correspondance exacte de type. En cas ambiguïté, la recherche échoue</a:t>
            </a:r>
          </a:p>
          <a:p>
            <a:pPr marL="360363" lvl="1" indent="-166688">
              <a:buNone/>
            </a:pPr>
            <a:r>
              <a:rPr lang="fr-FR" altLang="fr-FR" dirty="0"/>
              <a:t>2.	</a:t>
            </a:r>
            <a:r>
              <a:rPr lang="fr-FR" altLang="fr-FR" sz="2000" dirty="0"/>
              <a:t>Si aucune fonction ordinaire ne convient, le compilateur examine toutes les fonctions génériques de même identificateur. Si une seule correspondance exacte est trouvée, la fonction correspondante est instanciée. S’il y en a plusieurs, la recherche échoue. Là aussi, des conversions triviales sont réalisées si elles conduisent à une correspondance exacte de type</a:t>
            </a:r>
          </a:p>
          <a:p>
            <a:pPr marL="360363" lvl="1" indent="-166688">
              <a:buNone/>
            </a:pPr>
            <a:r>
              <a:rPr lang="fr-FR" altLang="fr-FR" dirty="0"/>
              <a:t>3.	</a:t>
            </a:r>
            <a:r>
              <a:rPr lang="fr-FR" altLang="fr-FR" sz="2000" dirty="0"/>
              <a:t>Enfin, si aucune fonction générique ne convient, le compilateur examine à nouveau toutes les fonctions ordinaires en les considérant comme des fonctions redéfinies (conversions explicites)</a:t>
            </a:r>
            <a:endParaRPr lang="fr-FR" altLang="fr-FR" dirty="0"/>
          </a:p>
        </p:txBody>
      </p:sp>
      <p:sp>
        <p:nvSpPr>
          <p:cNvPr id="18436"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B9984770-179A-4B69-B210-3459600B8CF8}" type="slidenum">
              <a:rPr lang="fr-FR" altLang="fr-FR" smtClean="0"/>
              <a:pPr/>
              <a:t>15</a:t>
            </a:fld>
            <a:endParaRPr lang="fr-FR" altLang="fr-F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r>
              <a:rPr lang="fr-FR" altLang="fr-FR"/>
              <a:t>Généricité : exercices d’application</a:t>
            </a:r>
          </a:p>
        </p:txBody>
      </p:sp>
      <p:sp>
        <p:nvSpPr>
          <p:cNvPr id="19459" name="Rectangle 5"/>
          <p:cNvSpPr>
            <a:spLocks noGrp="1" noChangeArrowheads="1"/>
          </p:cNvSpPr>
          <p:nvPr>
            <p:ph idx="1"/>
          </p:nvPr>
        </p:nvSpPr>
        <p:spPr>
          <a:xfrm>
            <a:off x="787829" y="1127412"/>
            <a:ext cx="10924795" cy="4173796"/>
          </a:xfrm>
        </p:spPr>
        <p:txBody>
          <a:bodyPr/>
          <a:lstStyle/>
          <a:p>
            <a:pPr marL="266700" lvl="0" indent="-266700">
              <a:buFont typeface="+mj-lt"/>
              <a:buAutoNum type="arabicPeriod"/>
              <a:tabLst>
                <a:tab pos="955675" algn="l"/>
                <a:tab pos="1431925" algn="l"/>
                <a:tab pos="2955925" algn="l"/>
                <a:tab pos="3717925" algn="l"/>
                <a:tab pos="4664075" algn="l"/>
                <a:tab pos="5241925" algn="l"/>
                <a:tab pos="6481763" algn="l"/>
                <a:tab pos="7051675" algn="l"/>
              </a:tabLst>
            </a:pPr>
            <a:r>
              <a:rPr lang="fr-FR" altLang="fr-FR" sz="2400" dirty="0"/>
              <a:t>Créer une fonction générique qui permet de calculer le carré d’une valeur de type quelconque (le résultat possèdera le même type). Écrire un programme qui utilise cette fonction générique</a:t>
            </a:r>
          </a:p>
          <a:p>
            <a:pPr marL="266700" lvl="0" indent="-266700">
              <a:buNone/>
              <a:tabLst>
                <a:tab pos="955675" algn="l"/>
                <a:tab pos="1431925" algn="l"/>
                <a:tab pos="2955925" algn="l"/>
                <a:tab pos="3717925" algn="l"/>
                <a:tab pos="4664075" algn="l"/>
                <a:tab pos="5241925" algn="l"/>
                <a:tab pos="6481763" algn="l"/>
                <a:tab pos="7051675" algn="l"/>
              </a:tabLst>
            </a:pPr>
            <a:r>
              <a:rPr lang="fr-FR" altLang="fr-FR" sz="2400" dirty="0"/>
              <a:t>2.	Soit la définition de fonction générique :</a:t>
            </a:r>
          </a:p>
          <a:p>
            <a:pPr marL="533400" lvl="0" indent="-533400">
              <a:buNone/>
              <a:tabLst>
                <a:tab pos="955675" algn="l"/>
                <a:tab pos="1431925" algn="l"/>
                <a:tab pos="2955925" algn="l"/>
                <a:tab pos="3717925" algn="l"/>
                <a:tab pos="4664075" algn="l"/>
                <a:tab pos="5241925" algn="l"/>
                <a:tab pos="6481763" algn="l"/>
                <a:tab pos="7051675" algn="l"/>
              </a:tabLst>
            </a:pPr>
            <a:r>
              <a:rPr lang="fr-FR" altLang="fr-FR" sz="2000" dirty="0"/>
              <a:t>		</a:t>
            </a:r>
            <a:r>
              <a:rPr lang="fr-FR" altLang="fr-FR" sz="2000" dirty="0" err="1">
                <a:latin typeface="Courier New" panose="02070309020205020404" pitchFamily="49" charset="0"/>
                <a:cs typeface="Courier New" panose="02070309020205020404" pitchFamily="49" charset="0"/>
              </a:rPr>
              <a:t>template</a:t>
            </a:r>
            <a:r>
              <a:rPr lang="fr-FR" altLang="fr-FR" sz="2000" dirty="0">
                <a:latin typeface="Courier New" panose="02070309020205020404" pitchFamily="49" charset="0"/>
                <a:cs typeface="Courier New" panose="02070309020205020404" pitchFamily="49" charset="0"/>
              </a:rPr>
              <a:t> &lt;class T, class U&gt; T </a:t>
            </a:r>
            <a:r>
              <a:rPr lang="fr-FR" altLang="fr-FR" sz="2000" dirty="0" err="1">
                <a:latin typeface="Courier New" panose="02070309020205020404" pitchFamily="49" charset="0"/>
                <a:cs typeface="Courier New" panose="02070309020205020404" pitchFamily="49" charset="0"/>
              </a:rPr>
              <a:t>Fct</a:t>
            </a:r>
            <a:r>
              <a:rPr lang="fr-FR" altLang="fr-FR" sz="2000" dirty="0">
                <a:latin typeface="Courier New" panose="02070309020205020404" pitchFamily="49" charset="0"/>
                <a:cs typeface="Courier New" panose="02070309020205020404" pitchFamily="49" charset="0"/>
              </a:rPr>
              <a:t> (T a, U b, T c) { … }</a:t>
            </a:r>
          </a:p>
          <a:p>
            <a:pPr marL="266700" lvl="0" indent="-266700">
              <a:buNone/>
              <a:tabLst>
                <a:tab pos="955675" algn="l"/>
                <a:tab pos="1431925" algn="l"/>
                <a:tab pos="2955925" algn="l"/>
                <a:tab pos="3717925" algn="l"/>
                <a:tab pos="4664075" algn="l"/>
                <a:tab pos="5241925" algn="l"/>
                <a:tab pos="6481763" algn="l"/>
                <a:tab pos="7051675" algn="l"/>
              </a:tabLst>
            </a:pPr>
            <a:r>
              <a:rPr lang="fr-FR" altLang="fr-FR" sz="2000" dirty="0"/>
              <a:t>	</a:t>
            </a:r>
            <a:r>
              <a:rPr lang="fr-FR" altLang="fr-FR" sz="2400" dirty="0"/>
              <a:t>et les déclarations suivantes :</a:t>
            </a:r>
          </a:p>
          <a:p>
            <a:pPr marL="533400" lvl="0" indent="-533400">
              <a:buNone/>
              <a:tabLst>
                <a:tab pos="955675" algn="l"/>
                <a:tab pos="1431925" algn="l"/>
                <a:tab pos="2955925" algn="l"/>
                <a:tab pos="3717925" algn="l"/>
                <a:tab pos="4664075" algn="l"/>
                <a:tab pos="5241925" algn="l"/>
                <a:tab pos="6481763" algn="l"/>
                <a:tab pos="7051675" algn="l"/>
              </a:tabLst>
            </a:pPr>
            <a:r>
              <a:rPr lang="fr-FR" altLang="fr-FR" sz="2000" dirty="0"/>
              <a:t>		</a:t>
            </a:r>
            <a:r>
              <a:rPr lang="fr-FR" altLang="fr-FR" sz="2000" dirty="0" err="1">
                <a:latin typeface="Courier New" panose="02070309020205020404" pitchFamily="49" charset="0"/>
                <a:cs typeface="Courier New" panose="02070309020205020404" pitchFamily="49" charset="0"/>
              </a:rPr>
              <a:t>int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nN</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nP</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nQ</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float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fX</a:t>
            </a:r>
            <a:r>
              <a:rPr lang="fr-FR" altLang="fr-FR" sz="2000" dirty="0">
                <a:latin typeface="Courier New" panose="02070309020205020404" pitchFamily="49" charset="0"/>
                <a:cs typeface="Courier New" panose="02070309020205020404" pitchFamily="49" charset="0"/>
              </a:rPr>
              <a:t>;	char	</a:t>
            </a:r>
            <a:r>
              <a:rPr lang="fr-FR" altLang="fr-FR" sz="2000" dirty="0" err="1">
                <a:latin typeface="Courier New" panose="02070309020205020404" pitchFamily="49" charset="0"/>
                <a:cs typeface="Courier New" panose="02070309020205020404" pitchFamily="49" charset="0"/>
              </a:rPr>
              <a:t>pC</a:t>
            </a:r>
            <a:r>
              <a:rPr lang="fr-FR" altLang="fr-FR" sz="2000" dirty="0">
                <a:latin typeface="Courier New" panose="02070309020205020404" pitchFamily="49" charset="0"/>
                <a:cs typeface="Courier New" panose="02070309020205020404" pitchFamily="49" charset="0"/>
              </a:rPr>
              <a:t>[20];	char	</a:t>
            </a:r>
            <a:r>
              <a:rPr lang="fr-FR" altLang="fr-FR" sz="2000" dirty="0" err="1">
                <a:latin typeface="Courier New" panose="02070309020205020404" pitchFamily="49" charset="0"/>
                <a:cs typeface="Courier New" panose="02070309020205020404" pitchFamily="49" charset="0"/>
              </a:rPr>
              <a:t>cC</a:t>
            </a:r>
            <a:r>
              <a:rPr lang="fr-FR" altLang="fr-FR" sz="2000" dirty="0">
                <a:latin typeface="Courier New" panose="02070309020205020404" pitchFamily="49" charset="0"/>
                <a:cs typeface="Courier New" panose="02070309020205020404" pitchFamily="49" charset="0"/>
              </a:rPr>
              <a:t>;</a:t>
            </a:r>
          </a:p>
          <a:p>
            <a:pPr marL="266700" lvl="0" indent="-266700">
              <a:buNone/>
              <a:tabLst>
                <a:tab pos="955675" algn="l"/>
                <a:tab pos="1431925" algn="l"/>
                <a:tab pos="2955925" algn="l"/>
                <a:tab pos="3717925" algn="l"/>
                <a:tab pos="4664075" algn="l"/>
                <a:tab pos="5241925" algn="l"/>
                <a:tab pos="6481763" algn="l"/>
                <a:tab pos="7051675" algn="l"/>
              </a:tabLst>
            </a:pPr>
            <a:r>
              <a:rPr lang="fr-FR" altLang="fr-FR" sz="2000" dirty="0"/>
              <a:t>	</a:t>
            </a:r>
            <a:r>
              <a:rPr lang="fr-FR" altLang="fr-FR" sz="2400" dirty="0"/>
              <a:t>Quels sont les appels corrects et, dans ce cas, les prototypes des fonctions instanciées ?</a:t>
            </a:r>
          </a:p>
          <a:p>
            <a:pPr marL="533400" lvl="0" indent="-533400">
              <a:buNone/>
              <a:tabLst>
                <a:tab pos="955675" algn="l"/>
                <a:tab pos="1431925" algn="l"/>
                <a:tab pos="2955925" algn="l"/>
                <a:tab pos="3717925" algn="l"/>
                <a:tab pos="4664075" algn="l"/>
                <a:tab pos="5241925" algn="l"/>
                <a:tab pos="6481763" algn="l"/>
                <a:tab pos="7051675" algn="l"/>
              </a:tabLst>
            </a:pPr>
            <a:r>
              <a:rPr lang="fr-FR" altLang="fr-FR" dirty="0"/>
              <a:t>			</a:t>
            </a:r>
            <a:r>
              <a:rPr lang="fr-FR" altLang="fr-FR" sz="2000" dirty="0" err="1">
                <a:latin typeface="Courier New" panose="02070309020205020404" pitchFamily="49" charset="0"/>
                <a:cs typeface="Courier New" panose="02070309020205020404" pitchFamily="49" charset="0"/>
              </a:rPr>
              <a:t>Fct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nN</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nP</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nQ</a:t>
            </a:r>
            <a:r>
              <a:rPr lang="fr-FR" altLang="fr-FR" sz="2000" dirty="0">
                <a:latin typeface="Courier New" panose="02070309020205020404" pitchFamily="49" charset="0"/>
                <a:cs typeface="Courier New" panose="02070309020205020404" pitchFamily="49" charset="0"/>
              </a:rPr>
              <a:t>);		// appel n°1</a:t>
            </a:r>
          </a:p>
          <a:p>
            <a:pPr marL="533400" lvl="0" indent="-533400">
              <a:buNone/>
              <a:tabLst>
                <a:tab pos="955675" algn="l"/>
                <a:tab pos="1431925" algn="l"/>
                <a:tab pos="2955925" algn="l"/>
                <a:tab pos="3717925" algn="l"/>
                <a:tab pos="4664075" algn="l"/>
                <a:tab pos="5241925" algn="l"/>
                <a:tab pos="6481763" algn="l"/>
                <a:tab pos="7051675" algn="l"/>
              </a:tabLst>
            </a:pP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Fct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nN</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fX</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nQ</a:t>
            </a:r>
            <a:r>
              <a:rPr lang="fr-FR" altLang="fr-FR" sz="2000" dirty="0">
                <a:latin typeface="Courier New" panose="02070309020205020404" pitchFamily="49" charset="0"/>
                <a:cs typeface="Courier New" panose="02070309020205020404" pitchFamily="49" charset="0"/>
              </a:rPr>
              <a:t>);		// appel n°2</a:t>
            </a:r>
          </a:p>
          <a:p>
            <a:pPr marL="533400" lvl="0" indent="-533400">
              <a:buNone/>
              <a:tabLst>
                <a:tab pos="955675" algn="l"/>
                <a:tab pos="1431925" algn="l"/>
                <a:tab pos="2955925" algn="l"/>
                <a:tab pos="3717925" algn="l"/>
                <a:tab pos="4664075" algn="l"/>
                <a:tab pos="5241925" algn="l"/>
                <a:tab pos="6481763" algn="l"/>
                <a:tab pos="7051675" algn="l"/>
              </a:tabLst>
            </a:pP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Fct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fX</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nN</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nQ</a:t>
            </a:r>
            <a:r>
              <a:rPr lang="fr-FR" altLang="fr-FR" sz="2000" dirty="0">
                <a:latin typeface="Courier New" panose="02070309020205020404" pitchFamily="49" charset="0"/>
                <a:cs typeface="Courier New" panose="02070309020205020404" pitchFamily="49" charset="0"/>
              </a:rPr>
              <a:t>);		// appel n°3</a:t>
            </a:r>
          </a:p>
          <a:p>
            <a:pPr marL="533400" lvl="0" indent="-533400">
              <a:buNone/>
              <a:tabLst>
                <a:tab pos="955675" algn="l"/>
                <a:tab pos="1431925" algn="l"/>
                <a:tab pos="2955925" algn="l"/>
                <a:tab pos="3717925" algn="l"/>
                <a:tab pos="4664075" algn="l"/>
                <a:tab pos="5241925" algn="l"/>
                <a:tab pos="6481763" algn="l"/>
                <a:tab pos="7051675" algn="l"/>
              </a:tabLst>
            </a:pP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Fct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pC</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nN</a:t>
            </a:r>
            <a:r>
              <a:rPr lang="fr-FR" altLang="fr-FR" sz="2000" dirty="0">
                <a:latin typeface="Courier New" panose="02070309020205020404" pitchFamily="49" charset="0"/>
                <a:cs typeface="Courier New" panose="02070309020205020404" pitchFamily="49" charset="0"/>
              </a:rPr>
              <a:t>, &amp;</a:t>
            </a:r>
            <a:r>
              <a:rPr lang="fr-FR" altLang="fr-FR" sz="2000" dirty="0" err="1">
                <a:latin typeface="Courier New" panose="02070309020205020404" pitchFamily="49" charset="0"/>
                <a:cs typeface="Courier New" panose="02070309020205020404" pitchFamily="49" charset="0"/>
              </a:rPr>
              <a:t>cC</a:t>
            </a:r>
            <a:r>
              <a:rPr lang="fr-FR" altLang="fr-FR" sz="2000" dirty="0">
                <a:latin typeface="Courier New" panose="02070309020205020404" pitchFamily="49" charset="0"/>
                <a:cs typeface="Courier New" panose="02070309020205020404" pitchFamily="49" charset="0"/>
              </a:rPr>
              <a:t>);		// appel n°4</a:t>
            </a:r>
          </a:p>
          <a:p>
            <a:pPr marL="533400" lvl="0" indent="-533400">
              <a:buNone/>
              <a:tabLst>
                <a:tab pos="955675" algn="l"/>
                <a:tab pos="1431925" algn="l"/>
                <a:tab pos="2955925" algn="l"/>
                <a:tab pos="3717925" algn="l"/>
                <a:tab pos="4664075" algn="l"/>
                <a:tab pos="5241925" algn="l"/>
                <a:tab pos="6481763" algn="l"/>
                <a:tab pos="7051675" algn="l"/>
              </a:tabLst>
            </a:pP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Fct</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pC</a:t>
            </a:r>
            <a:r>
              <a:rPr lang="fr-FR" altLang="fr-FR" sz="2000" dirty="0">
                <a:latin typeface="Courier New" panose="02070309020205020404" pitchFamily="49" charset="0"/>
                <a:cs typeface="Courier New" panose="02070309020205020404" pitchFamily="49" charset="0"/>
              </a:rPr>
              <a:t>[1], </a:t>
            </a:r>
            <a:r>
              <a:rPr lang="fr-FR" altLang="fr-FR" sz="2000" dirty="0" err="1">
                <a:latin typeface="Courier New" panose="02070309020205020404" pitchFamily="49" charset="0"/>
                <a:cs typeface="Courier New" panose="02070309020205020404" pitchFamily="49" charset="0"/>
              </a:rPr>
              <a:t>nN</a:t>
            </a:r>
            <a:r>
              <a:rPr lang="fr-FR" altLang="fr-FR" sz="2000" dirty="0">
                <a:latin typeface="Courier New" panose="02070309020205020404" pitchFamily="49" charset="0"/>
                <a:cs typeface="Courier New" panose="02070309020205020404" pitchFamily="49" charset="0"/>
              </a:rPr>
              <a:t>, </a:t>
            </a:r>
            <a:r>
              <a:rPr lang="fr-FR" altLang="fr-FR" sz="2000" dirty="0" err="1">
                <a:latin typeface="Courier New" panose="02070309020205020404" pitchFamily="49" charset="0"/>
                <a:cs typeface="Courier New" panose="02070309020205020404" pitchFamily="49" charset="0"/>
              </a:rPr>
              <a:t>cC</a:t>
            </a:r>
            <a:r>
              <a:rPr lang="fr-FR" altLang="fr-FR" sz="2000" dirty="0">
                <a:latin typeface="Courier New" panose="02070309020205020404" pitchFamily="49" charset="0"/>
                <a:cs typeface="Courier New" panose="02070309020205020404" pitchFamily="49" charset="0"/>
              </a:rPr>
              <a:t>);		// appel n°5</a:t>
            </a:r>
          </a:p>
          <a:p>
            <a:pPr marL="0" indent="0">
              <a:buNone/>
            </a:pPr>
            <a:endParaRPr lang="fr-FR" altLang="fr-FR" dirty="0"/>
          </a:p>
        </p:txBody>
      </p:sp>
      <p:sp>
        <p:nvSpPr>
          <p:cNvPr id="19461"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06FAA867-4B81-49EF-8587-BA156DB6CC7A}" type="slidenum">
              <a:rPr lang="fr-FR" altLang="fr-FR" smtClean="0"/>
              <a:pPr/>
              <a:t>16</a:t>
            </a:fld>
            <a:endParaRPr lang="fr-FR" altLang="fr-F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title"/>
          </p:nvPr>
        </p:nvSpPr>
        <p:spPr/>
        <p:txBody>
          <a:bodyPr/>
          <a:lstStyle/>
          <a:p>
            <a:r>
              <a:rPr lang="fr-FR" altLang="fr-FR"/>
              <a:t>Généricité : exercices d’application</a:t>
            </a:r>
          </a:p>
        </p:txBody>
      </p:sp>
      <p:sp>
        <p:nvSpPr>
          <p:cNvPr id="20483" name="Rectangle 5"/>
          <p:cNvSpPr>
            <a:spLocks noGrp="1" noChangeArrowheads="1"/>
          </p:cNvSpPr>
          <p:nvPr>
            <p:ph idx="1"/>
          </p:nvPr>
        </p:nvSpPr>
        <p:spPr>
          <a:xfrm>
            <a:off x="787829" y="1124744"/>
            <a:ext cx="10972800" cy="4173796"/>
          </a:xfrm>
        </p:spPr>
        <p:txBody>
          <a:bodyPr/>
          <a:lstStyle/>
          <a:p>
            <a:pPr lvl="0">
              <a:buNone/>
              <a:tabLst>
                <a:tab pos="1147763" algn="l"/>
                <a:tab pos="1524000" algn="l"/>
              </a:tabLst>
            </a:pPr>
            <a:r>
              <a:rPr lang="fr-FR" altLang="fr-FR" dirty="0"/>
              <a:t>3. </a:t>
            </a:r>
            <a:r>
              <a:rPr lang="fr-FR" altLang="fr-FR" sz="2000" dirty="0"/>
              <a:t>Soit les définitions suivantes :</a:t>
            </a:r>
          </a:p>
          <a:p>
            <a:pPr lvl="0">
              <a:buNone/>
              <a:tabLst>
                <a:tab pos="1147763" algn="l"/>
                <a:tab pos="1524000" algn="l"/>
              </a:tabLst>
            </a:pPr>
            <a:endParaRPr lang="fr-FR" altLang="fr-FR" sz="2000" dirty="0"/>
          </a:p>
          <a:p>
            <a:pPr lvl="0">
              <a:buNone/>
              <a:tabLst>
                <a:tab pos="1147763" algn="l"/>
                <a:tab pos="1524000" algn="l"/>
              </a:tabLst>
            </a:pPr>
            <a:endParaRPr lang="fr-FR" altLang="fr-FR" sz="2000" dirty="0"/>
          </a:p>
          <a:p>
            <a:pPr lvl="0">
              <a:buNone/>
              <a:tabLst>
                <a:tab pos="1147763" algn="l"/>
                <a:tab pos="1524000" algn="l"/>
              </a:tabLst>
            </a:pPr>
            <a:endParaRPr lang="fr-FR" altLang="fr-FR" sz="2000" dirty="0"/>
          </a:p>
          <a:p>
            <a:pPr lvl="0">
              <a:buNone/>
              <a:tabLst>
                <a:tab pos="1147763" algn="l"/>
                <a:tab pos="1524000" algn="l"/>
              </a:tabLst>
            </a:pPr>
            <a:endParaRPr lang="fr-FR" altLang="fr-FR" sz="2000" dirty="0"/>
          </a:p>
          <a:p>
            <a:pPr lvl="0">
              <a:buNone/>
              <a:tabLst>
                <a:tab pos="1147763" algn="l"/>
                <a:tab pos="1524000" algn="l"/>
              </a:tabLst>
            </a:pPr>
            <a:endParaRPr lang="fr-FR" altLang="fr-FR" sz="2000" dirty="0"/>
          </a:p>
          <a:p>
            <a:pPr lvl="0">
              <a:buNone/>
              <a:tabLst>
                <a:tab pos="1147763" algn="l"/>
                <a:tab pos="1524000" algn="l"/>
              </a:tabLst>
            </a:pPr>
            <a:endParaRPr lang="fr-FR" altLang="fr-FR" sz="2000" dirty="0"/>
          </a:p>
          <a:p>
            <a:pPr lvl="1">
              <a:buNone/>
              <a:tabLst>
                <a:tab pos="1147763" algn="l"/>
                <a:tab pos="1524000" algn="l"/>
              </a:tabLst>
            </a:pPr>
            <a:r>
              <a:rPr lang="fr-FR" altLang="fr-FR" dirty="0"/>
              <a:t>a</a:t>
            </a:r>
            <a:r>
              <a:rPr lang="fr-FR" altLang="fr-FR" sz="2000" dirty="0"/>
              <a:t>) Donner la définition du constructeur </a:t>
            </a:r>
            <a:r>
              <a:rPr lang="fr-FR" altLang="fr-FR" sz="2000" dirty="0" err="1"/>
              <a:t>CGene</a:t>
            </a:r>
            <a:r>
              <a:rPr lang="fr-FR" altLang="fr-FR" sz="2000" dirty="0"/>
              <a:t> en supposant que le constructeur recopie la valeur reçue en paramètre dans tous les éléments du tableau</a:t>
            </a:r>
          </a:p>
          <a:p>
            <a:pPr lvl="1">
              <a:buNone/>
              <a:tabLst>
                <a:tab pos="1147763" algn="l"/>
                <a:tab pos="1524000" algn="l"/>
              </a:tabLst>
            </a:pPr>
            <a:r>
              <a:rPr lang="fr-FR" altLang="fr-FR" sz="2000" dirty="0"/>
              <a:t>b) Indiquer les instructions correctes et, lorsque cela est possible, donner les classes instanciées et la définition de la classe équivalente non générique</a:t>
            </a:r>
          </a:p>
          <a:p>
            <a:pPr lvl="0">
              <a:buNone/>
              <a:tabLst>
                <a:tab pos="1147763" algn="l"/>
                <a:tab pos="1524000" algn="l"/>
              </a:tabLst>
            </a:pPr>
            <a:r>
              <a:rPr lang="fr-FR" altLang="fr-FR" sz="2400" dirty="0"/>
              <a:t>4. Créer une fonction générique qui calcule la somme des éléments d’un tableau de type quelconque, le nombre d’éléments du tableau étant fourni en paramètre</a:t>
            </a:r>
          </a:p>
          <a:p>
            <a:pPr marL="0" indent="0">
              <a:buNone/>
            </a:pPr>
            <a:endParaRPr lang="fr-FR" altLang="fr-FR" dirty="0"/>
          </a:p>
        </p:txBody>
      </p:sp>
      <p:sp>
        <p:nvSpPr>
          <p:cNvPr id="20485" name="Espace réservé du numéro de diapositive 5"/>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60491B32-8F85-407D-A41C-F6351C51B98D}" type="slidenum">
              <a:rPr lang="fr-FR" altLang="fr-FR" smtClean="0"/>
              <a:pPr/>
              <a:t>17</a:t>
            </a:fld>
            <a:endParaRPr lang="fr-FR" altLang="fr-FR"/>
          </a:p>
        </p:txBody>
      </p:sp>
      <p:graphicFrame>
        <p:nvGraphicFramePr>
          <p:cNvPr id="107563" name="Group 43"/>
          <p:cNvGraphicFramePr>
            <a:graphicFrameLocks noGrp="1"/>
          </p:cNvGraphicFramePr>
          <p:nvPr>
            <p:extLst>
              <p:ext uri="{D42A27DB-BD31-4B8C-83A1-F6EECF244321}">
                <p14:modId xmlns:p14="http://schemas.microsoft.com/office/powerpoint/2010/main" val="4037777268"/>
              </p:ext>
            </p:extLst>
          </p:nvPr>
        </p:nvGraphicFramePr>
        <p:xfrm>
          <a:off x="1055440" y="1589550"/>
          <a:ext cx="10801200" cy="2209800"/>
        </p:xfrm>
        <a:graphic>
          <a:graphicData uri="http://schemas.openxmlformats.org/drawingml/2006/table">
            <a:tbl>
              <a:tblPr/>
              <a:tblGrid>
                <a:gridCol w="4608512">
                  <a:extLst>
                    <a:ext uri="{9D8B030D-6E8A-4147-A177-3AD203B41FA5}">
                      <a16:colId xmlns:a16="http://schemas.microsoft.com/office/drawing/2014/main" val="20000"/>
                    </a:ext>
                  </a:extLst>
                </a:gridCol>
                <a:gridCol w="6192688">
                  <a:extLst>
                    <a:ext uri="{9D8B030D-6E8A-4147-A177-3AD203B41FA5}">
                      <a16:colId xmlns:a16="http://schemas.microsoft.com/office/drawing/2014/main" val="20001"/>
                    </a:ext>
                  </a:extLst>
                </a:gridCol>
              </a:tblGrid>
              <a:tr h="2209800">
                <a:tc>
                  <a:txBody>
                    <a:bodyPr/>
                    <a:lstStyle/>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template</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&lt;class Type,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int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N&gt; class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CGene</a:t>
                      </a:r>
                      <a:endPar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private</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Type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m_pTab</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[N];   </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public:</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CGene</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(Type);</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txBody>
                  <a:tcPr marL="84406" marR="84406" horzOverflow="overflow">
                    <a:lnL cap="flat">
                      <a:noFill/>
                    </a:lnL>
                    <a:lnR w="12700" cap="flat" cmpd="sng" algn="ctr">
                      <a:solidFill>
                        <a:srgbClr val="315683"/>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955675" algn="l"/>
                          <a:tab pos="2092325" algn="l"/>
                          <a:tab pos="2955925" algn="l"/>
                        </a:tabLst>
                      </a:pP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int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main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void</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955675" algn="l"/>
                          <a:tab pos="2092325" algn="l"/>
                          <a:tab pos="2955925" algn="l"/>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266700" algn="l"/>
                          <a:tab pos="2092325" algn="l"/>
                          <a:tab pos="2955925" algn="l"/>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const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int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nN</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 3;</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266700" algn="l"/>
                          <a:tab pos="2092325" algn="l"/>
                          <a:tab pos="2955925" algn="l"/>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int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nM</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 5;</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266700" algn="l"/>
                          <a:tab pos="2092325" algn="l"/>
                          <a:tab pos="2955925" algn="l"/>
                        </a:tabLst>
                      </a:pPr>
                      <a:endPar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266700" algn="l"/>
                          <a:tab pos="2333625" algn="l"/>
                          <a:tab pos="3230563" algn="l"/>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CGene</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&lt;</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int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10&gt; 	gi (3);	// cas n°1</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266700" algn="l"/>
                          <a:tab pos="2333625" algn="l"/>
                          <a:tab pos="3230563" algn="l"/>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CGene</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&lt;</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float</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nN</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&gt;	gf (0.0);	// cas n°2</a:t>
                      </a:r>
                    </a:p>
                    <a:p>
                      <a:pPr marL="0" marR="0" lvl="0" indent="0" algn="l" defTabSz="914400" rtl="0" eaLnBrk="0" fontAlgn="base" latinLnBrk="0" hangingPunct="0">
                        <a:lnSpc>
                          <a:spcPct val="100000"/>
                        </a:lnSpc>
                        <a:spcBef>
                          <a:spcPts val="0"/>
                        </a:spcBef>
                        <a:spcAft>
                          <a:spcPct val="0"/>
                        </a:spcAft>
                        <a:buClr>
                          <a:srgbClr val="333399"/>
                        </a:buClr>
                        <a:buSzPct val="75000"/>
                        <a:buFont typeface="Monotype Sorts" pitchFamily="2" charset="2"/>
                        <a:buNone/>
                        <a:tabLst>
                          <a:tab pos="266700" algn="l"/>
                          <a:tab pos="2333625" algn="l"/>
                          <a:tab pos="3230563" algn="l"/>
                        </a:tabLst>
                      </a:pP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CGene</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 &lt;double, </a:t>
                      </a:r>
                      <a:r>
                        <a:rPr kumimoji="0" lang="fr-FR" sz="1600" b="0" i="0" u="none" strike="noStrike" cap="none" normalizeH="0" baseline="0" dirty="0" err="1">
                          <a:ln>
                            <a:noFill/>
                          </a:ln>
                          <a:solidFill>
                            <a:srgbClr val="315683"/>
                          </a:solidFill>
                          <a:effectLst/>
                          <a:latin typeface="Courier New" panose="02070309020205020404" pitchFamily="49" charset="0"/>
                          <a:cs typeface="Courier New" panose="02070309020205020404" pitchFamily="49" charset="0"/>
                        </a:rPr>
                        <a:t>nM</a:t>
                      </a:r>
                      <a:r>
                        <a:rPr kumimoji="0" lang="fr-FR" sz="1600" b="0" i="0" u="none" strike="noStrike" cap="none" normalizeH="0" baseline="0" dirty="0">
                          <a:ln>
                            <a:noFill/>
                          </a:ln>
                          <a:solidFill>
                            <a:srgbClr val="315683"/>
                          </a:solidFill>
                          <a:effectLst/>
                          <a:latin typeface="Courier New" panose="02070309020205020404" pitchFamily="49" charset="0"/>
                          <a:cs typeface="Courier New" panose="02070309020205020404" pitchFamily="49" charset="0"/>
                        </a:rPr>
                        <a:t>&gt;	gd (2.5);	// cas n°3 </a:t>
                      </a:r>
                    </a:p>
                  </a:txBody>
                  <a:tcPr marL="180000" marR="84406" horzOverflow="overflow">
                    <a:lnL w="12700" cap="flat" cmpd="sng" algn="ctr">
                      <a:solidFill>
                        <a:srgbClr val="315683"/>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title"/>
          </p:nvPr>
        </p:nvSpPr>
        <p:spPr/>
        <p:txBody>
          <a:bodyPr/>
          <a:lstStyle/>
          <a:p>
            <a:r>
              <a:rPr lang="fr-FR" altLang="fr-FR"/>
              <a:t>Généricité : mots-clefs</a:t>
            </a:r>
          </a:p>
        </p:txBody>
      </p:sp>
      <p:sp>
        <p:nvSpPr>
          <p:cNvPr id="21507" name="Rectangle 7"/>
          <p:cNvSpPr>
            <a:spLocks noGrp="1" noChangeArrowheads="1"/>
          </p:cNvSpPr>
          <p:nvPr>
            <p:ph sz="half" idx="1"/>
          </p:nvPr>
        </p:nvSpPr>
        <p:spPr/>
        <p:txBody>
          <a:bodyPr/>
          <a:lstStyle/>
          <a:p>
            <a:r>
              <a:rPr lang="fr-FR" altLang="fr-FR"/>
              <a:t>Classe générique</a:t>
            </a:r>
          </a:p>
          <a:p>
            <a:r>
              <a:rPr lang="fr-FR" altLang="fr-FR"/>
              <a:t>Fonction générique</a:t>
            </a:r>
          </a:p>
          <a:p>
            <a:r>
              <a:rPr lang="fr-FR" altLang="fr-FR"/>
              <a:t>Généricité</a:t>
            </a:r>
          </a:p>
          <a:p>
            <a:r>
              <a:rPr lang="fr-FR" altLang="fr-FR"/>
              <a:t>Générique</a:t>
            </a:r>
          </a:p>
          <a:p>
            <a:r>
              <a:rPr lang="fr-FR" altLang="fr-FR"/>
              <a:t>Instanciation de classe</a:t>
            </a:r>
          </a:p>
          <a:p>
            <a:r>
              <a:rPr lang="fr-FR" altLang="fr-FR"/>
              <a:t>Instanciation de fonction</a:t>
            </a:r>
            <a:endParaRPr lang="fr-FR" altLang="fr-FR" dirty="0"/>
          </a:p>
        </p:txBody>
      </p:sp>
      <p:sp>
        <p:nvSpPr>
          <p:cNvPr id="21508" name="Rectangle 8"/>
          <p:cNvSpPr>
            <a:spLocks noGrp="1" noChangeArrowheads="1"/>
          </p:cNvSpPr>
          <p:nvPr>
            <p:ph sz="half" idx="2"/>
          </p:nvPr>
        </p:nvSpPr>
        <p:spPr/>
        <p:txBody>
          <a:bodyPr/>
          <a:lstStyle/>
          <a:p>
            <a:r>
              <a:rPr lang="fr-FR" altLang="fr-FR"/>
              <a:t>Paramètre de type</a:t>
            </a:r>
          </a:p>
          <a:p>
            <a:r>
              <a:rPr lang="fr-FR" altLang="fr-FR"/>
              <a:t>Paramètre effectif</a:t>
            </a:r>
          </a:p>
          <a:p>
            <a:r>
              <a:rPr lang="fr-FR" altLang="fr-FR"/>
              <a:t>Paramètre expression</a:t>
            </a:r>
          </a:p>
          <a:p>
            <a:r>
              <a:rPr lang="fr-FR" altLang="fr-FR"/>
              <a:t>Paramètre formel</a:t>
            </a:r>
          </a:p>
          <a:p>
            <a:r>
              <a:rPr lang="fr-FR" altLang="fr-FR"/>
              <a:t>Template</a:t>
            </a:r>
          </a:p>
          <a:p>
            <a:r>
              <a:rPr lang="fr-FR" altLang="fr-FR"/>
              <a:t>Définition explicite</a:t>
            </a:r>
            <a:endParaRPr lang="fr-FR" altLang="fr-FR" dirty="0"/>
          </a:p>
        </p:txBody>
      </p:sp>
      <p:sp>
        <p:nvSpPr>
          <p:cNvPr id="21510" name="Espace réservé du numéro de diapositive 6"/>
          <p:cNvSpPr>
            <a:spLocks noGrp="1"/>
          </p:cNvSpPr>
          <p:nvPr>
            <p:ph type="sldNum" sz="quarter" idx="4"/>
          </p:nvPr>
        </p:nvSpPr>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85FA3F33-22FD-4EAA-A1AC-C55358DBAEFD}" type="slidenum">
              <a:rPr lang="fr-FR" altLang="fr-FR" smtClean="0"/>
              <a:pPr/>
              <a:t>18</a:t>
            </a:fld>
            <a:endParaRPr lang="fr-FR" altLang="fr-FR"/>
          </a:p>
        </p:txBody>
      </p:sp>
    </p:spTree>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olytech 201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irection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Polymorphisme.pptx" id="{FB057A7E-E684-4A6C-8CC6-D4D80D076EAA}" vid="{8FA23BDF-3908-48EF-9B00-DBC0ADFE7701}"/>
    </a:ext>
  </a:extLst>
</a:theme>
</file>

<file path=ppt/theme/theme2.xml><?xml version="1.0" encoding="utf-8"?>
<a:theme xmlns:a="http://schemas.openxmlformats.org/drawingml/2006/main" name="1_Polytech 201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Direction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Polytech 2020b.potx" id="{78F64D49-1E26-44B9-85C0-EF812D663CDD}" vid="{DA5541A3-F2BC-4F83-889B-1766B6527875}"/>
    </a:ext>
  </a:ext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Polytech 2018</Template>
  <TotalTime>3794</TotalTime>
  <Words>1951</Words>
  <Application>Microsoft Office PowerPoint</Application>
  <PresentationFormat>Grand écran</PresentationFormat>
  <Paragraphs>198</Paragraphs>
  <Slides>18</Slides>
  <Notes>1</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18</vt:i4>
      </vt:variant>
    </vt:vector>
  </HeadingPairs>
  <TitlesOfParts>
    <vt:vector size="30" baseType="lpstr">
      <vt:lpstr>Calibri</vt:lpstr>
      <vt:lpstr>Candara</vt:lpstr>
      <vt:lpstr>Century Gothic</vt:lpstr>
      <vt:lpstr>Courier New</vt:lpstr>
      <vt:lpstr>Monotype Sorts</vt:lpstr>
      <vt:lpstr>Symbol</vt:lpstr>
      <vt:lpstr>Times</vt:lpstr>
      <vt:lpstr>Times New Roman</vt:lpstr>
      <vt:lpstr>Wingdings</vt:lpstr>
      <vt:lpstr>Wingdings 3</vt:lpstr>
      <vt:lpstr>Polytech 2013</vt:lpstr>
      <vt:lpstr>1_Polytech 2013</vt:lpstr>
      <vt:lpstr>Programmation C++ Généricité - fonctions génériques</vt:lpstr>
      <vt:lpstr>Généricité : constat</vt:lpstr>
      <vt:lpstr>Généricité : objectifs</vt:lpstr>
      <vt:lpstr>Généricité : alternative (tentative…)</vt:lpstr>
      <vt:lpstr>Généricité : bénéfices</vt:lpstr>
      <vt:lpstr>Généricité : caractéristiques</vt:lpstr>
      <vt:lpstr>Fonctions génériques : syntaxe</vt:lpstr>
      <vt:lpstr>Fonctions génériques : remarques</vt:lpstr>
      <vt:lpstr>Fonctions génériques : instanciation</vt:lpstr>
      <vt:lpstr>Fonctions génériques : instanciation</vt:lpstr>
      <vt:lpstr>Fonctions génériques : transtypage</vt:lpstr>
      <vt:lpstr>Fonctions génériques : redéfinition</vt:lpstr>
      <vt:lpstr>Fonctions génériques : spécialisation</vt:lpstr>
      <vt:lpstr>Fonctions génériques : compilation</vt:lpstr>
      <vt:lpstr>Fonctions génériques : compilation</vt:lpstr>
      <vt:lpstr>Généricité : exercices d’application</vt:lpstr>
      <vt:lpstr>Généricité : exercices d’application</vt:lpstr>
      <vt:lpstr>Généricité : mots-clefs</vt:lpstr>
    </vt:vector>
  </TitlesOfParts>
  <Company>Université d'Orléans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Méthodologie Objets : Introduction</dc:title>
  <dc:creator>Christophe LEGER</dc:creator>
  <cp:keywords>C++;Programmation objet;Généricité;Templates;Fonctions génériques</cp:keywords>
  <cp:lastModifiedBy>Christophe Léger</cp:lastModifiedBy>
  <cp:revision>291</cp:revision>
  <cp:lastPrinted>2022-01-14T08:30:05Z</cp:lastPrinted>
  <dcterms:created xsi:type="dcterms:W3CDTF">1999-01-15T06:01:26Z</dcterms:created>
  <dcterms:modified xsi:type="dcterms:W3CDTF">2022-01-17T09:56:15Z</dcterms:modified>
</cp:coreProperties>
</file>